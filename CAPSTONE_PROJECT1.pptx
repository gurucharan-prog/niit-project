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4.xml" ContentType="application/vnd.openxmlformats-officedocument.drawingml.chartshape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5.xml" ContentType="application/vnd.openxmlformats-officedocument.drawingml.chartshapes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6.xml" ContentType="application/vnd.openxmlformats-officedocument.drawingml.chartshapes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7.xml" ContentType="application/vnd.openxmlformats-officedocument.drawingml.chartshapes+xml"/>
  <Override PartName="/ppt/charts/chartEx1.xml" ContentType="application/vnd.ms-office.chartex+xml"/>
  <Override PartName="/ppt/charts/style9.xml" ContentType="application/vnd.ms-office.chartstyle+xml"/>
  <Override PartName="/ppt/charts/colors9.xml" ContentType="application/vnd.ms-office.chartcolorstyle+xml"/>
  <Override PartName="/ppt/charts/chartEx2.xml" ContentType="application/vnd.ms-office.chartex+xml"/>
  <Override PartName="/ppt/charts/style10.xml" ContentType="application/vnd.ms-office.chartstyle+xml"/>
  <Override PartName="/ppt/charts/colors10.xml" ContentType="application/vnd.ms-office.chartcolorstyle+xml"/>
  <Override PartName="/ppt/charts/chartEx3.xml" ContentType="application/vnd.ms-office.chartex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  <p:sldId id="268" r:id="rId11"/>
    <p:sldId id="269" r:id="rId12"/>
    <p:sldId id="270" r:id="rId13"/>
    <p:sldId id="272" r:id="rId14"/>
    <p:sldId id="271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uruc\OneDrive\Documents\NIIT\DATA%20VISULIZATION%20AND%20EXCEL\DATA_VISULIZATION_TASKS\CAPESTONE\CAPSTONE_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uruc\OneDrive\Documents\NIIT\DATA%20VISULIZATION%20AND%20EXCEL\DATA_VISULIZATION_TASKS\CAPESTONE\CAPSTONE_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uruc\OneDrive\Documents\NIIT\DATA%20VISULIZATION%20AND%20EXCEL\DATA_VISULIZATION_TASKS\CAPESTONE\CAPSTONE_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uruc\OneDrive\Documents\NIIT\DATA%20VISULIZATION%20AND%20EXCEL\DATA_VISULIZATION_TASKS\CAPESTONE\CAPSTONE_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uruc\OneDrive\Documents\NIIT\DATA%20VISULIZATION%20AND%20EXCEL\DATA_VISULIZATION_TASKS\CAPESTONE\CAPSTONE_PROJECT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uruc\OneDrive\Documents\NIIT\DATA%20VISULIZATION%20AND%20EXCEL\DATA_VISULIZATION_TASKS\CAPESTONE\CAPSTONE_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uruc\OneDrive\Documents\NIIT\DATA%20VISULIZATION%20AND%20EXCEL\DATA_VISULIZATION_TASKS\CAPESTONE\CAPSTONE_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uruc\OneDrive\Documents\NIIT\DATA%20VISULIZATION%20AND%20EXCEL\DATA_VISULIZATION_TASKS\CAPESTONE\CAPSTONE_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uruc\OneDrive\Documents\NIIT\DATA%20VISULIZATION%20AND%20EXCEL\DATA_VISULIZATION_TASKS\CAPESTONE\CAPSTONE_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C:\Users\guruc\OneDrive\Documents\NIIT\DATA%20VISULIZATION%20AND%20EXCEL\DATA_VISULIZATION_TASKS\CAPESTONE\CAPSTONE_PROJECT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C:\Users\guruc\OneDrive\Documents\NIIT\DATA%20VISULIZATION%20AND%20EXCEL\DATA_VISULIZATION_TASKS\CAPESTONE\CAPSTONE_PROJECT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file:///C:\Users\guruc\OneDrive\Documents\NIIT\DATA%20VISULIZATION%20AND%20EXCEL\DATA_VISULIZATION_TASKS\CAPESTONE\CAPSTONE_PROJEC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[CAPSTONE_PROJECT.xlsx] PIVOT TABLE AND CHARTS-1!PivotTable1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rgbClr val="FF0000"/>
                </a:solidFill>
              </a:rPr>
              <a:t>Content Type Distribution</a:t>
            </a:r>
            <a:endParaRPr lang="en-US" b="1">
              <a:solidFill>
                <a:srgbClr val="FF0000"/>
              </a:solidFill>
            </a:endParaRPr>
          </a:p>
        </c:rich>
      </c:tx>
      <c:layout>
        <c:manualLayout>
          <c:xMode val="edge"/>
          <c:yMode val="edge"/>
          <c:x val="0.2630179344465059"/>
          <c:y val="3.84615384615384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48910517678796644"/>
          <c:y val="0.20777710478497877"/>
          <c:w val="0.43272820064158646"/>
          <c:h val="0.66632483992598268"/>
        </c:manualLayout>
      </c:layout>
      <c:pieChart>
        <c:varyColors val="1"/>
        <c:ser>
          <c:idx val="0"/>
          <c:order val="0"/>
          <c:tx>
            <c:strRef>
              <c:f>' PIVOT TABLE AND CHARTS-1'!$B$5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75-45E2-AF0A-C487117D18CF}"/>
              </c:ext>
            </c:extLst>
          </c:dPt>
          <c:dPt>
            <c:idx val="1"/>
            <c:bubble3D val="0"/>
            <c:spPr>
              <a:solidFill>
                <a:schemeClr val="accent3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75-45E2-AF0A-C487117D18C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 PIVOT TABLE AND CHARTS-1'!$A$6:$A$8</c:f>
              <c:strCache>
                <c:ptCount val="2"/>
                <c:pt idx="0">
                  <c:v>MOVIE</c:v>
                </c:pt>
                <c:pt idx="1">
                  <c:v>SHOW</c:v>
                </c:pt>
              </c:strCache>
            </c:strRef>
          </c:cat>
          <c:val>
            <c:numRef>
              <c:f>' PIVOT TABLE AND CHARTS-1'!$B$6:$B$8</c:f>
              <c:numCache>
                <c:formatCode>General</c:formatCode>
                <c:ptCount val="2"/>
                <c:pt idx="0">
                  <c:v>3307</c:v>
                </c:pt>
                <c:pt idx="1">
                  <c:v>1813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75-45E2-AF0A-C487117D1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75000"/>
      </a:schemeClr>
    </a:solidFill>
    <a:ln w="9525" cap="flat" cmpd="sng" algn="ctr">
      <a:solidFill>
        <a:schemeClr val="tx1">
          <a:lumMod val="95000"/>
          <a:lumOff val="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[CAPSTONE_PROJECT.xlsx] PIVOT TABLE AND CHARTS-1!PivotTable3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rgbClr val="C00000"/>
                </a:solidFill>
              </a:rPr>
              <a:t>Titles by Age Certification</a:t>
            </a:r>
            <a:endParaRPr lang="en-IN" b="1">
              <a:solidFill>
                <a:srgbClr val="C00000"/>
              </a:solidFill>
            </a:endParaRPr>
          </a:p>
        </c:rich>
      </c:tx>
      <c:layout>
        <c:manualLayout>
          <c:xMode val="edge"/>
          <c:yMode val="edge"/>
          <c:x val="0.2997901629483814"/>
          <c:y val="1.45772594752186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26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33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34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35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36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37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38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39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40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42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43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44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45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46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47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48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49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50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51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  <c:pivotFmt>
        <c:idx val="52"/>
        <c:spPr>
          <a:solidFill>
            <a:schemeClr val="accent1"/>
          </a:solidFill>
          <a:ln w="19050">
            <a:solidFill>
              <a:schemeClr val="tx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43441578266258385"/>
          <c:y val="0.28226433430515063"/>
          <c:w val="0.35217013888888887"/>
          <c:h val="0.59139941690962095"/>
        </c:manualLayout>
      </c:layout>
      <c:pieChart>
        <c:varyColors val="1"/>
        <c:ser>
          <c:idx val="0"/>
          <c:order val="0"/>
          <c:tx>
            <c:strRef>
              <c:f>' PIVOT TABLE AND CHARTS-1'!$L$2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156-40E3-B152-B70A7AD2B9F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156-40E3-B152-B70A7AD2B9F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156-40E3-B152-B70A7AD2B9F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156-40E3-B152-B70A7AD2B9F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156-40E3-B152-B70A7AD2B9F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E156-40E3-B152-B70A7AD2B9F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E156-40E3-B152-B70A7AD2B9F9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E156-40E3-B152-B70A7AD2B9F9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E156-40E3-B152-B70A7AD2B9F9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E156-40E3-B152-B70A7AD2B9F9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E156-40E3-B152-B70A7AD2B9F9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E156-40E3-B152-B70A7AD2B9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 PIVOT TABLE AND CHARTS-1'!$K$3:$K$15</c:f>
              <c:strCache>
                <c:ptCount val="12"/>
                <c:pt idx="0">
                  <c:v>G</c:v>
                </c:pt>
                <c:pt idx="1">
                  <c:v>NC-17</c:v>
                </c:pt>
                <c:pt idx="2">
                  <c:v>Not Rated</c:v>
                </c:pt>
                <c:pt idx="3">
                  <c:v>PG</c:v>
                </c:pt>
                <c:pt idx="4">
                  <c:v>PG-13</c:v>
                </c:pt>
                <c:pt idx="5">
                  <c:v>R</c:v>
                </c:pt>
                <c:pt idx="6">
                  <c:v>TV-14</c:v>
                </c:pt>
                <c:pt idx="7">
                  <c:v>TV-G</c:v>
                </c:pt>
                <c:pt idx="8">
                  <c:v>TV-MA</c:v>
                </c:pt>
                <c:pt idx="9">
                  <c:v>TV-PG</c:v>
                </c:pt>
                <c:pt idx="10">
                  <c:v>TV-Y</c:v>
                </c:pt>
                <c:pt idx="11">
                  <c:v>TV-Y7</c:v>
                </c:pt>
              </c:strCache>
            </c:strRef>
          </c:cat>
          <c:val>
            <c:numRef>
              <c:f>' PIVOT TABLE AND CHARTS-1'!$L$3:$L$15</c:f>
              <c:numCache>
                <c:formatCode>General</c:formatCode>
                <c:ptCount val="12"/>
                <c:pt idx="0">
                  <c:v>101</c:v>
                </c:pt>
                <c:pt idx="1">
                  <c:v>12</c:v>
                </c:pt>
                <c:pt idx="2">
                  <c:v>2191</c:v>
                </c:pt>
                <c:pt idx="3">
                  <c:v>237</c:v>
                </c:pt>
                <c:pt idx="4">
                  <c:v>420</c:v>
                </c:pt>
                <c:pt idx="5">
                  <c:v>542</c:v>
                </c:pt>
                <c:pt idx="6">
                  <c:v>428</c:v>
                </c:pt>
                <c:pt idx="7">
                  <c:v>69</c:v>
                </c:pt>
                <c:pt idx="8">
                  <c:v>770</c:v>
                </c:pt>
                <c:pt idx="9">
                  <c:v>164</c:v>
                </c:pt>
                <c:pt idx="10">
                  <c:v>87</c:v>
                </c:pt>
                <c:pt idx="11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E156-40E3-B152-B70A7AD2B9F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81590911162146407"/>
          <c:y val="0.23141205313374855"/>
          <c:w val="0.14936866615631381"/>
          <c:h val="0.718646062689641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>
        <a:lumMod val="75000"/>
      </a:schemeClr>
    </a:solidFill>
    <a:ln w="9525" cap="flat" cmpd="sng" algn="ctr">
      <a:solidFill>
        <a:schemeClr val="bg2">
          <a:lumMod val="1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[CAPSTONE_PROJECT.xlsx] PIVOT TABLE AND CHARTS-1!PivotTable2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rgbClr val="C00000"/>
                </a:solidFill>
              </a:rPr>
              <a:t>Average IMDb Score by Type</a:t>
            </a:r>
            <a:endParaRPr lang="en-US" b="1">
              <a:solidFill>
                <a:srgbClr val="C00000"/>
              </a:solidFill>
            </a:endParaRPr>
          </a:p>
        </c:rich>
      </c:tx>
      <c:layout>
        <c:manualLayout>
          <c:xMode val="edge"/>
          <c:yMode val="edge"/>
          <c:x val="0.30493924986793447"/>
          <c:y val="2.68817204301075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  <a:effectLst/>
        </c:spPr>
      </c:pivotFmt>
      <c:pivotFmt>
        <c:idx val="2"/>
        <c:spPr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  <a:effectLst/>
        </c:spPr>
      </c:pivotFmt>
      <c:pivotFmt>
        <c:idx val="3"/>
        <c:spPr>
          <a:solidFill>
            <a:schemeClr val="accent1"/>
          </a:solidFill>
          <a:ln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  <a:effectLst/>
        </c:spPr>
      </c:pivotFmt>
      <c:pivotFmt>
        <c:idx val="5"/>
        <c:spPr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  <a:effectLst/>
        </c:spPr>
      </c:pivotFmt>
      <c:pivotFmt>
        <c:idx val="6"/>
        <c:spPr>
          <a:solidFill>
            <a:schemeClr val="accent1"/>
          </a:solidFill>
          <a:ln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  <a:effectLst/>
        </c:spPr>
      </c:pivotFmt>
      <c:pivotFmt>
        <c:idx val="8"/>
        <c:spPr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  <a:effectLst/>
        </c:spPr>
      </c:pivotFmt>
      <c:pivotFmt>
        <c:idx val="9"/>
        <c:spPr>
          <a:solidFill>
            <a:schemeClr val="accent1"/>
          </a:solidFill>
          <a:ln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  <a:effectLst/>
        </c:spPr>
      </c:pivotFmt>
      <c:pivotFmt>
        <c:idx val="11"/>
        <c:spPr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  <a:effectLst/>
        </c:spPr>
      </c:pivotFmt>
      <c:pivotFmt>
        <c:idx val="14"/>
        <c:spPr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44535870516185472"/>
          <c:y val="0.20649641577060932"/>
          <c:w val="0.54908573928258964"/>
          <c:h val="0.586880520983264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 PIVOT TABLE AND CHARTS-1'!$B$18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64-4F4E-A9C7-45D8E1D96A9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764-4F4E-A9C7-45D8E1D96A9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 PIVOT TABLE AND CHARTS-1'!$A$19:$A$21</c:f>
              <c:strCache>
                <c:ptCount val="2"/>
                <c:pt idx="0">
                  <c:v>MOVIE</c:v>
                </c:pt>
                <c:pt idx="1">
                  <c:v>SHOW</c:v>
                </c:pt>
              </c:strCache>
            </c:strRef>
          </c:cat>
          <c:val>
            <c:numRef>
              <c:f>' PIVOT TABLE AND CHARTS-1'!$B$19:$B$21</c:f>
              <c:numCache>
                <c:formatCode>General</c:formatCode>
                <c:ptCount val="2"/>
                <c:pt idx="0">
                  <c:v>6.2688149053146125</c:v>
                </c:pt>
                <c:pt idx="1">
                  <c:v>7.0385346756152085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764-4F4E-A9C7-45D8E1D96A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60230608"/>
        <c:axId val="1260235888"/>
      </c:barChart>
      <c:catAx>
        <c:axId val="12602306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TYPE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235888"/>
        <c:crosses val="autoZero"/>
        <c:auto val="1"/>
        <c:lblAlgn val="ctr"/>
        <c:lblOffset val="100"/>
        <c:noMultiLvlLbl val="0"/>
      </c:catAx>
      <c:valAx>
        <c:axId val="1260235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AVERAGE</a:t>
                </a:r>
                <a:r>
                  <a:rPr lang="en-IN" b="1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IMDB SCORE</a:t>
                </a:r>
                <a:endParaRPr lang="en-IN" b="1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230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8071762904636919"/>
          <c:y val="0.84126273530324835"/>
          <c:w val="0.10549829250741438"/>
          <c:h val="0.1353355967780486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2">
        <a:lumMod val="10000"/>
        <a:lumOff val="90000"/>
      </a:schemeClr>
    </a:solidFill>
    <a:ln w="9525" cap="flat" cmpd="sng" algn="ctr">
      <a:solidFill>
        <a:schemeClr val="bg2">
          <a:lumMod val="1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[CAPSTONE_PROJECT.xlsx] PIVOT TABLE AND CHARTS-1!PivotTable4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rgbClr val="C00000"/>
                </a:solidFill>
              </a:rPr>
              <a:t>Number of Titles Released per Year</a:t>
            </a:r>
            <a:endParaRPr lang="en-US" b="1">
              <a:solidFill>
                <a:srgbClr val="C00000"/>
              </a:solidFill>
            </a:endParaRPr>
          </a:p>
        </c:rich>
      </c:tx>
      <c:layout>
        <c:manualLayout>
          <c:xMode val="edge"/>
          <c:yMode val="edge"/>
          <c:x val="0.23187489063867017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8176618829570819"/>
          <c:y val="0.16365645499789705"/>
          <c:w val="0.60683652750953299"/>
          <c:h val="0.55993913530592854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 PIVOT TABLE AND CHARTS-1'!$L$17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 PIVOT TABLE AND CHARTS-1'!$K$18:$K$84</c:f>
              <c:strCache>
                <c:ptCount val="66"/>
                <c:pt idx="0">
                  <c:v>1953</c:v>
                </c:pt>
                <c:pt idx="1">
                  <c:v>1954</c:v>
                </c:pt>
                <c:pt idx="2">
                  <c:v>1956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  <c:pt idx="10">
                  <c:v>1966</c:v>
                </c:pt>
                <c:pt idx="11">
                  <c:v>1967</c:v>
                </c:pt>
                <c:pt idx="12">
                  <c:v>1968</c:v>
                </c:pt>
                <c:pt idx="13">
                  <c:v>1969</c:v>
                </c:pt>
                <c:pt idx="14">
                  <c:v>1971</c:v>
                </c:pt>
                <c:pt idx="15">
                  <c:v>1972</c:v>
                </c:pt>
                <c:pt idx="16">
                  <c:v>1973</c:v>
                </c:pt>
                <c:pt idx="17">
                  <c:v>1974</c:v>
                </c:pt>
                <c:pt idx="18">
                  <c:v>1975</c:v>
                </c:pt>
                <c:pt idx="19">
                  <c:v>1976</c:v>
                </c:pt>
                <c:pt idx="20">
                  <c:v>1977</c:v>
                </c:pt>
                <c:pt idx="21">
                  <c:v>1978</c:v>
                </c:pt>
                <c:pt idx="22">
                  <c:v>1979</c:v>
                </c:pt>
                <c:pt idx="23">
                  <c:v>1980</c:v>
                </c:pt>
                <c:pt idx="24">
                  <c:v>1981</c:v>
                </c:pt>
                <c:pt idx="25">
                  <c:v>1982</c:v>
                </c:pt>
                <c:pt idx="26">
                  <c:v>1983</c:v>
                </c:pt>
                <c:pt idx="27">
                  <c:v>1984</c:v>
                </c:pt>
                <c:pt idx="28">
                  <c:v>1985</c:v>
                </c:pt>
                <c:pt idx="29">
                  <c:v>1986</c:v>
                </c:pt>
                <c:pt idx="30">
                  <c:v>1987</c:v>
                </c:pt>
                <c:pt idx="31">
                  <c:v>1988</c:v>
                </c:pt>
                <c:pt idx="32">
                  <c:v>1989</c:v>
                </c:pt>
                <c:pt idx="33">
                  <c:v>1990</c:v>
                </c:pt>
                <c:pt idx="34">
                  <c:v>1991</c:v>
                </c:pt>
                <c:pt idx="35">
                  <c:v>1992</c:v>
                </c:pt>
                <c:pt idx="36">
                  <c:v>1993</c:v>
                </c:pt>
                <c:pt idx="37">
                  <c:v>1994</c:v>
                </c:pt>
                <c:pt idx="38">
                  <c:v>1995</c:v>
                </c:pt>
                <c:pt idx="39">
                  <c:v>1996</c:v>
                </c:pt>
                <c:pt idx="40">
                  <c:v>1997</c:v>
                </c:pt>
                <c:pt idx="41">
                  <c:v>1998</c:v>
                </c:pt>
                <c:pt idx="42">
                  <c:v>1999</c:v>
                </c:pt>
                <c:pt idx="43">
                  <c:v>2000</c:v>
                </c:pt>
                <c:pt idx="44">
                  <c:v>2001</c:v>
                </c:pt>
                <c:pt idx="45">
                  <c:v>2002</c:v>
                </c:pt>
                <c:pt idx="46">
                  <c:v>2003</c:v>
                </c:pt>
                <c:pt idx="47">
                  <c:v>2004</c:v>
                </c:pt>
                <c:pt idx="48">
                  <c:v>2005</c:v>
                </c:pt>
                <c:pt idx="49">
                  <c:v>2006</c:v>
                </c:pt>
                <c:pt idx="50">
                  <c:v>2007</c:v>
                </c:pt>
                <c:pt idx="51">
                  <c:v>2008</c:v>
                </c:pt>
                <c:pt idx="52">
                  <c:v>2009</c:v>
                </c:pt>
                <c:pt idx="53">
                  <c:v>2010</c:v>
                </c:pt>
                <c:pt idx="54">
                  <c:v>2011</c:v>
                </c:pt>
                <c:pt idx="55">
                  <c:v>2012</c:v>
                </c:pt>
                <c:pt idx="56">
                  <c:v>2013</c:v>
                </c:pt>
                <c:pt idx="57">
                  <c:v>2014</c:v>
                </c:pt>
                <c:pt idx="58">
                  <c:v>2015</c:v>
                </c:pt>
                <c:pt idx="59">
                  <c:v>2016</c:v>
                </c:pt>
                <c:pt idx="60">
                  <c:v>2017</c:v>
                </c:pt>
                <c:pt idx="61">
                  <c:v>2018</c:v>
                </c:pt>
                <c:pt idx="62">
                  <c:v>2019</c:v>
                </c:pt>
                <c:pt idx="63">
                  <c:v>2020</c:v>
                </c:pt>
                <c:pt idx="64">
                  <c:v>2021</c:v>
                </c:pt>
                <c:pt idx="65">
                  <c:v>2022</c:v>
                </c:pt>
              </c:strCache>
            </c:strRef>
          </c:cat>
          <c:val>
            <c:numRef>
              <c:f>' PIVOT TABLE AND CHARTS-1'!$L$18:$L$84</c:f>
              <c:numCache>
                <c:formatCode>General</c:formatCode>
                <c:ptCount val="66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1</c:v>
                </c:pt>
                <c:pt idx="12">
                  <c:v>1</c:v>
                </c:pt>
                <c:pt idx="13">
                  <c:v>2</c:v>
                </c:pt>
                <c:pt idx="14">
                  <c:v>2</c:v>
                </c:pt>
                <c:pt idx="15">
                  <c:v>1</c:v>
                </c:pt>
                <c:pt idx="16">
                  <c:v>2</c:v>
                </c:pt>
                <c:pt idx="17">
                  <c:v>1</c:v>
                </c:pt>
                <c:pt idx="18">
                  <c:v>2</c:v>
                </c:pt>
                <c:pt idx="19">
                  <c:v>3</c:v>
                </c:pt>
                <c:pt idx="20">
                  <c:v>1</c:v>
                </c:pt>
                <c:pt idx="21">
                  <c:v>1</c:v>
                </c:pt>
                <c:pt idx="22">
                  <c:v>7</c:v>
                </c:pt>
                <c:pt idx="23">
                  <c:v>4</c:v>
                </c:pt>
                <c:pt idx="24">
                  <c:v>3</c:v>
                </c:pt>
                <c:pt idx="25">
                  <c:v>8</c:v>
                </c:pt>
                <c:pt idx="26">
                  <c:v>3</c:v>
                </c:pt>
                <c:pt idx="27">
                  <c:v>5</c:v>
                </c:pt>
                <c:pt idx="28">
                  <c:v>1</c:v>
                </c:pt>
                <c:pt idx="29">
                  <c:v>6</c:v>
                </c:pt>
                <c:pt idx="30">
                  <c:v>6</c:v>
                </c:pt>
                <c:pt idx="31">
                  <c:v>7</c:v>
                </c:pt>
                <c:pt idx="32">
                  <c:v>9</c:v>
                </c:pt>
                <c:pt idx="33">
                  <c:v>7</c:v>
                </c:pt>
                <c:pt idx="34">
                  <c:v>10</c:v>
                </c:pt>
                <c:pt idx="35">
                  <c:v>3</c:v>
                </c:pt>
                <c:pt idx="36">
                  <c:v>20</c:v>
                </c:pt>
                <c:pt idx="37">
                  <c:v>13</c:v>
                </c:pt>
                <c:pt idx="38">
                  <c:v>12</c:v>
                </c:pt>
                <c:pt idx="39">
                  <c:v>8</c:v>
                </c:pt>
                <c:pt idx="40">
                  <c:v>15</c:v>
                </c:pt>
                <c:pt idx="41">
                  <c:v>25</c:v>
                </c:pt>
                <c:pt idx="42">
                  <c:v>12</c:v>
                </c:pt>
                <c:pt idx="43">
                  <c:v>13</c:v>
                </c:pt>
                <c:pt idx="44">
                  <c:v>23</c:v>
                </c:pt>
                <c:pt idx="45">
                  <c:v>19</c:v>
                </c:pt>
                <c:pt idx="46">
                  <c:v>31</c:v>
                </c:pt>
                <c:pt idx="47">
                  <c:v>30</c:v>
                </c:pt>
                <c:pt idx="48">
                  <c:v>35</c:v>
                </c:pt>
                <c:pt idx="49">
                  <c:v>48</c:v>
                </c:pt>
                <c:pt idx="50">
                  <c:v>49</c:v>
                </c:pt>
                <c:pt idx="51">
                  <c:v>58</c:v>
                </c:pt>
                <c:pt idx="52">
                  <c:v>61</c:v>
                </c:pt>
                <c:pt idx="53">
                  <c:v>71</c:v>
                </c:pt>
                <c:pt idx="54">
                  <c:v>97</c:v>
                </c:pt>
                <c:pt idx="55">
                  <c:v>105</c:v>
                </c:pt>
                <c:pt idx="56">
                  <c:v>131</c:v>
                </c:pt>
                <c:pt idx="57">
                  <c:v>152</c:v>
                </c:pt>
                <c:pt idx="58">
                  <c:v>221</c:v>
                </c:pt>
                <c:pt idx="59">
                  <c:v>349</c:v>
                </c:pt>
                <c:pt idx="60">
                  <c:v>541</c:v>
                </c:pt>
                <c:pt idx="61">
                  <c:v>715</c:v>
                </c:pt>
                <c:pt idx="62">
                  <c:v>710</c:v>
                </c:pt>
                <c:pt idx="63">
                  <c:v>616</c:v>
                </c:pt>
                <c:pt idx="64">
                  <c:v>645</c:v>
                </c:pt>
                <c:pt idx="65">
                  <c:v>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8B-475F-B7E4-D194060166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283037136"/>
        <c:axId val="1283037616"/>
        <c:axId val="0"/>
      </c:bar3DChart>
      <c:catAx>
        <c:axId val="12830371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RELEASE</a:t>
                </a:r>
                <a:r>
                  <a:rPr lang="en-IN" b="1" baseline="0">
                    <a:solidFill>
                      <a:schemeClr val="tx1"/>
                    </a:solidFill>
                  </a:rPr>
                  <a:t> YEAR</a:t>
                </a:r>
                <a:endParaRPr lang="en-IN" b="1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3037616"/>
        <c:crosses val="autoZero"/>
        <c:auto val="1"/>
        <c:lblAlgn val="ctr"/>
        <c:lblOffset val="100"/>
        <c:noMultiLvlLbl val="0"/>
      </c:catAx>
      <c:valAx>
        <c:axId val="1283037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NUMBER</a:t>
                </a:r>
                <a:r>
                  <a:rPr lang="en-IN" b="1" baseline="0">
                    <a:solidFill>
                      <a:schemeClr val="tx1"/>
                    </a:solidFill>
                  </a:rPr>
                  <a:t> OF TITLES</a:t>
                </a:r>
                <a:endParaRPr lang="en-IN" b="1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3037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2">
        <a:lumMod val="10000"/>
        <a:lumOff val="90000"/>
      </a:schemeClr>
    </a:solidFill>
    <a:ln w="9525" cap="flat" cmpd="sng" algn="ctr">
      <a:solidFill>
        <a:schemeClr val="tx1">
          <a:lumMod val="95000"/>
          <a:lumOff val="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IN" sz="1800" b="1" i="0" u="none" strike="noStrike" baseline="0">
                <a:solidFill>
                  <a:srgbClr val="C00000"/>
                </a:solidFill>
              </a:rPr>
              <a:t>Runtime Distribution of Titles</a:t>
            </a:r>
            <a:endParaRPr lang="en-IN">
              <a:solidFill>
                <a:srgbClr val="C00000"/>
              </a:solidFill>
            </a:endParaRP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4366463913426959"/>
          <c:y val="0.14306447904265049"/>
          <c:w val="0.64367787175238134"/>
          <c:h val="0.55440011495165598"/>
        </c:manualLayout>
      </c:layout>
      <c:barChart>
        <c:barDir val="col"/>
        <c:grouping val="clustered"/>
        <c:varyColors val="0"/>
        <c:ser>
          <c:idx val="0"/>
          <c:order val="0"/>
          <c:tx>
            <c:v>Frequency</c:v>
          </c:tx>
          <c:spPr>
            <a:ln>
              <a:solidFill>
                <a:schemeClr val="tx1"/>
              </a:solidFill>
            </a:ln>
          </c:spPr>
          <c:invertIfNegative val="0"/>
          <c:cat>
            <c:strRef>
              <c:f>' PIVOT TABLE AND CHARTS-1'!$W$13:$W$19</c:f>
              <c:strCache>
                <c:ptCount val="7"/>
                <c:pt idx="0">
                  <c:v>40</c:v>
                </c:pt>
                <c:pt idx="1">
                  <c:v>80</c:v>
                </c:pt>
                <c:pt idx="2">
                  <c:v>120</c:v>
                </c:pt>
                <c:pt idx="3">
                  <c:v>160</c:v>
                </c:pt>
                <c:pt idx="4">
                  <c:v>200</c:v>
                </c:pt>
                <c:pt idx="5">
                  <c:v>240</c:v>
                </c:pt>
                <c:pt idx="6">
                  <c:v>More</c:v>
                </c:pt>
              </c:strCache>
            </c:strRef>
          </c:cat>
          <c:val>
            <c:numRef>
              <c:f>' PIVOT TABLE AND CHARTS-1'!$X$13:$X$19</c:f>
              <c:numCache>
                <c:formatCode>General</c:formatCode>
                <c:ptCount val="7"/>
                <c:pt idx="0">
                  <c:v>935</c:v>
                </c:pt>
                <c:pt idx="1">
                  <c:v>1365</c:v>
                </c:pt>
                <c:pt idx="2">
                  <c:v>2120</c:v>
                </c:pt>
                <c:pt idx="3">
                  <c:v>596</c:v>
                </c:pt>
                <c:pt idx="4">
                  <c:v>94</c:v>
                </c:pt>
                <c:pt idx="5">
                  <c:v>9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69-4391-BF49-6C5680886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467498096"/>
        <c:axId val="1467510096"/>
      </c:barChart>
      <c:catAx>
        <c:axId val="14674980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IN"/>
                  <a:t>RUNTIME</a:t>
                </a:r>
                <a:r>
                  <a:rPr lang="en-IN" baseline="0"/>
                  <a:t>(MINUTES)</a:t>
                </a:r>
                <a:endParaRPr lang="en-IN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467510096"/>
        <c:crosses val="autoZero"/>
        <c:auto val="1"/>
        <c:lblAlgn val="ctr"/>
        <c:lblOffset val="100"/>
        <c:noMultiLvlLbl val="0"/>
      </c:catAx>
      <c:valAx>
        <c:axId val="146751009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IN"/>
                  <a:t>NUMBER</a:t>
                </a:r>
                <a:r>
                  <a:rPr lang="en-IN" baseline="0"/>
                  <a:t> OF TITLES</a:t>
                </a:r>
                <a:endParaRPr lang="en-IN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467498096"/>
        <c:crosses val="autoZero"/>
        <c:crossBetween val="between"/>
      </c:valAx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2">
        <a:lumMod val="10000"/>
        <a:lumOff val="90000"/>
      </a:schemeClr>
    </a:solidFill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[CAPSTONE_PROJECT.xlsx]PIVOT TABLE AND CHARTS-2!PivotTable7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>
                <a:solidFill>
                  <a:srgbClr val="C00000"/>
                </a:solidFill>
              </a:rPr>
              <a:t>Titles Released Over Years</a:t>
            </a:r>
            <a:endParaRPr lang="en-US" b="1">
              <a:solidFill>
                <a:srgbClr val="C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3803937007874015"/>
          <c:y val="0.16708333333333336"/>
          <c:w val="0.83140507436570432"/>
          <c:h val="0.58949876057159523"/>
        </c:manualLayout>
      </c:layout>
      <c:lineChart>
        <c:grouping val="standard"/>
        <c:varyColors val="0"/>
        <c:ser>
          <c:idx val="0"/>
          <c:order val="0"/>
          <c:tx>
            <c:strRef>
              <c:f>'PIVOT TABLE AND CHARTS-2'!$B$4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'PIVOT TABLE AND CHARTS-2'!$A$5:$A$71</c:f>
              <c:strCache>
                <c:ptCount val="66"/>
                <c:pt idx="0">
                  <c:v>1953</c:v>
                </c:pt>
                <c:pt idx="1">
                  <c:v>1954</c:v>
                </c:pt>
                <c:pt idx="2">
                  <c:v>1956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  <c:pt idx="10">
                  <c:v>1966</c:v>
                </c:pt>
                <c:pt idx="11">
                  <c:v>1967</c:v>
                </c:pt>
                <c:pt idx="12">
                  <c:v>1968</c:v>
                </c:pt>
                <c:pt idx="13">
                  <c:v>1969</c:v>
                </c:pt>
                <c:pt idx="14">
                  <c:v>1971</c:v>
                </c:pt>
                <c:pt idx="15">
                  <c:v>1972</c:v>
                </c:pt>
                <c:pt idx="16">
                  <c:v>1973</c:v>
                </c:pt>
                <c:pt idx="17">
                  <c:v>1974</c:v>
                </c:pt>
                <c:pt idx="18">
                  <c:v>1975</c:v>
                </c:pt>
                <c:pt idx="19">
                  <c:v>1976</c:v>
                </c:pt>
                <c:pt idx="20">
                  <c:v>1977</c:v>
                </c:pt>
                <c:pt idx="21">
                  <c:v>1978</c:v>
                </c:pt>
                <c:pt idx="22">
                  <c:v>1979</c:v>
                </c:pt>
                <c:pt idx="23">
                  <c:v>1980</c:v>
                </c:pt>
                <c:pt idx="24">
                  <c:v>1981</c:v>
                </c:pt>
                <c:pt idx="25">
                  <c:v>1982</c:v>
                </c:pt>
                <c:pt idx="26">
                  <c:v>1983</c:v>
                </c:pt>
                <c:pt idx="27">
                  <c:v>1984</c:v>
                </c:pt>
                <c:pt idx="28">
                  <c:v>1985</c:v>
                </c:pt>
                <c:pt idx="29">
                  <c:v>1986</c:v>
                </c:pt>
                <c:pt idx="30">
                  <c:v>1987</c:v>
                </c:pt>
                <c:pt idx="31">
                  <c:v>1988</c:v>
                </c:pt>
                <c:pt idx="32">
                  <c:v>1989</c:v>
                </c:pt>
                <c:pt idx="33">
                  <c:v>1990</c:v>
                </c:pt>
                <c:pt idx="34">
                  <c:v>1991</c:v>
                </c:pt>
                <c:pt idx="35">
                  <c:v>1992</c:v>
                </c:pt>
                <c:pt idx="36">
                  <c:v>1993</c:v>
                </c:pt>
                <c:pt idx="37">
                  <c:v>1994</c:v>
                </c:pt>
                <c:pt idx="38">
                  <c:v>1995</c:v>
                </c:pt>
                <c:pt idx="39">
                  <c:v>1996</c:v>
                </c:pt>
                <c:pt idx="40">
                  <c:v>1997</c:v>
                </c:pt>
                <c:pt idx="41">
                  <c:v>1998</c:v>
                </c:pt>
                <c:pt idx="42">
                  <c:v>1999</c:v>
                </c:pt>
                <c:pt idx="43">
                  <c:v>2000</c:v>
                </c:pt>
                <c:pt idx="44">
                  <c:v>2001</c:v>
                </c:pt>
                <c:pt idx="45">
                  <c:v>2002</c:v>
                </c:pt>
                <c:pt idx="46">
                  <c:v>2003</c:v>
                </c:pt>
                <c:pt idx="47">
                  <c:v>2004</c:v>
                </c:pt>
                <c:pt idx="48">
                  <c:v>2005</c:v>
                </c:pt>
                <c:pt idx="49">
                  <c:v>2006</c:v>
                </c:pt>
                <c:pt idx="50">
                  <c:v>2007</c:v>
                </c:pt>
                <c:pt idx="51">
                  <c:v>2008</c:v>
                </c:pt>
                <c:pt idx="52">
                  <c:v>2009</c:v>
                </c:pt>
                <c:pt idx="53">
                  <c:v>2010</c:v>
                </c:pt>
                <c:pt idx="54">
                  <c:v>2011</c:v>
                </c:pt>
                <c:pt idx="55">
                  <c:v>2012</c:v>
                </c:pt>
                <c:pt idx="56">
                  <c:v>2013</c:v>
                </c:pt>
                <c:pt idx="57">
                  <c:v>2014</c:v>
                </c:pt>
                <c:pt idx="58">
                  <c:v>2015</c:v>
                </c:pt>
                <c:pt idx="59">
                  <c:v>2016</c:v>
                </c:pt>
                <c:pt idx="60">
                  <c:v>2017</c:v>
                </c:pt>
                <c:pt idx="61">
                  <c:v>2018</c:v>
                </c:pt>
                <c:pt idx="62">
                  <c:v>2019</c:v>
                </c:pt>
                <c:pt idx="63">
                  <c:v>2020</c:v>
                </c:pt>
                <c:pt idx="64">
                  <c:v>2021</c:v>
                </c:pt>
                <c:pt idx="65">
                  <c:v>2022</c:v>
                </c:pt>
              </c:strCache>
            </c:strRef>
          </c:cat>
          <c:val>
            <c:numRef>
              <c:f>'PIVOT TABLE AND CHARTS-2'!$B$5:$B$71</c:f>
              <c:numCache>
                <c:formatCode>General</c:formatCode>
                <c:ptCount val="66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1</c:v>
                </c:pt>
                <c:pt idx="12">
                  <c:v>1</c:v>
                </c:pt>
                <c:pt idx="13">
                  <c:v>2</c:v>
                </c:pt>
                <c:pt idx="14">
                  <c:v>2</c:v>
                </c:pt>
                <c:pt idx="15">
                  <c:v>1</c:v>
                </c:pt>
                <c:pt idx="16">
                  <c:v>2</c:v>
                </c:pt>
                <c:pt idx="17">
                  <c:v>1</c:v>
                </c:pt>
                <c:pt idx="18">
                  <c:v>2</c:v>
                </c:pt>
                <c:pt idx="19">
                  <c:v>3</c:v>
                </c:pt>
                <c:pt idx="20">
                  <c:v>1</c:v>
                </c:pt>
                <c:pt idx="21">
                  <c:v>1</c:v>
                </c:pt>
                <c:pt idx="22">
                  <c:v>7</c:v>
                </c:pt>
                <c:pt idx="23">
                  <c:v>4</c:v>
                </c:pt>
                <c:pt idx="24">
                  <c:v>3</c:v>
                </c:pt>
                <c:pt idx="25">
                  <c:v>8</c:v>
                </c:pt>
                <c:pt idx="26">
                  <c:v>3</c:v>
                </c:pt>
                <c:pt idx="27">
                  <c:v>5</c:v>
                </c:pt>
                <c:pt idx="28">
                  <c:v>1</c:v>
                </c:pt>
                <c:pt idx="29">
                  <c:v>6</c:v>
                </c:pt>
                <c:pt idx="30">
                  <c:v>6</c:v>
                </c:pt>
                <c:pt idx="31">
                  <c:v>7</c:v>
                </c:pt>
                <c:pt idx="32">
                  <c:v>9</c:v>
                </c:pt>
                <c:pt idx="33">
                  <c:v>7</c:v>
                </c:pt>
                <c:pt idx="34">
                  <c:v>10</c:v>
                </c:pt>
                <c:pt idx="35">
                  <c:v>3</c:v>
                </c:pt>
                <c:pt idx="36">
                  <c:v>20</c:v>
                </c:pt>
                <c:pt idx="37">
                  <c:v>13</c:v>
                </c:pt>
                <c:pt idx="38">
                  <c:v>12</c:v>
                </c:pt>
                <c:pt idx="39">
                  <c:v>8</c:v>
                </c:pt>
                <c:pt idx="40">
                  <c:v>15</c:v>
                </c:pt>
                <c:pt idx="41">
                  <c:v>25</c:v>
                </c:pt>
                <c:pt idx="42">
                  <c:v>12</c:v>
                </c:pt>
                <c:pt idx="43">
                  <c:v>13</c:v>
                </c:pt>
                <c:pt idx="44">
                  <c:v>23</c:v>
                </c:pt>
                <c:pt idx="45">
                  <c:v>19</c:v>
                </c:pt>
                <c:pt idx="46">
                  <c:v>31</c:v>
                </c:pt>
                <c:pt idx="47">
                  <c:v>30</c:v>
                </c:pt>
                <c:pt idx="48">
                  <c:v>35</c:v>
                </c:pt>
                <c:pt idx="49">
                  <c:v>48</c:v>
                </c:pt>
                <c:pt idx="50">
                  <c:v>49</c:v>
                </c:pt>
                <c:pt idx="51">
                  <c:v>58</c:v>
                </c:pt>
                <c:pt idx="52">
                  <c:v>61</c:v>
                </c:pt>
                <c:pt idx="53">
                  <c:v>71</c:v>
                </c:pt>
                <c:pt idx="54">
                  <c:v>97</c:v>
                </c:pt>
                <c:pt idx="55">
                  <c:v>105</c:v>
                </c:pt>
                <c:pt idx="56">
                  <c:v>131</c:v>
                </c:pt>
                <c:pt idx="57">
                  <c:v>152</c:v>
                </c:pt>
                <c:pt idx="58">
                  <c:v>221</c:v>
                </c:pt>
                <c:pt idx="59">
                  <c:v>349</c:v>
                </c:pt>
                <c:pt idx="60">
                  <c:v>541</c:v>
                </c:pt>
                <c:pt idx="61">
                  <c:v>715</c:v>
                </c:pt>
                <c:pt idx="62">
                  <c:v>710</c:v>
                </c:pt>
                <c:pt idx="63">
                  <c:v>616</c:v>
                </c:pt>
                <c:pt idx="64">
                  <c:v>645</c:v>
                </c:pt>
                <c:pt idx="65">
                  <c:v>186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C3-422F-88BF-E2173BA61F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55940816"/>
        <c:axId val="1455944656"/>
      </c:lineChart>
      <c:catAx>
        <c:axId val="14559408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RELEASE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5944656"/>
        <c:crosses val="autoZero"/>
        <c:auto val="1"/>
        <c:lblAlgn val="ctr"/>
        <c:lblOffset val="100"/>
        <c:noMultiLvlLbl val="0"/>
      </c:catAx>
      <c:valAx>
        <c:axId val="1455944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NUMBER OF TITLES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594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2">
        <a:lumMod val="10000"/>
        <a:lumOff val="9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[CAPSTONE_PROJECT.xlsx]PIVOT TABLE AND CHARTS-2!PivotTable8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rgbClr val="C00000"/>
                </a:solidFill>
              </a:rPr>
              <a:t>Average IMDb Votes Over Time</a:t>
            </a:r>
            <a:endParaRPr lang="en-US" b="1">
              <a:solidFill>
                <a:srgbClr val="C00000"/>
              </a:solidFill>
            </a:endParaRPr>
          </a:p>
        </c:rich>
      </c:tx>
      <c:layout>
        <c:manualLayout>
          <c:xMode val="edge"/>
          <c:yMode val="edge"/>
          <c:x val="0.32427077865266846"/>
          <c:y val="1.38888888888888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0324759405074364"/>
          <c:y val="0.27235202337743042"/>
          <c:w val="0.6661968503937008"/>
          <c:h val="0.53394785034742198"/>
        </c:manualLayout>
      </c:layout>
      <c:lineChart>
        <c:grouping val="standard"/>
        <c:varyColors val="0"/>
        <c:ser>
          <c:idx val="0"/>
          <c:order val="0"/>
          <c:tx>
            <c:strRef>
              <c:f>'PIVOT TABLE AND CHARTS-2'!$L$1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'PIVOT TABLE AND CHARTS-2'!$K$2:$K$68</c:f>
              <c:strCache>
                <c:ptCount val="66"/>
                <c:pt idx="0">
                  <c:v>1953</c:v>
                </c:pt>
                <c:pt idx="1">
                  <c:v>1954</c:v>
                </c:pt>
                <c:pt idx="2">
                  <c:v>1956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  <c:pt idx="10">
                  <c:v>1966</c:v>
                </c:pt>
                <c:pt idx="11">
                  <c:v>1967</c:v>
                </c:pt>
                <c:pt idx="12">
                  <c:v>1968</c:v>
                </c:pt>
                <c:pt idx="13">
                  <c:v>1969</c:v>
                </c:pt>
                <c:pt idx="14">
                  <c:v>1971</c:v>
                </c:pt>
                <c:pt idx="15">
                  <c:v>1972</c:v>
                </c:pt>
                <c:pt idx="16">
                  <c:v>1973</c:v>
                </c:pt>
                <c:pt idx="17">
                  <c:v>1974</c:v>
                </c:pt>
                <c:pt idx="18">
                  <c:v>1975</c:v>
                </c:pt>
                <c:pt idx="19">
                  <c:v>1976</c:v>
                </c:pt>
                <c:pt idx="20">
                  <c:v>1977</c:v>
                </c:pt>
                <c:pt idx="21">
                  <c:v>1978</c:v>
                </c:pt>
                <c:pt idx="22">
                  <c:v>1979</c:v>
                </c:pt>
                <c:pt idx="23">
                  <c:v>1980</c:v>
                </c:pt>
                <c:pt idx="24">
                  <c:v>1981</c:v>
                </c:pt>
                <c:pt idx="25">
                  <c:v>1982</c:v>
                </c:pt>
                <c:pt idx="26">
                  <c:v>1983</c:v>
                </c:pt>
                <c:pt idx="27">
                  <c:v>1984</c:v>
                </c:pt>
                <c:pt idx="28">
                  <c:v>1985</c:v>
                </c:pt>
                <c:pt idx="29">
                  <c:v>1986</c:v>
                </c:pt>
                <c:pt idx="30">
                  <c:v>1987</c:v>
                </c:pt>
                <c:pt idx="31">
                  <c:v>1988</c:v>
                </c:pt>
                <c:pt idx="32">
                  <c:v>1989</c:v>
                </c:pt>
                <c:pt idx="33">
                  <c:v>1990</c:v>
                </c:pt>
                <c:pt idx="34">
                  <c:v>1991</c:v>
                </c:pt>
                <c:pt idx="35">
                  <c:v>1992</c:v>
                </c:pt>
                <c:pt idx="36">
                  <c:v>1993</c:v>
                </c:pt>
                <c:pt idx="37">
                  <c:v>1994</c:v>
                </c:pt>
                <c:pt idx="38">
                  <c:v>1995</c:v>
                </c:pt>
                <c:pt idx="39">
                  <c:v>1996</c:v>
                </c:pt>
                <c:pt idx="40">
                  <c:v>1997</c:v>
                </c:pt>
                <c:pt idx="41">
                  <c:v>1998</c:v>
                </c:pt>
                <c:pt idx="42">
                  <c:v>1999</c:v>
                </c:pt>
                <c:pt idx="43">
                  <c:v>2000</c:v>
                </c:pt>
                <c:pt idx="44">
                  <c:v>2001</c:v>
                </c:pt>
                <c:pt idx="45">
                  <c:v>2002</c:v>
                </c:pt>
                <c:pt idx="46">
                  <c:v>2003</c:v>
                </c:pt>
                <c:pt idx="47">
                  <c:v>2004</c:v>
                </c:pt>
                <c:pt idx="48">
                  <c:v>2005</c:v>
                </c:pt>
                <c:pt idx="49">
                  <c:v>2006</c:v>
                </c:pt>
                <c:pt idx="50">
                  <c:v>2007</c:v>
                </c:pt>
                <c:pt idx="51">
                  <c:v>2008</c:v>
                </c:pt>
                <c:pt idx="52">
                  <c:v>2009</c:v>
                </c:pt>
                <c:pt idx="53">
                  <c:v>2010</c:v>
                </c:pt>
                <c:pt idx="54">
                  <c:v>2011</c:v>
                </c:pt>
                <c:pt idx="55">
                  <c:v>2012</c:v>
                </c:pt>
                <c:pt idx="56">
                  <c:v>2013</c:v>
                </c:pt>
                <c:pt idx="57">
                  <c:v>2014</c:v>
                </c:pt>
                <c:pt idx="58">
                  <c:v>2015</c:v>
                </c:pt>
                <c:pt idx="59">
                  <c:v>2016</c:v>
                </c:pt>
                <c:pt idx="60">
                  <c:v>2017</c:v>
                </c:pt>
                <c:pt idx="61">
                  <c:v>2018</c:v>
                </c:pt>
                <c:pt idx="62">
                  <c:v>2019</c:v>
                </c:pt>
                <c:pt idx="63">
                  <c:v>2020</c:v>
                </c:pt>
                <c:pt idx="64">
                  <c:v>2021</c:v>
                </c:pt>
                <c:pt idx="65">
                  <c:v>2022</c:v>
                </c:pt>
              </c:strCache>
            </c:strRef>
          </c:cat>
          <c:val>
            <c:numRef>
              <c:f>'PIVOT TABLE AND CHARTS-2'!$L$2:$L$68</c:f>
              <c:numCache>
                <c:formatCode>General</c:formatCode>
                <c:ptCount val="66"/>
                <c:pt idx="0">
                  <c:v>231</c:v>
                </c:pt>
                <c:pt idx="1">
                  <c:v>21796</c:v>
                </c:pt>
                <c:pt idx="2">
                  <c:v>590</c:v>
                </c:pt>
                <c:pt idx="3">
                  <c:v>4385</c:v>
                </c:pt>
                <c:pt idx="4">
                  <c:v>78</c:v>
                </c:pt>
                <c:pt idx="5">
                  <c:v>82</c:v>
                </c:pt>
                <c:pt idx="6">
                  <c:v>50150</c:v>
                </c:pt>
                <c:pt idx="7">
                  <c:v>285</c:v>
                </c:pt>
                <c:pt idx="8">
                  <c:v>2470</c:v>
                </c:pt>
                <c:pt idx="9">
                  <c:v>94121</c:v>
                </c:pt>
                <c:pt idx="10">
                  <c:v>8196.5</c:v>
                </c:pt>
                <c:pt idx="11">
                  <c:v>111189</c:v>
                </c:pt>
                <c:pt idx="12">
                  <c:v>1117</c:v>
                </c:pt>
                <c:pt idx="13">
                  <c:v>36531.5</c:v>
                </c:pt>
                <c:pt idx="14">
                  <c:v>76800</c:v>
                </c:pt>
                <c:pt idx="15">
                  <c:v>411</c:v>
                </c:pt>
                <c:pt idx="16">
                  <c:v>195991.5</c:v>
                </c:pt>
                <c:pt idx="17">
                  <c:v>236</c:v>
                </c:pt>
                <c:pt idx="18">
                  <c:v>265491.5</c:v>
                </c:pt>
                <c:pt idx="19">
                  <c:v>265334.66666666669</c:v>
                </c:pt>
                <c:pt idx="20">
                  <c:v>2416</c:v>
                </c:pt>
                <c:pt idx="21">
                  <c:v>35</c:v>
                </c:pt>
                <c:pt idx="22">
                  <c:v>61581</c:v>
                </c:pt>
                <c:pt idx="23">
                  <c:v>20120.5</c:v>
                </c:pt>
                <c:pt idx="24">
                  <c:v>4376.666666666667</c:v>
                </c:pt>
                <c:pt idx="25">
                  <c:v>12235.875</c:v>
                </c:pt>
                <c:pt idx="26">
                  <c:v>28047</c:v>
                </c:pt>
                <c:pt idx="27">
                  <c:v>115672.8</c:v>
                </c:pt>
                <c:pt idx="28">
                  <c:v>6285</c:v>
                </c:pt>
                <c:pt idx="29">
                  <c:v>122853.16666666667</c:v>
                </c:pt>
                <c:pt idx="30">
                  <c:v>124297.83333333333</c:v>
                </c:pt>
                <c:pt idx="31">
                  <c:v>523.71428571428567</c:v>
                </c:pt>
                <c:pt idx="32">
                  <c:v>73195</c:v>
                </c:pt>
                <c:pt idx="33">
                  <c:v>35053.142857142855</c:v>
                </c:pt>
                <c:pt idx="34">
                  <c:v>14016.2</c:v>
                </c:pt>
                <c:pt idx="35">
                  <c:v>25080</c:v>
                </c:pt>
                <c:pt idx="36">
                  <c:v>35849.050000000003</c:v>
                </c:pt>
                <c:pt idx="37">
                  <c:v>166486.07692307694</c:v>
                </c:pt>
                <c:pt idx="38">
                  <c:v>43121.25</c:v>
                </c:pt>
                <c:pt idx="39">
                  <c:v>31199.5</c:v>
                </c:pt>
                <c:pt idx="40">
                  <c:v>129929.46666666666</c:v>
                </c:pt>
                <c:pt idx="41">
                  <c:v>110625.60000000001</c:v>
                </c:pt>
                <c:pt idx="42">
                  <c:v>41829.583333333336</c:v>
                </c:pt>
                <c:pt idx="43">
                  <c:v>64265.923076923078</c:v>
                </c:pt>
                <c:pt idx="44">
                  <c:v>59860.956521739128</c:v>
                </c:pt>
                <c:pt idx="45">
                  <c:v>68927.368421052626</c:v>
                </c:pt>
                <c:pt idx="46">
                  <c:v>113711.48387096774</c:v>
                </c:pt>
                <c:pt idx="47">
                  <c:v>44056</c:v>
                </c:pt>
                <c:pt idx="48">
                  <c:v>95764</c:v>
                </c:pt>
                <c:pt idx="49">
                  <c:v>66580.791666666672</c:v>
                </c:pt>
                <c:pt idx="50">
                  <c:v>70576.816326530607</c:v>
                </c:pt>
                <c:pt idx="51">
                  <c:v>73208.421052631573</c:v>
                </c:pt>
                <c:pt idx="52">
                  <c:v>58587.65</c:v>
                </c:pt>
                <c:pt idx="53">
                  <c:v>106435</c:v>
                </c:pt>
                <c:pt idx="54">
                  <c:v>64872.010526315789</c:v>
                </c:pt>
                <c:pt idx="55">
                  <c:v>57937.485714285714</c:v>
                </c:pt>
                <c:pt idx="56">
                  <c:v>44962.302325581397</c:v>
                </c:pt>
                <c:pt idx="57">
                  <c:v>33775.846666666665</c:v>
                </c:pt>
                <c:pt idx="58">
                  <c:v>27452.445454545454</c:v>
                </c:pt>
                <c:pt idx="59">
                  <c:v>18480.264367816093</c:v>
                </c:pt>
                <c:pt idx="60">
                  <c:v>16979.10185185185</c:v>
                </c:pt>
                <c:pt idx="61">
                  <c:v>9431.1842475386784</c:v>
                </c:pt>
                <c:pt idx="62">
                  <c:v>12020.49</c:v>
                </c:pt>
                <c:pt idx="63">
                  <c:v>10351.094999999999</c:v>
                </c:pt>
                <c:pt idx="64">
                  <c:v>10329.003164556962</c:v>
                </c:pt>
                <c:pt idx="65">
                  <c:v>6539.4561403508769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AB-45C1-8197-8A0F0E414A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67508656"/>
        <c:axId val="1467497616"/>
      </c:lineChart>
      <c:catAx>
        <c:axId val="14675086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RELEASE</a:t>
                </a:r>
                <a:r>
                  <a:rPr lang="en-IN" b="1" baseline="0">
                    <a:solidFill>
                      <a:schemeClr val="tx1"/>
                    </a:solidFill>
                  </a:rPr>
                  <a:t> YEAR</a:t>
                </a:r>
                <a:endParaRPr lang="en-IN" b="1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7497616"/>
        <c:crosses val="autoZero"/>
        <c:auto val="1"/>
        <c:lblAlgn val="ctr"/>
        <c:lblOffset val="100"/>
        <c:noMultiLvlLbl val="0"/>
      </c:catAx>
      <c:valAx>
        <c:axId val="1467497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>
                    <a:solidFill>
                      <a:schemeClr val="tx1"/>
                    </a:solidFill>
                  </a:rPr>
                  <a:t>IMDB_VOTES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7508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2">
        <a:lumMod val="10000"/>
        <a:lumOff val="9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rgbClr val="C00000"/>
                </a:solidFill>
              </a:rPr>
              <a:t>Runtime vs IMDb Score</a:t>
            </a:r>
            <a:endParaRPr lang="en-IN" b="1">
              <a:solidFill>
                <a:srgbClr val="C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515569824233836"/>
          <c:y val="0.11160513271169525"/>
          <c:w val="0.81922803885392836"/>
          <c:h val="0.51104722435078631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'PIVOT TABLE AND CHARTS-2'!$V$5:$V$5124</c:f>
              <c:numCache>
                <c:formatCode>General</c:formatCode>
                <c:ptCount val="5120"/>
                <c:pt idx="0">
                  <c:v>113</c:v>
                </c:pt>
                <c:pt idx="1">
                  <c:v>91</c:v>
                </c:pt>
                <c:pt idx="2">
                  <c:v>94</c:v>
                </c:pt>
                <c:pt idx="3">
                  <c:v>133</c:v>
                </c:pt>
                <c:pt idx="4">
                  <c:v>30</c:v>
                </c:pt>
                <c:pt idx="5">
                  <c:v>102</c:v>
                </c:pt>
                <c:pt idx="6">
                  <c:v>170</c:v>
                </c:pt>
                <c:pt idx="7">
                  <c:v>104</c:v>
                </c:pt>
                <c:pt idx="8">
                  <c:v>110</c:v>
                </c:pt>
                <c:pt idx="9">
                  <c:v>117</c:v>
                </c:pt>
                <c:pt idx="10">
                  <c:v>158</c:v>
                </c:pt>
                <c:pt idx="11">
                  <c:v>100</c:v>
                </c:pt>
                <c:pt idx="12">
                  <c:v>78</c:v>
                </c:pt>
                <c:pt idx="13">
                  <c:v>99</c:v>
                </c:pt>
                <c:pt idx="14">
                  <c:v>115</c:v>
                </c:pt>
                <c:pt idx="15">
                  <c:v>77</c:v>
                </c:pt>
                <c:pt idx="16">
                  <c:v>68</c:v>
                </c:pt>
                <c:pt idx="17">
                  <c:v>150</c:v>
                </c:pt>
                <c:pt idx="18">
                  <c:v>97</c:v>
                </c:pt>
                <c:pt idx="19">
                  <c:v>186</c:v>
                </c:pt>
                <c:pt idx="20">
                  <c:v>158</c:v>
                </c:pt>
                <c:pt idx="21">
                  <c:v>120</c:v>
                </c:pt>
                <c:pt idx="22">
                  <c:v>133</c:v>
                </c:pt>
                <c:pt idx="23">
                  <c:v>105</c:v>
                </c:pt>
                <c:pt idx="24">
                  <c:v>235</c:v>
                </c:pt>
                <c:pt idx="25">
                  <c:v>120</c:v>
                </c:pt>
                <c:pt idx="26">
                  <c:v>161</c:v>
                </c:pt>
                <c:pt idx="27">
                  <c:v>100</c:v>
                </c:pt>
                <c:pt idx="28">
                  <c:v>124</c:v>
                </c:pt>
                <c:pt idx="29">
                  <c:v>152</c:v>
                </c:pt>
                <c:pt idx="30">
                  <c:v>162</c:v>
                </c:pt>
                <c:pt idx="31">
                  <c:v>110</c:v>
                </c:pt>
                <c:pt idx="32">
                  <c:v>74</c:v>
                </c:pt>
                <c:pt idx="33">
                  <c:v>93</c:v>
                </c:pt>
                <c:pt idx="34">
                  <c:v>153</c:v>
                </c:pt>
                <c:pt idx="35">
                  <c:v>142</c:v>
                </c:pt>
                <c:pt idx="36">
                  <c:v>138</c:v>
                </c:pt>
                <c:pt idx="37">
                  <c:v>163</c:v>
                </c:pt>
                <c:pt idx="38">
                  <c:v>135</c:v>
                </c:pt>
                <c:pt idx="39">
                  <c:v>141</c:v>
                </c:pt>
                <c:pt idx="40">
                  <c:v>131</c:v>
                </c:pt>
                <c:pt idx="41">
                  <c:v>110</c:v>
                </c:pt>
                <c:pt idx="42">
                  <c:v>24</c:v>
                </c:pt>
                <c:pt idx="43">
                  <c:v>89</c:v>
                </c:pt>
                <c:pt idx="44">
                  <c:v>229</c:v>
                </c:pt>
                <c:pt idx="45">
                  <c:v>96</c:v>
                </c:pt>
                <c:pt idx="46">
                  <c:v>93</c:v>
                </c:pt>
                <c:pt idx="47">
                  <c:v>116</c:v>
                </c:pt>
                <c:pt idx="48">
                  <c:v>90</c:v>
                </c:pt>
                <c:pt idx="49">
                  <c:v>91</c:v>
                </c:pt>
                <c:pt idx="50">
                  <c:v>51</c:v>
                </c:pt>
                <c:pt idx="51">
                  <c:v>120</c:v>
                </c:pt>
                <c:pt idx="52">
                  <c:v>10</c:v>
                </c:pt>
                <c:pt idx="53">
                  <c:v>127</c:v>
                </c:pt>
                <c:pt idx="54">
                  <c:v>103</c:v>
                </c:pt>
                <c:pt idx="55">
                  <c:v>23</c:v>
                </c:pt>
                <c:pt idx="56">
                  <c:v>84</c:v>
                </c:pt>
                <c:pt idx="57">
                  <c:v>93</c:v>
                </c:pt>
                <c:pt idx="58">
                  <c:v>116</c:v>
                </c:pt>
                <c:pt idx="59">
                  <c:v>26</c:v>
                </c:pt>
                <c:pt idx="60">
                  <c:v>24</c:v>
                </c:pt>
                <c:pt idx="61">
                  <c:v>10</c:v>
                </c:pt>
                <c:pt idx="62">
                  <c:v>15</c:v>
                </c:pt>
                <c:pt idx="63">
                  <c:v>133</c:v>
                </c:pt>
                <c:pt idx="64">
                  <c:v>120</c:v>
                </c:pt>
                <c:pt idx="65">
                  <c:v>50</c:v>
                </c:pt>
                <c:pt idx="66">
                  <c:v>30</c:v>
                </c:pt>
                <c:pt idx="67">
                  <c:v>77</c:v>
                </c:pt>
                <c:pt idx="68">
                  <c:v>100</c:v>
                </c:pt>
                <c:pt idx="69">
                  <c:v>100</c:v>
                </c:pt>
                <c:pt idx="70">
                  <c:v>87</c:v>
                </c:pt>
                <c:pt idx="71">
                  <c:v>144</c:v>
                </c:pt>
                <c:pt idx="72">
                  <c:v>174</c:v>
                </c:pt>
                <c:pt idx="73">
                  <c:v>72</c:v>
                </c:pt>
                <c:pt idx="74">
                  <c:v>100</c:v>
                </c:pt>
                <c:pt idx="75">
                  <c:v>100</c:v>
                </c:pt>
                <c:pt idx="76">
                  <c:v>134</c:v>
                </c:pt>
                <c:pt idx="77">
                  <c:v>102</c:v>
                </c:pt>
                <c:pt idx="78">
                  <c:v>94</c:v>
                </c:pt>
                <c:pt idx="79">
                  <c:v>172</c:v>
                </c:pt>
                <c:pt idx="80">
                  <c:v>170</c:v>
                </c:pt>
                <c:pt idx="81">
                  <c:v>100</c:v>
                </c:pt>
                <c:pt idx="82">
                  <c:v>105</c:v>
                </c:pt>
                <c:pt idx="83">
                  <c:v>100</c:v>
                </c:pt>
                <c:pt idx="84">
                  <c:v>148</c:v>
                </c:pt>
                <c:pt idx="85">
                  <c:v>120</c:v>
                </c:pt>
                <c:pt idx="86">
                  <c:v>172</c:v>
                </c:pt>
                <c:pt idx="87">
                  <c:v>160</c:v>
                </c:pt>
                <c:pt idx="88">
                  <c:v>108</c:v>
                </c:pt>
                <c:pt idx="89">
                  <c:v>170</c:v>
                </c:pt>
                <c:pt idx="90">
                  <c:v>50</c:v>
                </c:pt>
                <c:pt idx="91">
                  <c:v>153</c:v>
                </c:pt>
                <c:pt idx="92">
                  <c:v>159</c:v>
                </c:pt>
                <c:pt idx="93">
                  <c:v>162</c:v>
                </c:pt>
                <c:pt idx="94">
                  <c:v>129</c:v>
                </c:pt>
                <c:pt idx="95">
                  <c:v>151</c:v>
                </c:pt>
                <c:pt idx="96">
                  <c:v>107</c:v>
                </c:pt>
                <c:pt idx="97">
                  <c:v>48</c:v>
                </c:pt>
                <c:pt idx="98">
                  <c:v>44</c:v>
                </c:pt>
                <c:pt idx="99">
                  <c:v>22</c:v>
                </c:pt>
                <c:pt idx="100">
                  <c:v>142</c:v>
                </c:pt>
                <c:pt idx="101">
                  <c:v>92</c:v>
                </c:pt>
                <c:pt idx="102">
                  <c:v>23</c:v>
                </c:pt>
                <c:pt idx="103">
                  <c:v>169</c:v>
                </c:pt>
                <c:pt idx="104">
                  <c:v>25</c:v>
                </c:pt>
                <c:pt idx="105">
                  <c:v>47</c:v>
                </c:pt>
                <c:pt idx="106">
                  <c:v>40</c:v>
                </c:pt>
                <c:pt idx="107">
                  <c:v>106</c:v>
                </c:pt>
                <c:pt idx="108">
                  <c:v>46</c:v>
                </c:pt>
                <c:pt idx="109">
                  <c:v>120</c:v>
                </c:pt>
                <c:pt idx="110">
                  <c:v>119</c:v>
                </c:pt>
                <c:pt idx="111">
                  <c:v>129</c:v>
                </c:pt>
                <c:pt idx="112">
                  <c:v>24</c:v>
                </c:pt>
                <c:pt idx="113">
                  <c:v>26</c:v>
                </c:pt>
                <c:pt idx="114">
                  <c:v>127</c:v>
                </c:pt>
                <c:pt idx="115">
                  <c:v>22</c:v>
                </c:pt>
                <c:pt idx="116">
                  <c:v>126</c:v>
                </c:pt>
                <c:pt idx="117">
                  <c:v>22</c:v>
                </c:pt>
                <c:pt idx="118">
                  <c:v>108</c:v>
                </c:pt>
                <c:pt idx="119">
                  <c:v>130</c:v>
                </c:pt>
                <c:pt idx="120">
                  <c:v>136</c:v>
                </c:pt>
                <c:pt idx="121">
                  <c:v>144</c:v>
                </c:pt>
                <c:pt idx="122">
                  <c:v>123</c:v>
                </c:pt>
                <c:pt idx="123">
                  <c:v>127</c:v>
                </c:pt>
                <c:pt idx="124">
                  <c:v>22</c:v>
                </c:pt>
                <c:pt idx="125">
                  <c:v>22</c:v>
                </c:pt>
                <c:pt idx="126">
                  <c:v>25</c:v>
                </c:pt>
                <c:pt idx="127">
                  <c:v>162</c:v>
                </c:pt>
                <c:pt idx="128">
                  <c:v>97</c:v>
                </c:pt>
                <c:pt idx="129">
                  <c:v>104</c:v>
                </c:pt>
                <c:pt idx="130">
                  <c:v>136</c:v>
                </c:pt>
                <c:pt idx="131">
                  <c:v>165</c:v>
                </c:pt>
                <c:pt idx="132">
                  <c:v>93</c:v>
                </c:pt>
                <c:pt idx="133">
                  <c:v>112</c:v>
                </c:pt>
                <c:pt idx="134">
                  <c:v>93</c:v>
                </c:pt>
                <c:pt idx="135">
                  <c:v>128</c:v>
                </c:pt>
                <c:pt idx="136">
                  <c:v>118</c:v>
                </c:pt>
                <c:pt idx="137">
                  <c:v>97</c:v>
                </c:pt>
                <c:pt idx="138">
                  <c:v>115</c:v>
                </c:pt>
                <c:pt idx="139">
                  <c:v>89</c:v>
                </c:pt>
                <c:pt idx="140">
                  <c:v>103</c:v>
                </c:pt>
                <c:pt idx="141">
                  <c:v>112</c:v>
                </c:pt>
                <c:pt idx="142">
                  <c:v>101</c:v>
                </c:pt>
                <c:pt idx="143">
                  <c:v>88</c:v>
                </c:pt>
                <c:pt idx="144">
                  <c:v>28</c:v>
                </c:pt>
                <c:pt idx="145">
                  <c:v>112</c:v>
                </c:pt>
                <c:pt idx="146">
                  <c:v>133</c:v>
                </c:pt>
                <c:pt idx="147">
                  <c:v>87</c:v>
                </c:pt>
                <c:pt idx="148">
                  <c:v>96</c:v>
                </c:pt>
                <c:pt idx="149">
                  <c:v>95</c:v>
                </c:pt>
                <c:pt idx="150">
                  <c:v>114</c:v>
                </c:pt>
                <c:pt idx="151">
                  <c:v>107</c:v>
                </c:pt>
                <c:pt idx="152">
                  <c:v>94</c:v>
                </c:pt>
                <c:pt idx="153">
                  <c:v>96</c:v>
                </c:pt>
                <c:pt idx="154">
                  <c:v>116</c:v>
                </c:pt>
                <c:pt idx="155">
                  <c:v>107</c:v>
                </c:pt>
                <c:pt idx="156">
                  <c:v>100</c:v>
                </c:pt>
                <c:pt idx="157">
                  <c:v>93</c:v>
                </c:pt>
                <c:pt idx="158">
                  <c:v>110</c:v>
                </c:pt>
                <c:pt idx="159">
                  <c:v>21</c:v>
                </c:pt>
                <c:pt idx="160">
                  <c:v>22</c:v>
                </c:pt>
                <c:pt idx="161">
                  <c:v>25</c:v>
                </c:pt>
                <c:pt idx="162">
                  <c:v>115</c:v>
                </c:pt>
                <c:pt idx="163">
                  <c:v>126</c:v>
                </c:pt>
                <c:pt idx="164">
                  <c:v>21</c:v>
                </c:pt>
                <c:pt idx="165">
                  <c:v>91</c:v>
                </c:pt>
                <c:pt idx="166">
                  <c:v>87</c:v>
                </c:pt>
                <c:pt idx="167">
                  <c:v>19</c:v>
                </c:pt>
                <c:pt idx="168">
                  <c:v>105</c:v>
                </c:pt>
                <c:pt idx="169">
                  <c:v>74</c:v>
                </c:pt>
                <c:pt idx="170">
                  <c:v>124</c:v>
                </c:pt>
                <c:pt idx="171">
                  <c:v>75</c:v>
                </c:pt>
                <c:pt idx="172">
                  <c:v>63</c:v>
                </c:pt>
                <c:pt idx="173">
                  <c:v>124</c:v>
                </c:pt>
                <c:pt idx="174">
                  <c:v>185</c:v>
                </c:pt>
                <c:pt idx="175">
                  <c:v>9</c:v>
                </c:pt>
                <c:pt idx="176">
                  <c:v>25</c:v>
                </c:pt>
                <c:pt idx="177">
                  <c:v>120</c:v>
                </c:pt>
                <c:pt idx="178">
                  <c:v>30</c:v>
                </c:pt>
                <c:pt idx="179">
                  <c:v>47</c:v>
                </c:pt>
                <c:pt idx="180">
                  <c:v>163</c:v>
                </c:pt>
                <c:pt idx="181">
                  <c:v>153</c:v>
                </c:pt>
                <c:pt idx="182">
                  <c:v>136</c:v>
                </c:pt>
                <c:pt idx="183">
                  <c:v>153</c:v>
                </c:pt>
                <c:pt idx="184">
                  <c:v>100</c:v>
                </c:pt>
                <c:pt idx="185">
                  <c:v>141</c:v>
                </c:pt>
                <c:pt idx="186">
                  <c:v>105</c:v>
                </c:pt>
                <c:pt idx="187">
                  <c:v>165</c:v>
                </c:pt>
                <c:pt idx="188">
                  <c:v>160</c:v>
                </c:pt>
                <c:pt idx="189">
                  <c:v>172</c:v>
                </c:pt>
                <c:pt idx="190">
                  <c:v>171</c:v>
                </c:pt>
                <c:pt idx="191">
                  <c:v>156</c:v>
                </c:pt>
                <c:pt idx="192">
                  <c:v>40</c:v>
                </c:pt>
                <c:pt idx="193">
                  <c:v>177</c:v>
                </c:pt>
                <c:pt idx="194">
                  <c:v>158</c:v>
                </c:pt>
                <c:pt idx="195">
                  <c:v>100</c:v>
                </c:pt>
                <c:pt idx="196">
                  <c:v>160</c:v>
                </c:pt>
                <c:pt idx="197">
                  <c:v>175</c:v>
                </c:pt>
                <c:pt idx="198">
                  <c:v>155</c:v>
                </c:pt>
                <c:pt idx="199">
                  <c:v>206</c:v>
                </c:pt>
                <c:pt idx="200">
                  <c:v>126</c:v>
                </c:pt>
                <c:pt idx="201">
                  <c:v>97</c:v>
                </c:pt>
                <c:pt idx="202">
                  <c:v>165</c:v>
                </c:pt>
                <c:pt idx="203">
                  <c:v>145</c:v>
                </c:pt>
                <c:pt idx="204">
                  <c:v>180</c:v>
                </c:pt>
                <c:pt idx="205">
                  <c:v>172</c:v>
                </c:pt>
                <c:pt idx="206">
                  <c:v>55</c:v>
                </c:pt>
                <c:pt idx="207">
                  <c:v>72</c:v>
                </c:pt>
                <c:pt idx="208">
                  <c:v>146</c:v>
                </c:pt>
                <c:pt idx="209">
                  <c:v>174</c:v>
                </c:pt>
                <c:pt idx="210">
                  <c:v>58</c:v>
                </c:pt>
                <c:pt idx="211">
                  <c:v>59</c:v>
                </c:pt>
                <c:pt idx="212">
                  <c:v>106</c:v>
                </c:pt>
                <c:pt idx="213">
                  <c:v>56</c:v>
                </c:pt>
                <c:pt idx="214">
                  <c:v>50</c:v>
                </c:pt>
                <c:pt idx="215">
                  <c:v>149</c:v>
                </c:pt>
                <c:pt idx="216">
                  <c:v>129</c:v>
                </c:pt>
                <c:pt idx="217">
                  <c:v>142</c:v>
                </c:pt>
                <c:pt idx="218">
                  <c:v>160</c:v>
                </c:pt>
                <c:pt idx="219">
                  <c:v>145</c:v>
                </c:pt>
                <c:pt idx="220">
                  <c:v>88</c:v>
                </c:pt>
                <c:pt idx="221">
                  <c:v>147</c:v>
                </c:pt>
                <c:pt idx="222">
                  <c:v>55</c:v>
                </c:pt>
                <c:pt idx="223">
                  <c:v>156</c:v>
                </c:pt>
                <c:pt idx="224">
                  <c:v>170</c:v>
                </c:pt>
                <c:pt idx="225">
                  <c:v>131</c:v>
                </c:pt>
                <c:pt idx="226">
                  <c:v>162</c:v>
                </c:pt>
                <c:pt idx="227">
                  <c:v>48</c:v>
                </c:pt>
                <c:pt idx="228">
                  <c:v>46</c:v>
                </c:pt>
                <c:pt idx="229">
                  <c:v>49</c:v>
                </c:pt>
                <c:pt idx="230">
                  <c:v>58</c:v>
                </c:pt>
                <c:pt idx="231">
                  <c:v>49</c:v>
                </c:pt>
                <c:pt idx="232">
                  <c:v>57</c:v>
                </c:pt>
                <c:pt idx="233">
                  <c:v>44</c:v>
                </c:pt>
                <c:pt idx="234">
                  <c:v>44</c:v>
                </c:pt>
                <c:pt idx="235">
                  <c:v>23</c:v>
                </c:pt>
                <c:pt idx="236">
                  <c:v>44</c:v>
                </c:pt>
                <c:pt idx="237">
                  <c:v>45</c:v>
                </c:pt>
                <c:pt idx="238">
                  <c:v>111</c:v>
                </c:pt>
                <c:pt idx="239">
                  <c:v>117</c:v>
                </c:pt>
                <c:pt idx="240">
                  <c:v>28</c:v>
                </c:pt>
                <c:pt idx="241">
                  <c:v>25</c:v>
                </c:pt>
                <c:pt idx="242">
                  <c:v>25</c:v>
                </c:pt>
                <c:pt idx="243">
                  <c:v>24</c:v>
                </c:pt>
                <c:pt idx="244">
                  <c:v>148</c:v>
                </c:pt>
                <c:pt idx="245">
                  <c:v>107</c:v>
                </c:pt>
                <c:pt idx="246">
                  <c:v>98</c:v>
                </c:pt>
                <c:pt idx="247">
                  <c:v>43</c:v>
                </c:pt>
                <c:pt idx="248">
                  <c:v>139</c:v>
                </c:pt>
                <c:pt idx="249">
                  <c:v>120</c:v>
                </c:pt>
                <c:pt idx="250">
                  <c:v>22</c:v>
                </c:pt>
                <c:pt idx="251">
                  <c:v>24</c:v>
                </c:pt>
                <c:pt idx="252">
                  <c:v>88</c:v>
                </c:pt>
                <c:pt idx="253">
                  <c:v>21</c:v>
                </c:pt>
                <c:pt idx="254">
                  <c:v>24</c:v>
                </c:pt>
                <c:pt idx="255">
                  <c:v>90</c:v>
                </c:pt>
                <c:pt idx="256">
                  <c:v>42</c:v>
                </c:pt>
                <c:pt idx="257">
                  <c:v>106</c:v>
                </c:pt>
                <c:pt idx="258">
                  <c:v>88</c:v>
                </c:pt>
                <c:pt idx="259">
                  <c:v>88</c:v>
                </c:pt>
                <c:pt idx="260">
                  <c:v>121</c:v>
                </c:pt>
                <c:pt idx="261">
                  <c:v>117</c:v>
                </c:pt>
                <c:pt idx="262">
                  <c:v>23</c:v>
                </c:pt>
                <c:pt idx="263">
                  <c:v>124</c:v>
                </c:pt>
                <c:pt idx="264">
                  <c:v>124</c:v>
                </c:pt>
                <c:pt idx="265">
                  <c:v>125</c:v>
                </c:pt>
                <c:pt idx="266">
                  <c:v>115</c:v>
                </c:pt>
                <c:pt idx="267">
                  <c:v>143</c:v>
                </c:pt>
                <c:pt idx="268">
                  <c:v>44</c:v>
                </c:pt>
                <c:pt idx="269">
                  <c:v>129</c:v>
                </c:pt>
                <c:pt idx="270">
                  <c:v>139</c:v>
                </c:pt>
                <c:pt idx="271">
                  <c:v>94</c:v>
                </c:pt>
                <c:pt idx="272">
                  <c:v>21</c:v>
                </c:pt>
                <c:pt idx="273">
                  <c:v>128</c:v>
                </c:pt>
                <c:pt idx="274">
                  <c:v>102</c:v>
                </c:pt>
                <c:pt idx="275">
                  <c:v>129</c:v>
                </c:pt>
                <c:pt idx="276">
                  <c:v>106</c:v>
                </c:pt>
                <c:pt idx="277">
                  <c:v>111</c:v>
                </c:pt>
                <c:pt idx="278">
                  <c:v>25</c:v>
                </c:pt>
                <c:pt idx="279">
                  <c:v>140</c:v>
                </c:pt>
                <c:pt idx="280">
                  <c:v>110</c:v>
                </c:pt>
                <c:pt idx="281">
                  <c:v>92</c:v>
                </c:pt>
                <c:pt idx="282">
                  <c:v>122</c:v>
                </c:pt>
                <c:pt idx="283">
                  <c:v>58</c:v>
                </c:pt>
                <c:pt idx="284">
                  <c:v>154</c:v>
                </c:pt>
                <c:pt idx="285">
                  <c:v>26</c:v>
                </c:pt>
                <c:pt idx="286">
                  <c:v>25</c:v>
                </c:pt>
                <c:pt idx="287">
                  <c:v>118</c:v>
                </c:pt>
                <c:pt idx="288">
                  <c:v>90</c:v>
                </c:pt>
                <c:pt idx="289">
                  <c:v>44</c:v>
                </c:pt>
                <c:pt idx="290">
                  <c:v>93</c:v>
                </c:pt>
                <c:pt idx="291">
                  <c:v>117</c:v>
                </c:pt>
                <c:pt idx="292">
                  <c:v>77</c:v>
                </c:pt>
                <c:pt idx="293">
                  <c:v>116</c:v>
                </c:pt>
                <c:pt idx="294">
                  <c:v>110</c:v>
                </c:pt>
                <c:pt idx="295">
                  <c:v>95</c:v>
                </c:pt>
                <c:pt idx="296">
                  <c:v>102</c:v>
                </c:pt>
                <c:pt idx="297">
                  <c:v>90</c:v>
                </c:pt>
                <c:pt idx="298">
                  <c:v>44</c:v>
                </c:pt>
                <c:pt idx="299">
                  <c:v>117</c:v>
                </c:pt>
                <c:pt idx="300">
                  <c:v>99</c:v>
                </c:pt>
                <c:pt idx="301">
                  <c:v>143</c:v>
                </c:pt>
                <c:pt idx="302">
                  <c:v>105</c:v>
                </c:pt>
                <c:pt idx="303">
                  <c:v>109</c:v>
                </c:pt>
                <c:pt idx="304">
                  <c:v>110</c:v>
                </c:pt>
                <c:pt idx="305">
                  <c:v>107</c:v>
                </c:pt>
                <c:pt idx="306">
                  <c:v>111</c:v>
                </c:pt>
                <c:pt idx="307">
                  <c:v>95</c:v>
                </c:pt>
                <c:pt idx="308">
                  <c:v>24</c:v>
                </c:pt>
                <c:pt idx="309">
                  <c:v>109</c:v>
                </c:pt>
                <c:pt idx="310">
                  <c:v>116</c:v>
                </c:pt>
                <c:pt idx="311">
                  <c:v>89</c:v>
                </c:pt>
                <c:pt idx="312">
                  <c:v>123</c:v>
                </c:pt>
                <c:pt idx="313">
                  <c:v>24</c:v>
                </c:pt>
                <c:pt idx="314">
                  <c:v>110</c:v>
                </c:pt>
                <c:pt idx="315">
                  <c:v>93</c:v>
                </c:pt>
                <c:pt idx="316">
                  <c:v>91</c:v>
                </c:pt>
                <c:pt idx="317">
                  <c:v>81</c:v>
                </c:pt>
                <c:pt idx="318">
                  <c:v>93</c:v>
                </c:pt>
                <c:pt idx="319">
                  <c:v>91</c:v>
                </c:pt>
                <c:pt idx="320">
                  <c:v>87</c:v>
                </c:pt>
                <c:pt idx="321">
                  <c:v>108</c:v>
                </c:pt>
                <c:pt idx="322">
                  <c:v>108</c:v>
                </c:pt>
                <c:pt idx="323">
                  <c:v>130</c:v>
                </c:pt>
                <c:pt idx="324">
                  <c:v>106</c:v>
                </c:pt>
                <c:pt idx="325">
                  <c:v>101</c:v>
                </c:pt>
                <c:pt idx="326">
                  <c:v>109</c:v>
                </c:pt>
                <c:pt idx="327">
                  <c:v>121</c:v>
                </c:pt>
                <c:pt idx="328">
                  <c:v>84</c:v>
                </c:pt>
                <c:pt idx="329">
                  <c:v>82</c:v>
                </c:pt>
                <c:pt idx="330">
                  <c:v>115</c:v>
                </c:pt>
                <c:pt idx="331">
                  <c:v>97</c:v>
                </c:pt>
                <c:pt idx="332">
                  <c:v>97</c:v>
                </c:pt>
                <c:pt idx="333">
                  <c:v>97</c:v>
                </c:pt>
                <c:pt idx="334">
                  <c:v>22</c:v>
                </c:pt>
                <c:pt idx="335">
                  <c:v>145</c:v>
                </c:pt>
                <c:pt idx="336">
                  <c:v>128</c:v>
                </c:pt>
                <c:pt idx="337">
                  <c:v>95</c:v>
                </c:pt>
                <c:pt idx="338">
                  <c:v>52</c:v>
                </c:pt>
                <c:pt idx="339">
                  <c:v>95</c:v>
                </c:pt>
                <c:pt idx="340">
                  <c:v>83</c:v>
                </c:pt>
                <c:pt idx="341">
                  <c:v>98</c:v>
                </c:pt>
                <c:pt idx="342">
                  <c:v>90</c:v>
                </c:pt>
                <c:pt idx="343">
                  <c:v>87</c:v>
                </c:pt>
                <c:pt idx="344">
                  <c:v>95</c:v>
                </c:pt>
                <c:pt idx="345">
                  <c:v>107</c:v>
                </c:pt>
                <c:pt idx="346">
                  <c:v>44</c:v>
                </c:pt>
                <c:pt idx="347">
                  <c:v>29</c:v>
                </c:pt>
                <c:pt idx="348">
                  <c:v>170</c:v>
                </c:pt>
                <c:pt idx="349">
                  <c:v>27</c:v>
                </c:pt>
                <c:pt idx="350">
                  <c:v>25</c:v>
                </c:pt>
                <c:pt idx="351">
                  <c:v>25</c:v>
                </c:pt>
                <c:pt idx="352">
                  <c:v>15</c:v>
                </c:pt>
                <c:pt idx="353">
                  <c:v>87</c:v>
                </c:pt>
                <c:pt idx="354">
                  <c:v>23</c:v>
                </c:pt>
                <c:pt idx="355">
                  <c:v>23</c:v>
                </c:pt>
                <c:pt idx="356">
                  <c:v>106</c:v>
                </c:pt>
                <c:pt idx="357">
                  <c:v>91</c:v>
                </c:pt>
                <c:pt idx="358">
                  <c:v>101</c:v>
                </c:pt>
                <c:pt idx="359">
                  <c:v>121</c:v>
                </c:pt>
                <c:pt idx="360">
                  <c:v>64</c:v>
                </c:pt>
                <c:pt idx="361">
                  <c:v>23</c:v>
                </c:pt>
                <c:pt idx="362">
                  <c:v>97</c:v>
                </c:pt>
                <c:pt idx="363">
                  <c:v>25</c:v>
                </c:pt>
                <c:pt idx="364">
                  <c:v>91</c:v>
                </c:pt>
                <c:pt idx="365">
                  <c:v>132</c:v>
                </c:pt>
                <c:pt idx="366">
                  <c:v>96</c:v>
                </c:pt>
                <c:pt idx="367">
                  <c:v>97</c:v>
                </c:pt>
                <c:pt idx="368">
                  <c:v>141</c:v>
                </c:pt>
                <c:pt idx="369">
                  <c:v>30</c:v>
                </c:pt>
                <c:pt idx="370">
                  <c:v>115</c:v>
                </c:pt>
                <c:pt idx="371">
                  <c:v>84</c:v>
                </c:pt>
                <c:pt idx="372">
                  <c:v>129</c:v>
                </c:pt>
                <c:pt idx="373">
                  <c:v>96</c:v>
                </c:pt>
                <c:pt idx="374">
                  <c:v>7</c:v>
                </c:pt>
                <c:pt idx="375">
                  <c:v>118</c:v>
                </c:pt>
                <c:pt idx="376">
                  <c:v>224</c:v>
                </c:pt>
                <c:pt idx="377">
                  <c:v>94</c:v>
                </c:pt>
                <c:pt idx="378">
                  <c:v>22</c:v>
                </c:pt>
                <c:pt idx="379">
                  <c:v>88</c:v>
                </c:pt>
                <c:pt idx="380">
                  <c:v>100</c:v>
                </c:pt>
                <c:pt idx="381">
                  <c:v>24</c:v>
                </c:pt>
                <c:pt idx="382">
                  <c:v>101</c:v>
                </c:pt>
                <c:pt idx="383">
                  <c:v>11</c:v>
                </c:pt>
                <c:pt idx="384">
                  <c:v>84</c:v>
                </c:pt>
                <c:pt idx="385">
                  <c:v>92</c:v>
                </c:pt>
                <c:pt idx="386">
                  <c:v>86</c:v>
                </c:pt>
                <c:pt idx="387">
                  <c:v>22</c:v>
                </c:pt>
                <c:pt idx="388">
                  <c:v>26</c:v>
                </c:pt>
                <c:pt idx="389">
                  <c:v>93</c:v>
                </c:pt>
                <c:pt idx="390">
                  <c:v>108</c:v>
                </c:pt>
                <c:pt idx="391">
                  <c:v>6</c:v>
                </c:pt>
                <c:pt idx="392">
                  <c:v>165</c:v>
                </c:pt>
                <c:pt idx="393">
                  <c:v>55</c:v>
                </c:pt>
                <c:pt idx="394">
                  <c:v>45</c:v>
                </c:pt>
                <c:pt idx="395">
                  <c:v>23</c:v>
                </c:pt>
                <c:pt idx="396">
                  <c:v>103</c:v>
                </c:pt>
                <c:pt idx="397">
                  <c:v>44</c:v>
                </c:pt>
                <c:pt idx="398">
                  <c:v>35</c:v>
                </c:pt>
                <c:pt idx="399">
                  <c:v>78</c:v>
                </c:pt>
                <c:pt idx="400">
                  <c:v>18</c:v>
                </c:pt>
                <c:pt idx="401">
                  <c:v>24</c:v>
                </c:pt>
                <c:pt idx="402">
                  <c:v>103</c:v>
                </c:pt>
                <c:pt idx="403">
                  <c:v>61</c:v>
                </c:pt>
                <c:pt idx="404">
                  <c:v>24</c:v>
                </c:pt>
                <c:pt idx="405">
                  <c:v>14</c:v>
                </c:pt>
                <c:pt idx="406">
                  <c:v>17</c:v>
                </c:pt>
                <c:pt idx="407">
                  <c:v>106</c:v>
                </c:pt>
                <c:pt idx="408">
                  <c:v>22</c:v>
                </c:pt>
                <c:pt idx="409">
                  <c:v>46</c:v>
                </c:pt>
                <c:pt idx="410">
                  <c:v>107</c:v>
                </c:pt>
                <c:pt idx="411">
                  <c:v>82</c:v>
                </c:pt>
                <c:pt idx="412">
                  <c:v>90</c:v>
                </c:pt>
                <c:pt idx="413">
                  <c:v>114</c:v>
                </c:pt>
                <c:pt idx="414">
                  <c:v>99</c:v>
                </c:pt>
                <c:pt idx="415">
                  <c:v>21</c:v>
                </c:pt>
                <c:pt idx="416">
                  <c:v>109</c:v>
                </c:pt>
                <c:pt idx="417">
                  <c:v>25</c:v>
                </c:pt>
                <c:pt idx="418">
                  <c:v>25</c:v>
                </c:pt>
                <c:pt idx="419">
                  <c:v>9</c:v>
                </c:pt>
                <c:pt idx="420">
                  <c:v>104</c:v>
                </c:pt>
                <c:pt idx="421">
                  <c:v>210</c:v>
                </c:pt>
                <c:pt idx="422">
                  <c:v>94</c:v>
                </c:pt>
                <c:pt idx="423">
                  <c:v>95</c:v>
                </c:pt>
                <c:pt idx="424">
                  <c:v>76</c:v>
                </c:pt>
                <c:pt idx="425">
                  <c:v>89</c:v>
                </c:pt>
                <c:pt idx="426">
                  <c:v>213</c:v>
                </c:pt>
                <c:pt idx="427">
                  <c:v>71</c:v>
                </c:pt>
                <c:pt idx="428">
                  <c:v>20</c:v>
                </c:pt>
                <c:pt idx="429">
                  <c:v>162</c:v>
                </c:pt>
                <c:pt idx="430">
                  <c:v>138</c:v>
                </c:pt>
                <c:pt idx="431">
                  <c:v>44</c:v>
                </c:pt>
                <c:pt idx="432">
                  <c:v>85</c:v>
                </c:pt>
                <c:pt idx="433">
                  <c:v>116</c:v>
                </c:pt>
                <c:pt idx="434">
                  <c:v>82</c:v>
                </c:pt>
                <c:pt idx="435">
                  <c:v>43</c:v>
                </c:pt>
                <c:pt idx="436">
                  <c:v>12</c:v>
                </c:pt>
                <c:pt idx="437">
                  <c:v>76</c:v>
                </c:pt>
                <c:pt idx="438">
                  <c:v>88</c:v>
                </c:pt>
                <c:pt idx="439">
                  <c:v>90</c:v>
                </c:pt>
                <c:pt idx="440">
                  <c:v>22</c:v>
                </c:pt>
                <c:pt idx="441">
                  <c:v>97</c:v>
                </c:pt>
                <c:pt idx="442">
                  <c:v>95</c:v>
                </c:pt>
                <c:pt idx="443">
                  <c:v>96</c:v>
                </c:pt>
                <c:pt idx="444">
                  <c:v>44</c:v>
                </c:pt>
                <c:pt idx="445">
                  <c:v>97</c:v>
                </c:pt>
                <c:pt idx="446">
                  <c:v>107</c:v>
                </c:pt>
                <c:pt idx="447">
                  <c:v>172</c:v>
                </c:pt>
                <c:pt idx="448">
                  <c:v>85</c:v>
                </c:pt>
                <c:pt idx="449">
                  <c:v>92</c:v>
                </c:pt>
                <c:pt idx="450">
                  <c:v>89</c:v>
                </c:pt>
                <c:pt idx="451">
                  <c:v>96</c:v>
                </c:pt>
                <c:pt idx="452">
                  <c:v>72</c:v>
                </c:pt>
                <c:pt idx="453">
                  <c:v>85</c:v>
                </c:pt>
                <c:pt idx="454">
                  <c:v>137</c:v>
                </c:pt>
                <c:pt idx="455">
                  <c:v>21</c:v>
                </c:pt>
                <c:pt idx="456">
                  <c:v>14</c:v>
                </c:pt>
                <c:pt idx="457">
                  <c:v>100</c:v>
                </c:pt>
                <c:pt idx="458">
                  <c:v>183</c:v>
                </c:pt>
                <c:pt idx="459">
                  <c:v>101</c:v>
                </c:pt>
                <c:pt idx="460">
                  <c:v>94</c:v>
                </c:pt>
                <c:pt idx="461">
                  <c:v>99</c:v>
                </c:pt>
                <c:pt idx="462">
                  <c:v>128</c:v>
                </c:pt>
                <c:pt idx="463">
                  <c:v>72</c:v>
                </c:pt>
                <c:pt idx="464">
                  <c:v>85</c:v>
                </c:pt>
                <c:pt idx="465">
                  <c:v>90</c:v>
                </c:pt>
                <c:pt idx="466">
                  <c:v>95</c:v>
                </c:pt>
                <c:pt idx="467">
                  <c:v>90</c:v>
                </c:pt>
                <c:pt idx="468">
                  <c:v>97</c:v>
                </c:pt>
                <c:pt idx="469">
                  <c:v>48</c:v>
                </c:pt>
                <c:pt idx="470">
                  <c:v>178</c:v>
                </c:pt>
                <c:pt idx="471">
                  <c:v>144</c:v>
                </c:pt>
                <c:pt idx="472">
                  <c:v>105</c:v>
                </c:pt>
                <c:pt idx="473">
                  <c:v>60</c:v>
                </c:pt>
                <c:pt idx="474">
                  <c:v>95</c:v>
                </c:pt>
                <c:pt idx="475">
                  <c:v>160</c:v>
                </c:pt>
                <c:pt idx="476">
                  <c:v>100</c:v>
                </c:pt>
                <c:pt idx="477">
                  <c:v>114</c:v>
                </c:pt>
                <c:pt idx="478">
                  <c:v>155</c:v>
                </c:pt>
                <c:pt idx="479">
                  <c:v>94</c:v>
                </c:pt>
                <c:pt idx="480">
                  <c:v>157</c:v>
                </c:pt>
                <c:pt idx="481">
                  <c:v>9</c:v>
                </c:pt>
                <c:pt idx="482">
                  <c:v>189</c:v>
                </c:pt>
                <c:pt idx="483">
                  <c:v>127</c:v>
                </c:pt>
                <c:pt idx="484">
                  <c:v>116</c:v>
                </c:pt>
                <c:pt idx="485">
                  <c:v>94</c:v>
                </c:pt>
                <c:pt idx="486">
                  <c:v>141</c:v>
                </c:pt>
                <c:pt idx="487">
                  <c:v>186</c:v>
                </c:pt>
                <c:pt idx="488">
                  <c:v>189</c:v>
                </c:pt>
                <c:pt idx="489">
                  <c:v>115</c:v>
                </c:pt>
                <c:pt idx="490">
                  <c:v>3</c:v>
                </c:pt>
                <c:pt idx="491">
                  <c:v>126</c:v>
                </c:pt>
                <c:pt idx="492">
                  <c:v>225</c:v>
                </c:pt>
                <c:pt idx="493">
                  <c:v>126</c:v>
                </c:pt>
                <c:pt idx="494">
                  <c:v>104</c:v>
                </c:pt>
                <c:pt idx="495">
                  <c:v>193</c:v>
                </c:pt>
                <c:pt idx="496">
                  <c:v>143</c:v>
                </c:pt>
                <c:pt idx="497">
                  <c:v>42</c:v>
                </c:pt>
                <c:pt idx="498">
                  <c:v>110</c:v>
                </c:pt>
                <c:pt idx="499">
                  <c:v>175</c:v>
                </c:pt>
                <c:pt idx="500">
                  <c:v>135</c:v>
                </c:pt>
                <c:pt idx="501">
                  <c:v>72</c:v>
                </c:pt>
                <c:pt idx="502">
                  <c:v>57</c:v>
                </c:pt>
                <c:pt idx="503">
                  <c:v>137</c:v>
                </c:pt>
                <c:pt idx="504">
                  <c:v>88</c:v>
                </c:pt>
                <c:pt idx="505">
                  <c:v>89</c:v>
                </c:pt>
                <c:pt idx="506">
                  <c:v>110</c:v>
                </c:pt>
                <c:pt idx="507">
                  <c:v>11</c:v>
                </c:pt>
                <c:pt idx="508">
                  <c:v>58</c:v>
                </c:pt>
                <c:pt idx="509">
                  <c:v>85</c:v>
                </c:pt>
                <c:pt idx="510">
                  <c:v>26</c:v>
                </c:pt>
                <c:pt idx="511">
                  <c:v>99</c:v>
                </c:pt>
                <c:pt idx="512">
                  <c:v>132</c:v>
                </c:pt>
                <c:pt idx="513">
                  <c:v>166</c:v>
                </c:pt>
                <c:pt idx="514">
                  <c:v>179</c:v>
                </c:pt>
                <c:pt idx="515">
                  <c:v>110</c:v>
                </c:pt>
                <c:pt idx="516">
                  <c:v>85</c:v>
                </c:pt>
                <c:pt idx="517">
                  <c:v>141</c:v>
                </c:pt>
                <c:pt idx="518">
                  <c:v>118</c:v>
                </c:pt>
                <c:pt idx="519">
                  <c:v>49</c:v>
                </c:pt>
                <c:pt idx="520">
                  <c:v>99</c:v>
                </c:pt>
                <c:pt idx="521">
                  <c:v>67</c:v>
                </c:pt>
                <c:pt idx="522">
                  <c:v>135</c:v>
                </c:pt>
                <c:pt idx="523">
                  <c:v>44</c:v>
                </c:pt>
                <c:pt idx="524">
                  <c:v>72</c:v>
                </c:pt>
                <c:pt idx="525">
                  <c:v>127</c:v>
                </c:pt>
                <c:pt idx="526">
                  <c:v>155</c:v>
                </c:pt>
                <c:pt idx="527">
                  <c:v>95</c:v>
                </c:pt>
                <c:pt idx="528">
                  <c:v>43</c:v>
                </c:pt>
                <c:pt idx="529">
                  <c:v>173</c:v>
                </c:pt>
                <c:pt idx="530">
                  <c:v>108</c:v>
                </c:pt>
                <c:pt idx="531">
                  <c:v>22</c:v>
                </c:pt>
                <c:pt idx="532">
                  <c:v>29</c:v>
                </c:pt>
                <c:pt idx="533">
                  <c:v>85</c:v>
                </c:pt>
                <c:pt idx="534">
                  <c:v>165</c:v>
                </c:pt>
                <c:pt idx="535">
                  <c:v>137</c:v>
                </c:pt>
                <c:pt idx="536">
                  <c:v>94</c:v>
                </c:pt>
                <c:pt idx="537">
                  <c:v>155</c:v>
                </c:pt>
                <c:pt idx="538">
                  <c:v>135</c:v>
                </c:pt>
                <c:pt idx="539">
                  <c:v>56</c:v>
                </c:pt>
                <c:pt idx="540">
                  <c:v>150</c:v>
                </c:pt>
                <c:pt idx="541">
                  <c:v>167</c:v>
                </c:pt>
                <c:pt idx="542">
                  <c:v>109</c:v>
                </c:pt>
                <c:pt idx="543">
                  <c:v>161</c:v>
                </c:pt>
                <c:pt idx="544">
                  <c:v>110</c:v>
                </c:pt>
                <c:pt idx="545">
                  <c:v>131</c:v>
                </c:pt>
                <c:pt idx="546">
                  <c:v>167</c:v>
                </c:pt>
                <c:pt idx="547">
                  <c:v>104</c:v>
                </c:pt>
                <c:pt idx="548">
                  <c:v>186</c:v>
                </c:pt>
                <c:pt idx="549">
                  <c:v>60</c:v>
                </c:pt>
                <c:pt idx="550">
                  <c:v>95</c:v>
                </c:pt>
                <c:pt idx="551">
                  <c:v>97</c:v>
                </c:pt>
                <c:pt idx="552">
                  <c:v>146</c:v>
                </c:pt>
                <c:pt idx="553">
                  <c:v>153</c:v>
                </c:pt>
                <c:pt idx="554">
                  <c:v>138</c:v>
                </c:pt>
                <c:pt idx="555">
                  <c:v>124</c:v>
                </c:pt>
                <c:pt idx="556">
                  <c:v>44</c:v>
                </c:pt>
                <c:pt idx="557">
                  <c:v>169</c:v>
                </c:pt>
                <c:pt idx="558">
                  <c:v>122</c:v>
                </c:pt>
                <c:pt idx="559">
                  <c:v>119</c:v>
                </c:pt>
                <c:pt idx="560">
                  <c:v>161</c:v>
                </c:pt>
                <c:pt idx="561">
                  <c:v>113</c:v>
                </c:pt>
                <c:pt idx="562">
                  <c:v>100</c:v>
                </c:pt>
                <c:pt idx="563">
                  <c:v>116</c:v>
                </c:pt>
                <c:pt idx="564">
                  <c:v>160</c:v>
                </c:pt>
                <c:pt idx="565">
                  <c:v>157</c:v>
                </c:pt>
                <c:pt idx="566">
                  <c:v>175</c:v>
                </c:pt>
                <c:pt idx="567">
                  <c:v>119</c:v>
                </c:pt>
                <c:pt idx="568">
                  <c:v>99</c:v>
                </c:pt>
                <c:pt idx="569">
                  <c:v>56</c:v>
                </c:pt>
                <c:pt idx="570">
                  <c:v>145</c:v>
                </c:pt>
                <c:pt idx="571">
                  <c:v>44</c:v>
                </c:pt>
                <c:pt idx="572">
                  <c:v>155</c:v>
                </c:pt>
                <c:pt idx="573">
                  <c:v>98</c:v>
                </c:pt>
                <c:pt idx="574">
                  <c:v>161</c:v>
                </c:pt>
                <c:pt idx="575">
                  <c:v>138</c:v>
                </c:pt>
                <c:pt idx="576">
                  <c:v>60</c:v>
                </c:pt>
                <c:pt idx="577">
                  <c:v>115</c:v>
                </c:pt>
                <c:pt idx="578">
                  <c:v>109</c:v>
                </c:pt>
                <c:pt idx="579">
                  <c:v>167</c:v>
                </c:pt>
                <c:pt idx="580">
                  <c:v>49</c:v>
                </c:pt>
                <c:pt idx="581">
                  <c:v>97</c:v>
                </c:pt>
                <c:pt idx="582">
                  <c:v>137</c:v>
                </c:pt>
                <c:pt idx="583">
                  <c:v>144</c:v>
                </c:pt>
                <c:pt idx="584">
                  <c:v>113</c:v>
                </c:pt>
                <c:pt idx="585">
                  <c:v>144</c:v>
                </c:pt>
                <c:pt idx="586">
                  <c:v>103</c:v>
                </c:pt>
                <c:pt idx="587">
                  <c:v>95</c:v>
                </c:pt>
                <c:pt idx="588">
                  <c:v>117</c:v>
                </c:pt>
                <c:pt idx="589">
                  <c:v>20</c:v>
                </c:pt>
                <c:pt idx="590">
                  <c:v>124</c:v>
                </c:pt>
                <c:pt idx="591">
                  <c:v>59</c:v>
                </c:pt>
                <c:pt idx="592">
                  <c:v>141</c:v>
                </c:pt>
                <c:pt idx="593">
                  <c:v>129</c:v>
                </c:pt>
                <c:pt idx="594">
                  <c:v>130</c:v>
                </c:pt>
                <c:pt idx="595">
                  <c:v>134</c:v>
                </c:pt>
                <c:pt idx="596">
                  <c:v>88</c:v>
                </c:pt>
                <c:pt idx="597">
                  <c:v>149</c:v>
                </c:pt>
                <c:pt idx="598">
                  <c:v>80</c:v>
                </c:pt>
                <c:pt idx="599">
                  <c:v>142</c:v>
                </c:pt>
                <c:pt idx="600">
                  <c:v>90</c:v>
                </c:pt>
                <c:pt idx="601">
                  <c:v>120</c:v>
                </c:pt>
                <c:pt idx="602">
                  <c:v>115</c:v>
                </c:pt>
                <c:pt idx="603">
                  <c:v>73</c:v>
                </c:pt>
                <c:pt idx="604">
                  <c:v>127</c:v>
                </c:pt>
                <c:pt idx="605">
                  <c:v>105</c:v>
                </c:pt>
                <c:pt idx="606">
                  <c:v>121</c:v>
                </c:pt>
                <c:pt idx="607">
                  <c:v>57</c:v>
                </c:pt>
                <c:pt idx="608">
                  <c:v>98</c:v>
                </c:pt>
                <c:pt idx="609">
                  <c:v>80</c:v>
                </c:pt>
                <c:pt idx="610">
                  <c:v>160</c:v>
                </c:pt>
                <c:pt idx="611">
                  <c:v>117</c:v>
                </c:pt>
                <c:pt idx="612">
                  <c:v>105</c:v>
                </c:pt>
                <c:pt idx="613">
                  <c:v>117</c:v>
                </c:pt>
                <c:pt idx="614">
                  <c:v>112</c:v>
                </c:pt>
                <c:pt idx="615">
                  <c:v>95</c:v>
                </c:pt>
                <c:pt idx="616">
                  <c:v>145</c:v>
                </c:pt>
                <c:pt idx="617">
                  <c:v>48</c:v>
                </c:pt>
                <c:pt idx="618">
                  <c:v>90</c:v>
                </c:pt>
                <c:pt idx="619">
                  <c:v>44</c:v>
                </c:pt>
                <c:pt idx="620">
                  <c:v>110</c:v>
                </c:pt>
                <c:pt idx="621">
                  <c:v>135</c:v>
                </c:pt>
                <c:pt idx="622">
                  <c:v>90</c:v>
                </c:pt>
                <c:pt idx="623">
                  <c:v>110</c:v>
                </c:pt>
                <c:pt idx="624">
                  <c:v>37</c:v>
                </c:pt>
                <c:pt idx="625">
                  <c:v>110</c:v>
                </c:pt>
                <c:pt idx="626">
                  <c:v>96</c:v>
                </c:pt>
                <c:pt idx="627">
                  <c:v>142</c:v>
                </c:pt>
                <c:pt idx="628">
                  <c:v>192</c:v>
                </c:pt>
                <c:pt idx="629">
                  <c:v>120</c:v>
                </c:pt>
                <c:pt idx="630">
                  <c:v>127</c:v>
                </c:pt>
                <c:pt idx="631">
                  <c:v>44</c:v>
                </c:pt>
                <c:pt idx="632">
                  <c:v>125</c:v>
                </c:pt>
                <c:pt idx="633">
                  <c:v>122</c:v>
                </c:pt>
                <c:pt idx="634">
                  <c:v>44</c:v>
                </c:pt>
                <c:pt idx="635">
                  <c:v>44</c:v>
                </c:pt>
                <c:pt idx="636">
                  <c:v>100</c:v>
                </c:pt>
                <c:pt idx="637">
                  <c:v>110</c:v>
                </c:pt>
                <c:pt idx="638">
                  <c:v>106</c:v>
                </c:pt>
                <c:pt idx="639">
                  <c:v>59</c:v>
                </c:pt>
                <c:pt idx="640">
                  <c:v>148</c:v>
                </c:pt>
                <c:pt idx="641">
                  <c:v>105</c:v>
                </c:pt>
                <c:pt idx="642">
                  <c:v>15</c:v>
                </c:pt>
                <c:pt idx="643">
                  <c:v>44</c:v>
                </c:pt>
                <c:pt idx="644">
                  <c:v>65</c:v>
                </c:pt>
                <c:pt idx="645">
                  <c:v>104</c:v>
                </c:pt>
                <c:pt idx="646">
                  <c:v>69</c:v>
                </c:pt>
                <c:pt idx="647">
                  <c:v>45</c:v>
                </c:pt>
                <c:pt idx="648">
                  <c:v>95</c:v>
                </c:pt>
                <c:pt idx="649">
                  <c:v>91</c:v>
                </c:pt>
                <c:pt idx="650">
                  <c:v>121</c:v>
                </c:pt>
                <c:pt idx="651">
                  <c:v>182</c:v>
                </c:pt>
                <c:pt idx="652">
                  <c:v>56</c:v>
                </c:pt>
                <c:pt idx="653">
                  <c:v>95</c:v>
                </c:pt>
                <c:pt idx="654">
                  <c:v>118</c:v>
                </c:pt>
                <c:pt idx="655">
                  <c:v>21</c:v>
                </c:pt>
                <c:pt idx="656">
                  <c:v>59</c:v>
                </c:pt>
                <c:pt idx="657">
                  <c:v>107</c:v>
                </c:pt>
                <c:pt idx="658">
                  <c:v>165</c:v>
                </c:pt>
                <c:pt idx="659">
                  <c:v>53</c:v>
                </c:pt>
                <c:pt idx="660">
                  <c:v>119</c:v>
                </c:pt>
                <c:pt idx="661">
                  <c:v>54</c:v>
                </c:pt>
                <c:pt idx="662">
                  <c:v>21</c:v>
                </c:pt>
                <c:pt idx="663">
                  <c:v>120</c:v>
                </c:pt>
                <c:pt idx="664">
                  <c:v>59</c:v>
                </c:pt>
                <c:pt idx="665">
                  <c:v>94</c:v>
                </c:pt>
                <c:pt idx="666">
                  <c:v>42</c:v>
                </c:pt>
                <c:pt idx="667">
                  <c:v>48</c:v>
                </c:pt>
                <c:pt idx="668">
                  <c:v>140</c:v>
                </c:pt>
                <c:pt idx="669">
                  <c:v>23</c:v>
                </c:pt>
                <c:pt idx="670">
                  <c:v>157</c:v>
                </c:pt>
                <c:pt idx="671">
                  <c:v>42</c:v>
                </c:pt>
                <c:pt idx="672">
                  <c:v>158</c:v>
                </c:pt>
                <c:pt idx="673">
                  <c:v>106</c:v>
                </c:pt>
                <c:pt idx="674">
                  <c:v>131</c:v>
                </c:pt>
                <c:pt idx="675">
                  <c:v>104</c:v>
                </c:pt>
                <c:pt idx="676">
                  <c:v>117</c:v>
                </c:pt>
                <c:pt idx="677">
                  <c:v>113</c:v>
                </c:pt>
                <c:pt idx="678">
                  <c:v>129</c:v>
                </c:pt>
                <c:pt idx="679">
                  <c:v>122</c:v>
                </c:pt>
                <c:pt idx="680">
                  <c:v>23</c:v>
                </c:pt>
                <c:pt idx="681">
                  <c:v>23</c:v>
                </c:pt>
                <c:pt idx="682">
                  <c:v>110</c:v>
                </c:pt>
                <c:pt idx="683">
                  <c:v>51</c:v>
                </c:pt>
                <c:pt idx="684">
                  <c:v>17</c:v>
                </c:pt>
                <c:pt idx="685">
                  <c:v>120</c:v>
                </c:pt>
                <c:pt idx="686">
                  <c:v>24</c:v>
                </c:pt>
                <c:pt idx="687">
                  <c:v>88</c:v>
                </c:pt>
                <c:pt idx="688">
                  <c:v>76</c:v>
                </c:pt>
                <c:pt idx="689">
                  <c:v>112</c:v>
                </c:pt>
                <c:pt idx="690">
                  <c:v>22</c:v>
                </c:pt>
                <c:pt idx="691">
                  <c:v>92</c:v>
                </c:pt>
                <c:pt idx="692">
                  <c:v>79</c:v>
                </c:pt>
                <c:pt idx="693">
                  <c:v>131</c:v>
                </c:pt>
                <c:pt idx="694">
                  <c:v>41</c:v>
                </c:pt>
                <c:pt idx="695">
                  <c:v>105</c:v>
                </c:pt>
                <c:pt idx="696">
                  <c:v>20</c:v>
                </c:pt>
                <c:pt idx="697">
                  <c:v>45</c:v>
                </c:pt>
                <c:pt idx="698">
                  <c:v>134</c:v>
                </c:pt>
                <c:pt idx="699">
                  <c:v>113</c:v>
                </c:pt>
                <c:pt idx="700">
                  <c:v>26</c:v>
                </c:pt>
                <c:pt idx="701">
                  <c:v>25</c:v>
                </c:pt>
                <c:pt idx="702">
                  <c:v>114</c:v>
                </c:pt>
                <c:pt idx="703">
                  <c:v>24</c:v>
                </c:pt>
                <c:pt idx="704">
                  <c:v>6</c:v>
                </c:pt>
                <c:pt idx="705">
                  <c:v>96</c:v>
                </c:pt>
                <c:pt idx="706">
                  <c:v>108</c:v>
                </c:pt>
                <c:pt idx="707">
                  <c:v>23</c:v>
                </c:pt>
                <c:pt idx="708">
                  <c:v>24</c:v>
                </c:pt>
                <c:pt idx="709">
                  <c:v>27</c:v>
                </c:pt>
                <c:pt idx="710">
                  <c:v>27</c:v>
                </c:pt>
                <c:pt idx="711">
                  <c:v>100</c:v>
                </c:pt>
                <c:pt idx="712">
                  <c:v>22</c:v>
                </c:pt>
                <c:pt idx="713">
                  <c:v>24</c:v>
                </c:pt>
                <c:pt idx="714">
                  <c:v>113</c:v>
                </c:pt>
                <c:pt idx="715">
                  <c:v>103</c:v>
                </c:pt>
                <c:pt idx="716">
                  <c:v>91</c:v>
                </c:pt>
                <c:pt idx="717">
                  <c:v>97</c:v>
                </c:pt>
                <c:pt idx="718">
                  <c:v>40</c:v>
                </c:pt>
                <c:pt idx="719">
                  <c:v>58</c:v>
                </c:pt>
                <c:pt idx="720">
                  <c:v>24</c:v>
                </c:pt>
                <c:pt idx="721">
                  <c:v>108</c:v>
                </c:pt>
                <c:pt idx="722">
                  <c:v>4</c:v>
                </c:pt>
                <c:pt idx="723">
                  <c:v>97</c:v>
                </c:pt>
                <c:pt idx="724">
                  <c:v>22</c:v>
                </c:pt>
                <c:pt idx="725">
                  <c:v>125</c:v>
                </c:pt>
                <c:pt idx="726">
                  <c:v>110</c:v>
                </c:pt>
                <c:pt idx="727">
                  <c:v>44</c:v>
                </c:pt>
                <c:pt idx="728">
                  <c:v>16</c:v>
                </c:pt>
                <c:pt idx="729">
                  <c:v>98</c:v>
                </c:pt>
                <c:pt idx="730">
                  <c:v>80</c:v>
                </c:pt>
                <c:pt idx="731">
                  <c:v>42</c:v>
                </c:pt>
                <c:pt idx="732">
                  <c:v>44</c:v>
                </c:pt>
                <c:pt idx="733">
                  <c:v>68</c:v>
                </c:pt>
                <c:pt idx="734">
                  <c:v>92</c:v>
                </c:pt>
                <c:pt idx="735">
                  <c:v>86</c:v>
                </c:pt>
                <c:pt idx="736">
                  <c:v>93</c:v>
                </c:pt>
                <c:pt idx="737">
                  <c:v>65</c:v>
                </c:pt>
                <c:pt idx="738">
                  <c:v>89</c:v>
                </c:pt>
                <c:pt idx="739">
                  <c:v>101</c:v>
                </c:pt>
                <c:pt idx="740">
                  <c:v>166</c:v>
                </c:pt>
                <c:pt idx="741">
                  <c:v>89</c:v>
                </c:pt>
                <c:pt idx="742">
                  <c:v>75</c:v>
                </c:pt>
                <c:pt idx="743">
                  <c:v>113</c:v>
                </c:pt>
                <c:pt idx="744">
                  <c:v>143</c:v>
                </c:pt>
                <c:pt idx="745">
                  <c:v>2</c:v>
                </c:pt>
                <c:pt idx="746">
                  <c:v>45</c:v>
                </c:pt>
                <c:pt idx="747">
                  <c:v>151</c:v>
                </c:pt>
                <c:pt idx="748">
                  <c:v>22</c:v>
                </c:pt>
                <c:pt idx="749">
                  <c:v>22</c:v>
                </c:pt>
                <c:pt idx="750">
                  <c:v>85</c:v>
                </c:pt>
                <c:pt idx="751">
                  <c:v>128</c:v>
                </c:pt>
                <c:pt idx="752">
                  <c:v>14</c:v>
                </c:pt>
                <c:pt idx="753">
                  <c:v>68</c:v>
                </c:pt>
                <c:pt idx="754">
                  <c:v>102</c:v>
                </c:pt>
                <c:pt idx="755">
                  <c:v>108</c:v>
                </c:pt>
                <c:pt idx="756">
                  <c:v>50</c:v>
                </c:pt>
                <c:pt idx="757">
                  <c:v>5</c:v>
                </c:pt>
                <c:pt idx="758">
                  <c:v>88</c:v>
                </c:pt>
                <c:pt idx="759">
                  <c:v>115</c:v>
                </c:pt>
                <c:pt idx="760">
                  <c:v>149</c:v>
                </c:pt>
                <c:pt idx="761">
                  <c:v>65</c:v>
                </c:pt>
                <c:pt idx="762">
                  <c:v>43</c:v>
                </c:pt>
                <c:pt idx="763">
                  <c:v>93</c:v>
                </c:pt>
                <c:pt idx="764">
                  <c:v>47</c:v>
                </c:pt>
                <c:pt idx="765">
                  <c:v>139</c:v>
                </c:pt>
                <c:pt idx="766">
                  <c:v>90</c:v>
                </c:pt>
                <c:pt idx="767">
                  <c:v>80</c:v>
                </c:pt>
                <c:pt idx="768">
                  <c:v>90</c:v>
                </c:pt>
                <c:pt idx="769">
                  <c:v>140</c:v>
                </c:pt>
                <c:pt idx="770">
                  <c:v>144</c:v>
                </c:pt>
                <c:pt idx="771">
                  <c:v>137</c:v>
                </c:pt>
                <c:pt idx="772">
                  <c:v>149</c:v>
                </c:pt>
                <c:pt idx="773">
                  <c:v>5</c:v>
                </c:pt>
                <c:pt idx="774">
                  <c:v>45</c:v>
                </c:pt>
                <c:pt idx="775">
                  <c:v>143</c:v>
                </c:pt>
                <c:pt idx="776">
                  <c:v>101</c:v>
                </c:pt>
                <c:pt idx="777">
                  <c:v>125</c:v>
                </c:pt>
                <c:pt idx="778">
                  <c:v>115</c:v>
                </c:pt>
                <c:pt idx="779">
                  <c:v>94</c:v>
                </c:pt>
                <c:pt idx="780">
                  <c:v>96</c:v>
                </c:pt>
                <c:pt idx="781">
                  <c:v>24</c:v>
                </c:pt>
                <c:pt idx="782">
                  <c:v>15</c:v>
                </c:pt>
                <c:pt idx="783">
                  <c:v>44</c:v>
                </c:pt>
                <c:pt idx="784">
                  <c:v>58</c:v>
                </c:pt>
                <c:pt idx="785">
                  <c:v>134</c:v>
                </c:pt>
                <c:pt idx="786">
                  <c:v>126</c:v>
                </c:pt>
                <c:pt idx="787">
                  <c:v>135</c:v>
                </c:pt>
                <c:pt idx="788">
                  <c:v>80</c:v>
                </c:pt>
                <c:pt idx="789">
                  <c:v>135</c:v>
                </c:pt>
                <c:pt idx="790">
                  <c:v>90</c:v>
                </c:pt>
                <c:pt idx="791">
                  <c:v>130</c:v>
                </c:pt>
                <c:pt idx="792">
                  <c:v>96</c:v>
                </c:pt>
                <c:pt idx="793">
                  <c:v>122</c:v>
                </c:pt>
                <c:pt idx="794">
                  <c:v>162</c:v>
                </c:pt>
                <c:pt idx="795">
                  <c:v>165</c:v>
                </c:pt>
                <c:pt idx="796">
                  <c:v>126</c:v>
                </c:pt>
                <c:pt idx="797">
                  <c:v>81</c:v>
                </c:pt>
                <c:pt idx="798">
                  <c:v>149</c:v>
                </c:pt>
                <c:pt idx="799">
                  <c:v>25</c:v>
                </c:pt>
                <c:pt idx="800">
                  <c:v>60</c:v>
                </c:pt>
                <c:pt idx="801">
                  <c:v>136</c:v>
                </c:pt>
                <c:pt idx="802">
                  <c:v>140</c:v>
                </c:pt>
                <c:pt idx="803">
                  <c:v>93</c:v>
                </c:pt>
                <c:pt idx="804">
                  <c:v>57</c:v>
                </c:pt>
                <c:pt idx="805">
                  <c:v>95</c:v>
                </c:pt>
                <c:pt idx="806">
                  <c:v>135</c:v>
                </c:pt>
                <c:pt idx="807">
                  <c:v>148</c:v>
                </c:pt>
                <c:pt idx="808">
                  <c:v>96</c:v>
                </c:pt>
                <c:pt idx="809">
                  <c:v>118</c:v>
                </c:pt>
                <c:pt idx="810">
                  <c:v>44</c:v>
                </c:pt>
                <c:pt idx="811">
                  <c:v>150</c:v>
                </c:pt>
                <c:pt idx="812">
                  <c:v>104</c:v>
                </c:pt>
                <c:pt idx="813">
                  <c:v>110</c:v>
                </c:pt>
                <c:pt idx="814">
                  <c:v>81</c:v>
                </c:pt>
                <c:pt idx="815">
                  <c:v>97</c:v>
                </c:pt>
                <c:pt idx="816">
                  <c:v>118</c:v>
                </c:pt>
                <c:pt idx="817">
                  <c:v>107</c:v>
                </c:pt>
                <c:pt idx="818">
                  <c:v>66</c:v>
                </c:pt>
                <c:pt idx="819">
                  <c:v>141</c:v>
                </c:pt>
                <c:pt idx="820">
                  <c:v>80</c:v>
                </c:pt>
                <c:pt idx="821">
                  <c:v>125</c:v>
                </c:pt>
                <c:pt idx="822">
                  <c:v>43</c:v>
                </c:pt>
                <c:pt idx="823">
                  <c:v>140</c:v>
                </c:pt>
                <c:pt idx="824">
                  <c:v>109</c:v>
                </c:pt>
                <c:pt idx="825">
                  <c:v>46</c:v>
                </c:pt>
                <c:pt idx="826">
                  <c:v>63</c:v>
                </c:pt>
                <c:pt idx="827">
                  <c:v>100</c:v>
                </c:pt>
                <c:pt idx="828">
                  <c:v>167</c:v>
                </c:pt>
                <c:pt idx="829">
                  <c:v>146</c:v>
                </c:pt>
                <c:pt idx="830">
                  <c:v>110</c:v>
                </c:pt>
                <c:pt idx="831">
                  <c:v>140</c:v>
                </c:pt>
                <c:pt idx="832">
                  <c:v>104</c:v>
                </c:pt>
                <c:pt idx="833">
                  <c:v>45</c:v>
                </c:pt>
                <c:pt idx="834">
                  <c:v>65</c:v>
                </c:pt>
                <c:pt idx="835">
                  <c:v>110</c:v>
                </c:pt>
                <c:pt idx="836">
                  <c:v>85</c:v>
                </c:pt>
                <c:pt idx="837">
                  <c:v>70</c:v>
                </c:pt>
                <c:pt idx="838">
                  <c:v>68</c:v>
                </c:pt>
                <c:pt idx="839">
                  <c:v>150</c:v>
                </c:pt>
                <c:pt idx="840">
                  <c:v>46</c:v>
                </c:pt>
                <c:pt idx="841">
                  <c:v>102</c:v>
                </c:pt>
                <c:pt idx="842">
                  <c:v>17</c:v>
                </c:pt>
                <c:pt idx="843">
                  <c:v>134</c:v>
                </c:pt>
                <c:pt idx="844">
                  <c:v>78</c:v>
                </c:pt>
                <c:pt idx="845">
                  <c:v>111</c:v>
                </c:pt>
                <c:pt idx="846">
                  <c:v>67</c:v>
                </c:pt>
                <c:pt idx="847">
                  <c:v>104</c:v>
                </c:pt>
                <c:pt idx="848">
                  <c:v>44</c:v>
                </c:pt>
                <c:pt idx="849">
                  <c:v>60</c:v>
                </c:pt>
                <c:pt idx="850">
                  <c:v>115</c:v>
                </c:pt>
                <c:pt idx="851">
                  <c:v>84</c:v>
                </c:pt>
                <c:pt idx="852">
                  <c:v>47</c:v>
                </c:pt>
                <c:pt idx="853">
                  <c:v>100</c:v>
                </c:pt>
                <c:pt idx="854">
                  <c:v>60</c:v>
                </c:pt>
                <c:pt idx="855">
                  <c:v>58</c:v>
                </c:pt>
                <c:pt idx="856">
                  <c:v>24</c:v>
                </c:pt>
                <c:pt idx="857">
                  <c:v>43</c:v>
                </c:pt>
                <c:pt idx="858">
                  <c:v>64</c:v>
                </c:pt>
                <c:pt idx="859">
                  <c:v>96</c:v>
                </c:pt>
                <c:pt idx="860">
                  <c:v>42</c:v>
                </c:pt>
                <c:pt idx="861">
                  <c:v>118</c:v>
                </c:pt>
                <c:pt idx="862">
                  <c:v>43</c:v>
                </c:pt>
                <c:pt idx="863">
                  <c:v>41</c:v>
                </c:pt>
                <c:pt idx="864">
                  <c:v>126</c:v>
                </c:pt>
                <c:pt idx="865">
                  <c:v>128</c:v>
                </c:pt>
                <c:pt idx="866">
                  <c:v>113</c:v>
                </c:pt>
                <c:pt idx="867">
                  <c:v>94</c:v>
                </c:pt>
                <c:pt idx="868">
                  <c:v>42</c:v>
                </c:pt>
                <c:pt idx="869">
                  <c:v>106</c:v>
                </c:pt>
                <c:pt idx="870">
                  <c:v>43</c:v>
                </c:pt>
                <c:pt idx="871">
                  <c:v>104</c:v>
                </c:pt>
                <c:pt idx="872">
                  <c:v>123</c:v>
                </c:pt>
                <c:pt idx="873">
                  <c:v>42</c:v>
                </c:pt>
                <c:pt idx="874">
                  <c:v>102</c:v>
                </c:pt>
                <c:pt idx="875">
                  <c:v>104</c:v>
                </c:pt>
                <c:pt idx="876">
                  <c:v>107</c:v>
                </c:pt>
                <c:pt idx="877">
                  <c:v>106</c:v>
                </c:pt>
                <c:pt idx="878">
                  <c:v>26</c:v>
                </c:pt>
                <c:pt idx="879">
                  <c:v>52</c:v>
                </c:pt>
                <c:pt idx="880">
                  <c:v>24</c:v>
                </c:pt>
                <c:pt idx="881">
                  <c:v>113</c:v>
                </c:pt>
                <c:pt idx="882">
                  <c:v>119</c:v>
                </c:pt>
                <c:pt idx="883">
                  <c:v>97</c:v>
                </c:pt>
                <c:pt idx="884">
                  <c:v>59</c:v>
                </c:pt>
                <c:pt idx="885">
                  <c:v>43</c:v>
                </c:pt>
                <c:pt idx="886">
                  <c:v>42</c:v>
                </c:pt>
                <c:pt idx="887">
                  <c:v>77</c:v>
                </c:pt>
                <c:pt idx="888">
                  <c:v>102</c:v>
                </c:pt>
                <c:pt idx="889">
                  <c:v>55</c:v>
                </c:pt>
                <c:pt idx="890">
                  <c:v>46</c:v>
                </c:pt>
                <c:pt idx="891">
                  <c:v>43</c:v>
                </c:pt>
                <c:pt idx="892">
                  <c:v>100</c:v>
                </c:pt>
                <c:pt idx="893">
                  <c:v>97</c:v>
                </c:pt>
                <c:pt idx="894">
                  <c:v>25</c:v>
                </c:pt>
                <c:pt idx="895">
                  <c:v>105</c:v>
                </c:pt>
                <c:pt idx="896">
                  <c:v>43</c:v>
                </c:pt>
                <c:pt idx="897">
                  <c:v>45</c:v>
                </c:pt>
                <c:pt idx="898">
                  <c:v>94</c:v>
                </c:pt>
                <c:pt idx="899">
                  <c:v>26</c:v>
                </c:pt>
                <c:pt idx="900">
                  <c:v>130</c:v>
                </c:pt>
                <c:pt idx="901">
                  <c:v>132</c:v>
                </c:pt>
                <c:pt idx="902">
                  <c:v>24</c:v>
                </c:pt>
                <c:pt idx="903">
                  <c:v>49</c:v>
                </c:pt>
                <c:pt idx="904">
                  <c:v>86</c:v>
                </c:pt>
                <c:pt idx="905">
                  <c:v>24</c:v>
                </c:pt>
                <c:pt idx="906">
                  <c:v>24</c:v>
                </c:pt>
                <c:pt idx="907">
                  <c:v>24</c:v>
                </c:pt>
                <c:pt idx="908">
                  <c:v>95</c:v>
                </c:pt>
                <c:pt idx="909">
                  <c:v>24</c:v>
                </c:pt>
                <c:pt idx="910">
                  <c:v>48</c:v>
                </c:pt>
                <c:pt idx="911">
                  <c:v>44</c:v>
                </c:pt>
                <c:pt idx="912">
                  <c:v>92</c:v>
                </c:pt>
                <c:pt idx="913">
                  <c:v>92</c:v>
                </c:pt>
                <c:pt idx="914">
                  <c:v>86</c:v>
                </c:pt>
                <c:pt idx="915">
                  <c:v>42</c:v>
                </c:pt>
                <c:pt idx="916">
                  <c:v>24</c:v>
                </c:pt>
                <c:pt idx="917">
                  <c:v>92</c:v>
                </c:pt>
                <c:pt idx="918">
                  <c:v>104</c:v>
                </c:pt>
                <c:pt idx="919">
                  <c:v>92</c:v>
                </c:pt>
                <c:pt idx="920">
                  <c:v>120</c:v>
                </c:pt>
                <c:pt idx="921">
                  <c:v>57</c:v>
                </c:pt>
                <c:pt idx="922">
                  <c:v>20</c:v>
                </c:pt>
                <c:pt idx="923">
                  <c:v>109</c:v>
                </c:pt>
                <c:pt idx="924">
                  <c:v>24</c:v>
                </c:pt>
                <c:pt idx="925">
                  <c:v>116</c:v>
                </c:pt>
                <c:pt idx="926">
                  <c:v>57</c:v>
                </c:pt>
                <c:pt idx="927">
                  <c:v>17</c:v>
                </c:pt>
                <c:pt idx="928">
                  <c:v>94</c:v>
                </c:pt>
                <c:pt idx="929">
                  <c:v>139</c:v>
                </c:pt>
                <c:pt idx="930">
                  <c:v>10</c:v>
                </c:pt>
                <c:pt idx="931">
                  <c:v>108</c:v>
                </c:pt>
                <c:pt idx="932">
                  <c:v>19</c:v>
                </c:pt>
                <c:pt idx="933">
                  <c:v>85</c:v>
                </c:pt>
                <c:pt idx="934">
                  <c:v>42</c:v>
                </c:pt>
                <c:pt idx="935">
                  <c:v>90</c:v>
                </c:pt>
                <c:pt idx="936">
                  <c:v>90</c:v>
                </c:pt>
                <c:pt idx="937">
                  <c:v>43</c:v>
                </c:pt>
                <c:pt idx="938">
                  <c:v>240</c:v>
                </c:pt>
                <c:pt idx="939">
                  <c:v>11</c:v>
                </c:pt>
                <c:pt idx="940">
                  <c:v>80</c:v>
                </c:pt>
                <c:pt idx="941">
                  <c:v>105</c:v>
                </c:pt>
                <c:pt idx="942">
                  <c:v>30</c:v>
                </c:pt>
                <c:pt idx="943">
                  <c:v>24</c:v>
                </c:pt>
                <c:pt idx="944">
                  <c:v>24</c:v>
                </c:pt>
                <c:pt idx="945">
                  <c:v>60</c:v>
                </c:pt>
                <c:pt idx="946">
                  <c:v>105</c:v>
                </c:pt>
                <c:pt idx="947">
                  <c:v>93</c:v>
                </c:pt>
                <c:pt idx="948">
                  <c:v>95</c:v>
                </c:pt>
                <c:pt idx="949">
                  <c:v>93</c:v>
                </c:pt>
                <c:pt idx="950">
                  <c:v>90</c:v>
                </c:pt>
                <c:pt idx="951">
                  <c:v>112</c:v>
                </c:pt>
                <c:pt idx="952">
                  <c:v>98</c:v>
                </c:pt>
                <c:pt idx="953">
                  <c:v>90</c:v>
                </c:pt>
                <c:pt idx="954">
                  <c:v>59</c:v>
                </c:pt>
                <c:pt idx="955">
                  <c:v>101</c:v>
                </c:pt>
                <c:pt idx="956">
                  <c:v>21</c:v>
                </c:pt>
                <c:pt idx="957">
                  <c:v>75</c:v>
                </c:pt>
                <c:pt idx="958">
                  <c:v>82</c:v>
                </c:pt>
                <c:pt idx="959">
                  <c:v>23</c:v>
                </c:pt>
                <c:pt idx="960">
                  <c:v>110</c:v>
                </c:pt>
                <c:pt idx="961">
                  <c:v>80</c:v>
                </c:pt>
                <c:pt idx="962">
                  <c:v>24</c:v>
                </c:pt>
                <c:pt idx="963">
                  <c:v>86</c:v>
                </c:pt>
                <c:pt idx="964">
                  <c:v>90</c:v>
                </c:pt>
                <c:pt idx="965">
                  <c:v>2</c:v>
                </c:pt>
                <c:pt idx="966">
                  <c:v>162</c:v>
                </c:pt>
                <c:pt idx="967">
                  <c:v>85</c:v>
                </c:pt>
                <c:pt idx="968">
                  <c:v>91</c:v>
                </c:pt>
                <c:pt idx="969">
                  <c:v>88</c:v>
                </c:pt>
                <c:pt idx="970">
                  <c:v>100</c:v>
                </c:pt>
                <c:pt idx="971">
                  <c:v>153</c:v>
                </c:pt>
                <c:pt idx="972">
                  <c:v>106</c:v>
                </c:pt>
                <c:pt idx="973">
                  <c:v>70</c:v>
                </c:pt>
                <c:pt idx="974">
                  <c:v>25</c:v>
                </c:pt>
                <c:pt idx="975">
                  <c:v>112</c:v>
                </c:pt>
                <c:pt idx="976">
                  <c:v>101</c:v>
                </c:pt>
                <c:pt idx="977">
                  <c:v>123</c:v>
                </c:pt>
                <c:pt idx="978">
                  <c:v>90</c:v>
                </c:pt>
                <c:pt idx="979">
                  <c:v>74</c:v>
                </c:pt>
                <c:pt idx="980">
                  <c:v>94</c:v>
                </c:pt>
                <c:pt idx="981">
                  <c:v>141</c:v>
                </c:pt>
                <c:pt idx="982">
                  <c:v>23</c:v>
                </c:pt>
                <c:pt idx="983">
                  <c:v>43</c:v>
                </c:pt>
                <c:pt idx="984">
                  <c:v>96</c:v>
                </c:pt>
                <c:pt idx="985">
                  <c:v>22</c:v>
                </c:pt>
                <c:pt idx="986">
                  <c:v>45</c:v>
                </c:pt>
                <c:pt idx="987">
                  <c:v>22</c:v>
                </c:pt>
                <c:pt idx="988">
                  <c:v>41</c:v>
                </c:pt>
                <c:pt idx="989">
                  <c:v>23</c:v>
                </c:pt>
                <c:pt idx="990">
                  <c:v>120</c:v>
                </c:pt>
                <c:pt idx="991">
                  <c:v>96</c:v>
                </c:pt>
                <c:pt idx="992">
                  <c:v>28</c:v>
                </c:pt>
                <c:pt idx="993">
                  <c:v>18</c:v>
                </c:pt>
                <c:pt idx="994">
                  <c:v>120</c:v>
                </c:pt>
                <c:pt idx="995">
                  <c:v>150</c:v>
                </c:pt>
                <c:pt idx="996">
                  <c:v>149</c:v>
                </c:pt>
                <c:pt idx="997">
                  <c:v>4</c:v>
                </c:pt>
                <c:pt idx="998">
                  <c:v>45</c:v>
                </c:pt>
                <c:pt idx="999">
                  <c:v>68</c:v>
                </c:pt>
                <c:pt idx="1000">
                  <c:v>130</c:v>
                </c:pt>
                <c:pt idx="1001">
                  <c:v>98</c:v>
                </c:pt>
                <c:pt idx="1002">
                  <c:v>53</c:v>
                </c:pt>
                <c:pt idx="1003">
                  <c:v>23</c:v>
                </c:pt>
                <c:pt idx="1004">
                  <c:v>130</c:v>
                </c:pt>
                <c:pt idx="1005">
                  <c:v>138</c:v>
                </c:pt>
                <c:pt idx="1006">
                  <c:v>124</c:v>
                </c:pt>
                <c:pt idx="1007">
                  <c:v>133</c:v>
                </c:pt>
                <c:pt idx="1008">
                  <c:v>146</c:v>
                </c:pt>
                <c:pt idx="1009">
                  <c:v>104</c:v>
                </c:pt>
                <c:pt idx="1010">
                  <c:v>5</c:v>
                </c:pt>
                <c:pt idx="1011">
                  <c:v>23</c:v>
                </c:pt>
                <c:pt idx="1012">
                  <c:v>25</c:v>
                </c:pt>
                <c:pt idx="1013">
                  <c:v>73</c:v>
                </c:pt>
                <c:pt idx="1014">
                  <c:v>70</c:v>
                </c:pt>
                <c:pt idx="1015">
                  <c:v>94</c:v>
                </c:pt>
                <c:pt idx="1016">
                  <c:v>136</c:v>
                </c:pt>
                <c:pt idx="1017">
                  <c:v>84</c:v>
                </c:pt>
                <c:pt idx="1018">
                  <c:v>69</c:v>
                </c:pt>
                <c:pt idx="1019">
                  <c:v>91</c:v>
                </c:pt>
                <c:pt idx="1020">
                  <c:v>127</c:v>
                </c:pt>
                <c:pt idx="1021">
                  <c:v>126</c:v>
                </c:pt>
                <c:pt idx="1022">
                  <c:v>84</c:v>
                </c:pt>
                <c:pt idx="1023">
                  <c:v>93</c:v>
                </c:pt>
                <c:pt idx="1024">
                  <c:v>120</c:v>
                </c:pt>
                <c:pt idx="1025">
                  <c:v>137</c:v>
                </c:pt>
                <c:pt idx="1026">
                  <c:v>152</c:v>
                </c:pt>
                <c:pt idx="1027">
                  <c:v>141</c:v>
                </c:pt>
                <c:pt idx="1028">
                  <c:v>107</c:v>
                </c:pt>
                <c:pt idx="1029">
                  <c:v>104</c:v>
                </c:pt>
                <c:pt idx="1030">
                  <c:v>29</c:v>
                </c:pt>
                <c:pt idx="1031">
                  <c:v>143</c:v>
                </c:pt>
                <c:pt idx="1032">
                  <c:v>63</c:v>
                </c:pt>
                <c:pt idx="1033">
                  <c:v>70</c:v>
                </c:pt>
                <c:pt idx="1034">
                  <c:v>109</c:v>
                </c:pt>
                <c:pt idx="1035">
                  <c:v>122</c:v>
                </c:pt>
                <c:pt idx="1036">
                  <c:v>44</c:v>
                </c:pt>
                <c:pt idx="1037">
                  <c:v>126</c:v>
                </c:pt>
                <c:pt idx="1038">
                  <c:v>144</c:v>
                </c:pt>
                <c:pt idx="1039">
                  <c:v>160</c:v>
                </c:pt>
                <c:pt idx="1040">
                  <c:v>75</c:v>
                </c:pt>
                <c:pt idx="1041">
                  <c:v>76</c:v>
                </c:pt>
                <c:pt idx="1042">
                  <c:v>132</c:v>
                </c:pt>
                <c:pt idx="1043">
                  <c:v>143</c:v>
                </c:pt>
                <c:pt idx="1044">
                  <c:v>87</c:v>
                </c:pt>
                <c:pt idx="1045">
                  <c:v>104</c:v>
                </c:pt>
                <c:pt idx="1046">
                  <c:v>44</c:v>
                </c:pt>
                <c:pt idx="1047">
                  <c:v>133</c:v>
                </c:pt>
                <c:pt idx="1048">
                  <c:v>100</c:v>
                </c:pt>
                <c:pt idx="1049">
                  <c:v>138</c:v>
                </c:pt>
                <c:pt idx="1050">
                  <c:v>41</c:v>
                </c:pt>
                <c:pt idx="1051">
                  <c:v>44</c:v>
                </c:pt>
                <c:pt idx="1052">
                  <c:v>115</c:v>
                </c:pt>
                <c:pt idx="1053">
                  <c:v>137</c:v>
                </c:pt>
                <c:pt idx="1054">
                  <c:v>79</c:v>
                </c:pt>
                <c:pt idx="1055">
                  <c:v>90</c:v>
                </c:pt>
                <c:pt idx="1056">
                  <c:v>161</c:v>
                </c:pt>
                <c:pt idx="1057">
                  <c:v>19</c:v>
                </c:pt>
                <c:pt idx="1058">
                  <c:v>69</c:v>
                </c:pt>
                <c:pt idx="1059">
                  <c:v>105</c:v>
                </c:pt>
                <c:pt idx="1060">
                  <c:v>75</c:v>
                </c:pt>
                <c:pt idx="1061">
                  <c:v>85</c:v>
                </c:pt>
                <c:pt idx="1062">
                  <c:v>133</c:v>
                </c:pt>
                <c:pt idx="1063">
                  <c:v>14</c:v>
                </c:pt>
                <c:pt idx="1064">
                  <c:v>134</c:v>
                </c:pt>
                <c:pt idx="1065">
                  <c:v>99</c:v>
                </c:pt>
                <c:pt idx="1066">
                  <c:v>95</c:v>
                </c:pt>
                <c:pt idx="1067">
                  <c:v>69</c:v>
                </c:pt>
                <c:pt idx="1068">
                  <c:v>106</c:v>
                </c:pt>
                <c:pt idx="1069">
                  <c:v>96</c:v>
                </c:pt>
                <c:pt idx="1070">
                  <c:v>150</c:v>
                </c:pt>
                <c:pt idx="1071">
                  <c:v>130</c:v>
                </c:pt>
                <c:pt idx="1072">
                  <c:v>107</c:v>
                </c:pt>
                <c:pt idx="1073">
                  <c:v>105</c:v>
                </c:pt>
                <c:pt idx="1074">
                  <c:v>142</c:v>
                </c:pt>
                <c:pt idx="1075">
                  <c:v>114</c:v>
                </c:pt>
                <c:pt idx="1076">
                  <c:v>120</c:v>
                </c:pt>
                <c:pt idx="1077">
                  <c:v>85</c:v>
                </c:pt>
                <c:pt idx="1078">
                  <c:v>62</c:v>
                </c:pt>
                <c:pt idx="1079">
                  <c:v>100</c:v>
                </c:pt>
                <c:pt idx="1080">
                  <c:v>98</c:v>
                </c:pt>
                <c:pt idx="1081">
                  <c:v>149</c:v>
                </c:pt>
                <c:pt idx="1082">
                  <c:v>75</c:v>
                </c:pt>
                <c:pt idx="1083">
                  <c:v>152</c:v>
                </c:pt>
                <c:pt idx="1084">
                  <c:v>130</c:v>
                </c:pt>
                <c:pt idx="1085">
                  <c:v>105</c:v>
                </c:pt>
                <c:pt idx="1086">
                  <c:v>87</c:v>
                </c:pt>
                <c:pt idx="1087">
                  <c:v>88</c:v>
                </c:pt>
                <c:pt idx="1088">
                  <c:v>100</c:v>
                </c:pt>
                <c:pt idx="1089">
                  <c:v>110</c:v>
                </c:pt>
                <c:pt idx="1090">
                  <c:v>81</c:v>
                </c:pt>
                <c:pt idx="1091">
                  <c:v>94</c:v>
                </c:pt>
                <c:pt idx="1092">
                  <c:v>125</c:v>
                </c:pt>
                <c:pt idx="1093">
                  <c:v>136</c:v>
                </c:pt>
                <c:pt idx="1094">
                  <c:v>141</c:v>
                </c:pt>
                <c:pt idx="1095">
                  <c:v>64</c:v>
                </c:pt>
                <c:pt idx="1096">
                  <c:v>170</c:v>
                </c:pt>
                <c:pt idx="1097">
                  <c:v>93</c:v>
                </c:pt>
                <c:pt idx="1098">
                  <c:v>150</c:v>
                </c:pt>
                <c:pt idx="1099">
                  <c:v>116</c:v>
                </c:pt>
                <c:pt idx="1100">
                  <c:v>98</c:v>
                </c:pt>
                <c:pt idx="1101">
                  <c:v>82</c:v>
                </c:pt>
                <c:pt idx="1102">
                  <c:v>139</c:v>
                </c:pt>
                <c:pt idx="1103">
                  <c:v>110</c:v>
                </c:pt>
                <c:pt idx="1104">
                  <c:v>130</c:v>
                </c:pt>
                <c:pt idx="1105">
                  <c:v>120</c:v>
                </c:pt>
                <c:pt idx="1106">
                  <c:v>71</c:v>
                </c:pt>
                <c:pt idx="1107">
                  <c:v>67</c:v>
                </c:pt>
                <c:pt idx="1108">
                  <c:v>12</c:v>
                </c:pt>
                <c:pt idx="1109">
                  <c:v>179</c:v>
                </c:pt>
                <c:pt idx="1110">
                  <c:v>45</c:v>
                </c:pt>
                <c:pt idx="1111">
                  <c:v>59</c:v>
                </c:pt>
                <c:pt idx="1112">
                  <c:v>85</c:v>
                </c:pt>
                <c:pt idx="1113">
                  <c:v>121</c:v>
                </c:pt>
                <c:pt idx="1114">
                  <c:v>124</c:v>
                </c:pt>
                <c:pt idx="1115">
                  <c:v>120</c:v>
                </c:pt>
                <c:pt idx="1116">
                  <c:v>112</c:v>
                </c:pt>
                <c:pt idx="1117">
                  <c:v>110</c:v>
                </c:pt>
                <c:pt idx="1118">
                  <c:v>150</c:v>
                </c:pt>
                <c:pt idx="1119">
                  <c:v>105</c:v>
                </c:pt>
                <c:pt idx="1120">
                  <c:v>107</c:v>
                </c:pt>
                <c:pt idx="1121">
                  <c:v>44</c:v>
                </c:pt>
                <c:pt idx="1122">
                  <c:v>75</c:v>
                </c:pt>
                <c:pt idx="1123">
                  <c:v>88</c:v>
                </c:pt>
                <c:pt idx="1124">
                  <c:v>44</c:v>
                </c:pt>
                <c:pt idx="1125">
                  <c:v>107</c:v>
                </c:pt>
                <c:pt idx="1126">
                  <c:v>112</c:v>
                </c:pt>
                <c:pt idx="1127">
                  <c:v>26</c:v>
                </c:pt>
                <c:pt idx="1128">
                  <c:v>105</c:v>
                </c:pt>
                <c:pt idx="1129">
                  <c:v>132</c:v>
                </c:pt>
                <c:pt idx="1130">
                  <c:v>95</c:v>
                </c:pt>
                <c:pt idx="1131">
                  <c:v>67</c:v>
                </c:pt>
                <c:pt idx="1132">
                  <c:v>63</c:v>
                </c:pt>
                <c:pt idx="1133">
                  <c:v>147</c:v>
                </c:pt>
                <c:pt idx="1134">
                  <c:v>24</c:v>
                </c:pt>
                <c:pt idx="1135">
                  <c:v>94</c:v>
                </c:pt>
                <c:pt idx="1136">
                  <c:v>62</c:v>
                </c:pt>
                <c:pt idx="1137">
                  <c:v>49</c:v>
                </c:pt>
                <c:pt idx="1138">
                  <c:v>55</c:v>
                </c:pt>
                <c:pt idx="1139">
                  <c:v>52</c:v>
                </c:pt>
                <c:pt idx="1140">
                  <c:v>22</c:v>
                </c:pt>
                <c:pt idx="1141">
                  <c:v>48</c:v>
                </c:pt>
                <c:pt idx="1142">
                  <c:v>30</c:v>
                </c:pt>
                <c:pt idx="1143">
                  <c:v>23</c:v>
                </c:pt>
                <c:pt idx="1144">
                  <c:v>30</c:v>
                </c:pt>
                <c:pt idx="1145">
                  <c:v>24</c:v>
                </c:pt>
                <c:pt idx="1146">
                  <c:v>41</c:v>
                </c:pt>
                <c:pt idx="1147">
                  <c:v>42</c:v>
                </c:pt>
                <c:pt idx="1148">
                  <c:v>56</c:v>
                </c:pt>
                <c:pt idx="1149">
                  <c:v>55</c:v>
                </c:pt>
                <c:pt idx="1150">
                  <c:v>101</c:v>
                </c:pt>
                <c:pt idx="1151">
                  <c:v>102</c:v>
                </c:pt>
                <c:pt idx="1152">
                  <c:v>29</c:v>
                </c:pt>
                <c:pt idx="1153">
                  <c:v>22</c:v>
                </c:pt>
                <c:pt idx="1154">
                  <c:v>101</c:v>
                </c:pt>
                <c:pt idx="1155">
                  <c:v>42</c:v>
                </c:pt>
                <c:pt idx="1156">
                  <c:v>42</c:v>
                </c:pt>
                <c:pt idx="1157">
                  <c:v>24</c:v>
                </c:pt>
                <c:pt idx="1158">
                  <c:v>47</c:v>
                </c:pt>
                <c:pt idx="1159">
                  <c:v>42</c:v>
                </c:pt>
                <c:pt idx="1160">
                  <c:v>98</c:v>
                </c:pt>
                <c:pt idx="1161">
                  <c:v>95</c:v>
                </c:pt>
                <c:pt idx="1162">
                  <c:v>99</c:v>
                </c:pt>
                <c:pt idx="1163">
                  <c:v>44</c:v>
                </c:pt>
                <c:pt idx="1164">
                  <c:v>115</c:v>
                </c:pt>
                <c:pt idx="1165">
                  <c:v>108</c:v>
                </c:pt>
                <c:pt idx="1166">
                  <c:v>55</c:v>
                </c:pt>
                <c:pt idx="1167">
                  <c:v>22</c:v>
                </c:pt>
                <c:pt idx="1168">
                  <c:v>62</c:v>
                </c:pt>
                <c:pt idx="1169">
                  <c:v>114</c:v>
                </c:pt>
                <c:pt idx="1170">
                  <c:v>133</c:v>
                </c:pt>
                <c:pt idx="1171">
                  <c:v>30</c:v>
                </c:pt>
                <c:pt idx="1172">
                  <c:v>30</c:v>
                </c:pt>
                <c:pt idx="1173">
                  <c:v>188</c:v>
                </c:pt>
                <c:pt idx="1174">
                  <c:v>119</c:v>
                </c:pt>
                <c:pt idx="1175">
                  <c:v>57</c:v>
                </c:pt>
                <c:pt idx="1176">
                  <c:v>46</c:v>
                </c:pt>
                <c:pt idx="1177">
                  <c:v>87</c:v>
                </c:pt>
                <c:pt idx="1178">
                  <c:v>45</c:v>
                </c:pt>
                <c:pt idx="1179">
                  <c:v>132</c:v>
                </c:pt>
                <c:pt idx="1180">
                  <c:v>52</c:v>
                </c:pt>
                <c:pt idx="1181">
                  <c:v>22</c:v>
                </c:pt>
                <c:pt idx="1182">
                  <c:v>44</c:v>
                </c:pt>
                <c:pt idx="1183">
                  <c:v>46</c:v>
                </c:pt>
                <c:pt idx="1184">
                  <c:v>43</c:v>
                </c:pt>
                <c:pt idx="1185">
                  <c:v>42</c:v>
                </c:pt>
                <c:pt idx="1186">
                  <c:v>43</c:v>
                </c:pt>
                <c:pt idx="1187">
                  <c:v>106</c:v>
                </c:pt>
                <c:pt idx="1188">
                  <c:v>43</c:v>
                </c:pt>
                <c:pt idx="1189">
                  <c:v>43</c:v>
                </c:pt>
                <c:pt idx="1190">
                  <c:v>54</c:v>
                </c:pt>
                <c:pt idx="1191">
                  <c:v>104</c:v>
                </c:pt>
                <c:pt idx="1192">
                  <c:v>46</c:v>
                </c:pt>
                <c:pt idx="1193">
                  <c:v>122</c:v>
                </c:pt>
                <c:pt idx="1194">
                  <c:v>42</c:v>
                </c:pt>
                <c:pt idx="1195">
                  <c:v>42</c:v>
                </c:pt>
                <c:pt idx="1196">
                  <c:v>130</c:v>
                </c:pt>
                <c:pt idx="1197">
                  <c:v>54</c:v>
                </c:pt>
                <c:pt idx="1198">
                  <c:v>15</c:v>
                </c:pt>
                <c:pt idx="1199">
                  <c:v>45</c:v>
                </c:pt>
                <c:pt idx="1200">
                  <c:v>99</c:v>
                </c:pt>
                <c:pt idx="1201">
                  <c:v>95</c:v>
                </c:pt>
                <c:pt idx="1202">
                  <c:v>59</c:v>
                </c:pt>
                <c:pt idx="1203">
                  <c:v>40</c:v>
                </c:pt>
                <c:pt idx="1204">
                  <c:v>120</c:v>
                </c:pt>
                <c:pt idx="1205">
                  <c:v>54</c:v>
                </c:pt>
                <c:pt idx="1206">
                  <c:v>46</c:v>
                </c:pt>
                <c:pt idx="1207">
                  <c:v>159</c:v>
                </c:pt>
                <c:pt idx="1208">
                  <c:v>45</c:v>
                </c:pt>
                <c:pt idx="1209">
                  <c:v>82</c:v>
                </c:pt>
                <c:pt idx="1210">
                  <c:v>22</c:v>
                </c:pt>
                <c:pt idx="1211">
                  <c:v>25</c:v>
                </c:pt>
                <c:pt idx="1212">
                  <c:v>134</c:v>
                </c:pt>
                <c:pt idx="1213">
                  <c:v>32</c:v>
                </c:pt>
                <c:pt idx="1214">
                  <c:v>95</c:v>
                </c:pt>
                <c:pt idx="1215">
                  <c:v>82</c:v>
                </c:pt>
                <c:pt idx="1216">
                  <c:v>43</c:v>
                </c:pt>
                <c:pt idx="1217">
                  <c:v>30</c:v>
                </c:pt>
                <c:pt idx="1218">
                  <c:v>44</c:v>
                </c:pt>
                <c:pt idx="1219">
                  <c:v>104</c:v>
                </c:pt>
                <c:pt idx="1220">
                  <c:v>30</c:v>
                </c:pt>
                <c:pt idx="1221">
                  <c:v>95</c:v>
                </c:pt>
                <c:pt idx="1222">
                  <c:v>42</c:v>
                </c:pt>
                <c:pt idx="1223">
                  <c:v>52</c:v>
                </c:pt>
                <c:pt idx="1224">
                  <c:v>45</c:v>
                </c:pt>
                <c:pt idx="1225">
                  <c:v>108</c:v>
                </c:pt>
                <c:pt idx="1226">
                  <c:v>32</c:v>
                </c:pt>
                <c:pt idx="1227">
                  <c:v>30</c:v>
                </c:pt>
                <c:pt idx="1228">
                  <c:v>84</c:v>
                </c:pt>
                <c:pt idx="1229">
                  <c:v>50</c:v>
                </c:pt>
                <c:pt idx="1230">
                  <c:v>123</c:v>
                </c:pt>
                <c:pt idx="1231">
                  <c:v>27</c:v>
                </c:pt>
                <c:pt idx="1232">
                  <c:v>30</c:v>
                </c:pt>
                <c:pt idx="1233">
                  <c:v>45</c:v>
                </c:pt>
                <c:pt idx="1234">
                  <c:v>62</c:v>
                </c:pt>
                <c:pt idx="1235">
                  <c:v>119</c:v>
                </c:pt>
                <c:pt idx="1236">
                  <c:v>99</c:v>
                </c:pt>
                <c:pt idx="1237">
                  <c:v>95</c:v>
                </c:pt>
                <c:pt idx="1238">
                  <c:v>24</c:v>
                </c:pt>
                <c:pt idx="1239">
                  <c:v>43</c:v>
                </c:pt>
                <c:pt idx="1240">
                  <c:v>97</c:v>
                </c:pt>
                <c:pt idx="1241">
                  <c:v>28</c:v>
                </c:pt>
                <c:pt idx="1242">
                  <c:v>97</c:v>
                </c:pt>
                <c:pt idx="1243">
                  <c:v>98</c:v>
                </c:pt>
                <c:pt idx="1244">
                  <c:v>50</c:v>
                </c:pt>
                <c:pt idx="1245">
                  <c:v>72</c:v>
                </c:pt>
                <c:pt idx="1246">
                  <c:v>86</c:v>
                </c:pt>
                <c:pt idx="1247">
                  <c:v>92</c:v>
                </c:pt>
                <c:pt idx="1248">
                  <c:v>97</c:v>
                </c:pt>
                <c:pt idx="1249">
                  <c:v>97</c:v>
                </c:pt>
                <c:pt idx="1250">
                  <c:v>43</c:v>
                </c:pt>
                <c:pt idx="1251">
                  <c:v>100</c:v>
                </c:pt>
                <c:pt idx="1252">
                  <c:v>96</c:v>
                </c:pt>
                <c:pt idx="1253">
                  <c:v>24</c:v>
                </c:pt>
                <c:pt idx="1254">
                  <c:v>109</c:v>
                </c:pt>
                <c:pt idx="1255">
                  <c:v>18</c:v>
                </c:pt>
                <c:pt idx="1256">
                  <c:v>103</c:v>
                </c:pt>
                <c:pt idx="1257">
                  <c:v>45</c:v>
                </c:pt>
                <c:pt idx="1258">
                  <c:v>43</c:v>
                </c:pt>
                <c:pt idx="1259">
                  <c:v>48</c:v>
                </c:pt>
                <c:pt idx="1260">
                  <c:v>92</c:v>
                </c:pt>
                <c:pt idx="1261">
                  <c:v>96</c:v>
                </c:pt>
                <c:pt idx="1262">
                  <c:v>24</c:v>
                </c:pt>
                <c:pt idx="1263">
                  <c:v>137</c:v>
                </c:pt>
                <c:pt idx="1264">
                  <c:v>10</c:v>
                </c:pt>
                <c:pt idx="1265">
                  <c:v>24</c:v>
                </c:pt>
                <c:pt idx="1266">
                  <c:v>116</c:v>
                </c:pt>
                <c:pt idx="1267">
                  <c:v>97</c:v>
                </c:pt>
                <c:pt idx="1268">
                  <c:v>50</c:v>
                </c:pt>
                <c:pt idx="1269">
                  <c:v>22</c:v>
                </c:pt>
                <c:pt idx="1270">
                  <c:v>91</c:v>
                </c:pt>
                <c:pt idx="1271">
                  <c:v>101</c:v>
                </c:pt>
                <c:pt idx="1272">
                  <c:v>25</c:v>
                </c:pt>
                <c:pt idx="1273">
                  <c:v>87</c:v>
                </c:pt>
                <c:pt idx="1274">
                  <c:v>95</c:v>
                </c:pt>
                <c:pt idx="1275">
                  <c:v>83</c:v>
                </c:pt>
                <c:pt idx="1276">
                  <c:v>108</c:v>
                </c:pt>
                <c:pt idx="1277">
                  <c:v>23</c:v>
                </c:pt>
                <c:pt idx="1278">
                  <c:v>120</c:v>
                </c:pt>
                <c:pt idx="1279">
                  <c:v>104</c:v>
                </c:pt>
                <c:pt idx="1280">
                  <c:v>92</c:v>
                </c:pt>
                <c:pt idx="1281">
                  <c:v>104</c:v>
                </c:pt>
                <c:pt idx="1282">
                  <c:v>105</c:v>
                </c:pt>
                <c:pt idx="1283">
                  <c:v>51</c:v>
                </c:pt>
                <c:pt idx="1284">
                  <c:v>27</c:v>
                </c:pt>
                <c:pt idx="1285">
                  <c:v>88</c:v>
                </c:pt>
                <c:pt idx="1286">
                  <c:v>48</c:v>
                </c:pt>
                <c:pt idx="1287">
                  <c:v>62</c:v>
                </c:pt>
                <c:pt idx="1288">
                  <c:v>81</c:v>
                </c:pt>
                <c:pt idx="1289">
                  <c:v>70</c:v>
                </c:pt>
                <c:pt idx="1290">
                  <c:v>88</c:v>
                </c:pt>
                <c:pt idx="1291">
                  <c:v>22</c:v>
                </c:pt>
                <c:pt idx="1292">
                  <c:v>94</c:v>
                </c:pt>
                <c:pt idx="1293">
                  <c:v>161</c:v>
                </c:pt>
                <c:pt idx="1294">
                  <c:v>90</c:v>
                </c:pt>
                <c:pt idx="1295">
                  <c:v>118</c:v>
                </c:pt>
                <c:pt idx="1296">
                  <c:v>32</c:v>
                </c:pt>
                <c:pt idx="1297">
                  <c:v>27</c:v>
                </c:pt>
                <c:pt idx="1298">
                  <c:v>24</c:v>
                </c:pt>
                <c:pt idx="1299">
                  <c:v>21</c:v>
                </c:pt>
                <c:pt idx="1300">
                  <c:v>120</c:v>
                </c:pt>
                <c:pt idx="1301">
                  <c:v>43</c:v>
                </c:pt>
                <c:pt idx="1302">
                  <c:v>30</c:v>
                </c:pt>
                <c:pt idx="1303">
                  <c:v>47</c:v>
                </c:pt>
                <c:pt idx="1304">
                  <c:v>107</c:v>
                </c:pt>
                <c:pt idx="1305">
                  <c:v>88</c:v>
                </c:pt>
                <c:pt idx="1306">
                  <c:v>42</c:v>
                </c:pt>
                <c:pt idx="1307">
                  <c:v>7</c:v>
                </c:pt>
                <c:pt idx="1308">
                  <c:v>108</c:v>
                </c:pt>
                <c:pt idx="1309">
                  <c:v>119</c:v>
                </c:pt>
                <c:pt idx="1310">
                  <c:v>100</c:v>
                </c:pt>
                <c:pt idx="1311">
                  <c:v>119</c:v>
                </c:pt>
                <c:pt idx="1312">
                  <c:v>89</c:v>
                </c:pt>
                <c:pt idx="1313">
                  <c:v>89</c:v>
                </c:pt>
                <c:pt idx="1314">
                  <c:v>108</c:v>
                </c:pt>
                <c:pt idx="1315">
                  <c:v>60</c:v>
                </c:pt>
                <c:pt idx="1316">
                  <c:v>77</c:v>
                </c:pt>
                <c:pt idx="1317">
                  <c:v>52</c:v>
                </c:pt>
                <c:pt idx="1318">
                  <c:v>30</c:v>
                </c:pt>
                <c:pt idx="1319">
                  <c:v>46</c:v>
                </c:pt>
                <c:pt idx="1320">
                  <c:v>105</c:v>
                </c:pt>
                <c:pt idx="1321">
                  <c:v>106</c:v>
                </c:pt>
                <c:pt idx="1322">
                  <c:v>106</c:v>
                </c:pt>
                <c:pt idx="1323">
                  <c:v>107</c:v>
                </c:pt>
                <c:pt idx="1324">
                  <c:v>122</c:v>
                </c:pt>
                <c:pt idx="1325">
                  <c:v>92</c:v>
                </c:pt>
                <c:pt idx="1326">
                  <c:v>111</c:v>
                </c:pt>
                <c:pt idx="1327">
                  <c:v>122</c:v>
                </c:pt>
                <c:pt idx="1328">
                  <c:v>28</c:v>
                </c:pt>
                <c:pt idx="1329">
                  <c:v>23</c:v>
                </c:pt>
                <c:pt idx="1330">
                  <c:v>55</c:v>
                </c:pt>
                <c:pt idx="1331">
                  <c:v>3</c:v>
                </c:pt>
                <c:pt idx="1332">
                  <c:v>71</c:v>
                </c:pt>
                <c:pt idx="1333">
                  <c:v>25</c:v>
                </c:pt>
                <c:pt idx="1334">
                  <c:v>28</c:v>
                </c:pt>
                <c:pt idx="1335">
                  <c:v>80</c:v>
                </c:pt>
                <c:pt idx="1336">
                  <c:v>105</c:v>
                </c:pt>
                <c:pt idx="1337">
                  <c:v>89</c:v>
                </c:pt>
                <c:pt idx="1338">
                  <c:v>95</c:v>
                </c:pt>
                <c:pt idx="1339">
                  <c:v>3</c:v>
                </c:pt>
                <c:pt idx="1340">
                  <c:v>61</c:v>
                </c:pt>
                <c:pt idx="1341">
                  <c:v>68</c:v>
                </c:pt>
                <c:pt idx="1342">
                  <c:v>5</c:v>
                </c:pt>
                <c:pt idx="1343">
                  <c:v>96</c:v>
                </c:pt>
                <c:pt idx="1344">
                  <c:v>43</c:v>
                </c:pt>
                <c:pt idx="1345">
                  <c:v>24</c:v>
                </c:pt>
                <c:pt idx="1346">
                  <c:v>58</c:v>
                </c:pt>
                <c:pt idx="1347">
                  <c:v>102</c:v>
                </c:pt>
                <c:pt idx="1348">
                  <c:v>63</c:v>
                </c:pt>
                <c:pt idx="1349">
                  <c:v>44</c:v>
                </c:pt>
                <c:pt idx="1350">
                  <c:v>25</c:v>
                </c:pt>
                <c:pt idx="1351">
                  <c:v>23</c:v>
                </c:pt>
                <c:pt idx="1352">
                  <c:v>89</c:v>
                </c:pt>
                <c:pt idx="1353">
                  <c:v>92</c:v>
                </c:pt>
                <c:pt idx="1354">
                  <c:v>24</c:v>
                </c:pt>
                <c:pt idx="1355">
                  <c:v>100</c:v>
                </c:pt>
                <c:pt idx="1356">
                  <c:v>46</c:v>
                </c:pt>
                <c:pt idx="1357">
                  <c:v>11</c:v>
                </c:pt>
                <c:pt idx="1358">
                  <c:v>60</c:v>
                </c:pt>
                <c:pt idx="1359">
                  <c:v>124</c:v>
                </c:pt>
                <c:pt idx="1360">
                  <c:v>56</c:v>
                </c:pt>
                <c:pt idx="1361">
                  <c:v>51</c:v>
                </c:pt>
                <c:pt idx="1362">
                  <c:v>23</c:v>
                </c:pt>
                <c:pt idx="1363">
                  <c:v>96</c:v>
                </c:pt>
                <c:pt idx="1364">
                  <c:v>92</c:v>
                </c:pt>
                <c:pt idx="1365">
                  <c:v>83</c:v>
                </c:pt>
                <c:pt idx="1366">
                  <c:v>108</c:v>
                </c:pt>
                <c:pt idx="1367">
                  <c:v>96</c:v>
                </c:pt>
                <c:pt idx="1368">
                  <c:v>22</c:v>
                </c:pt>
                <c:pt idx="1369">
                  <c:v>91</c:v>
                </c:pt>
                <c:pt idx="1370">
                  <c:v>106</c:v>
                </c:pt>
                <c:pt idx="1371">
                  <c:v>93</c:v>
                </c:pt>
                <c:pt idx="1372">
                  <c:v>118</c:v>
                </c:pt>
                <c:pt idx="1373">
                  <c:v>163</c:v>
                </c:pt>
                <c:pt idx="1374">
                  <c:v>95</c:v>
                </c:pt>
                <c:pt idx="1375">
                  <c:v>62</c:v>
                </c:pt>
                <c:pt idx="1376">
                  <c:v>23</c:v>
                </c:pt>
                <c:pt idx="1377">
                  <c:v>105</c:v>
                </c:pt>
                <c:pt idx="1378">
                  <c:v>79</c:v>
                </c:pt>
                <c:pt idx="1379">
                  <c:v>17</c:v>
                </c:pt>
                <c:pt idx="1380">
                  <c:v>23</c:v>
                </c:pt>
                <c:pt idx="1381">
                  <c:v>72</c:v>
                </c:pt>
                <c:pt idx="1382">
                  <c:v>21</c:v>
                </c:pt>
                <c:pt idx="1383">
                  <c:v>92</c:v>
                </c:pt>
                <c:pt idx="1384">
                  <c:v>27</c:v>
                </c:pt>
                <c:pt idx="1385">
                  <c:v>98</c:v>
                </c:pt>
                <c:pt idx="1386">
                  <c:v>92</c:v>
                </c:pt>
                <c:pt idx="1387">
                  <c:v>84</c:v>
                </c:pt>
                <c:pt idx="1388">
                  <c:v>30</c:v>
                </c:pt>
                <c:pt idx="1389">
                  <c:v>97</c:v>
                </c:pt>
                <c:pt idx="1390">
                  <c:v>29</c:v>
                </c:pt>
                <c:pt idx="1391">
                  <c:v>129</c:v>
                </c:pt>
                <c:pt idx="1392">
                  <c:v>65</c:v>
                </c:pt>
                <c:pt idx="1393">
                  <c:v>23</c:v>
                </c:pt>
                <c:pt idx="1394">
                  <c:v>63</c:v>
                </c:pt>
                <c:pt idx="1395">
                  <c:v>23</c:v>
                </c:pt>
                <c:pt idx="1396">
                  <c:v>21</c:v>
                </c:pt>
                <c:pt idx="1397">
                  <c:v>136</c:v>
                </c:pt>
                <c:pt idx="1398">
                  <c:v>139</c:v>
                </c:pt>
                <c:pt idx="1399">
                  <c:v>23</c:v>
                </c:pt>
                <c:pt idx="1400">
                  <c:v>35</c:v>
                </c:pt>
                <c:pt idx="1401">
                  <c:v>110</c:v>
                </c:pt>
                <c:pt idx="1402">
                  <c:v>47</c:v>
                </c:pt>
                <c:pt idx="1403">
                  <c:v>53</c:v>
                </c:pt>
                <c:pt idx="1404">
                  <c:v>30</c:v>
                </c:pt>
                <c:pt idx="1405">
                  <c:v>111</c:v>
                </c:pt>
                <c:pt idx="1406">
                  <c:v>90</c:v>
                </c:pt>
                <c:pt idx="1407">
                  <c:v>42</c:v>
                </c:pt>
                <c:pt idx="1408">
                  <c:v>87</c:v>
                </c:pt>
                <c:pt idx="1409">
                  <c:v>51</c:v>
                </c:pt>
                <c:pt idx="1410">
                  <c:v>31</c:v>
                </c:pt>
                <c:pt idx="1411">
                  <c:v>24</c:v>
                </c:pt>
                <c:pt idx="1412">
                  <c:v>132</c:v>
                </c:pt>
                <c:pt idx="1413">
                  <c:v>44</c:v>
                </c:pt>
                <c:pt idx="1414">
                  <c:v>49</c:v>
                </c:pt>
                <c:pt idx="1415">
                  <c:v>45</c:v>
                </c:pt>
                <c:pt idx="1416">
                  <c:v>133</c:v>
                </c:pt>
                <c:pt idx="1417">
                  <c:v>48</c:v>
                </c:pt>
                <c:pt idx="1418">
                  <c:v>82</c:v>
                </c:pt>
                <c:pt idx="1419">
                  <c:v>88</c:v>
                </c:pt>
                <c:pt idx="1420">
                  <c:v>48</c:v>
                </c:pt>
                <c:pt idx="1421">
                  <c:v>110</c:v>
                </c:pt>
                <c:pt idx="1422">
                  <c:v>86</c:v>
                </c:pt>
                <c:pt idx="1423">
                  <c:v>15</c:v>
                </c:pt>
                <c:pt idx="1424">
                  <c:v>106</c:v>
                </c:pt>
                <c:pt idx="1425">
                  <c:v>74</c:v>
                </c:pt>
                <c:pt idx="1426">
                  <c:v>63</c:v>
                </c:pt>
                <c:pt idx="1427">
                  <c:v>61</c:v>
                </c:pt>
                <c:pt idx="1428">
                  <c:v>156</c:v>
                </c:pt>
                <c:pt idx="1429">
                  <c:v>69</c:v>
                </c:pt>
                <c:pt idx="1430">
                  <c:v>101</c:v>
                </c:pt>
                <c:pt idx="1431">
                  <c:v>95</c:v>
                </c:pt>
                <c:pt idx="1432">
                  <c:v>22</c:v>
                </c:pt>
                <c:pt idx="1433">
                  <c:v>87</c:v>
                </c:pt>
                <c:pt idx="1434">
                  <c:v>63</c:v>
                </c:pt>
                <c:pt idx="1435">
                  <c:v>22</c:v>
                </c:pt>
                <c:pt idx="1436">
                  <c:v>45</c:v>
                </c:pt>
                <c:pt idx="1437">
                  <c:v>62</c:v>
                </c:pt>
                <c:pt idx="1438">
                  <c:v>26</c:v>
                </c:pt>
                <c:pt idx="1439">
                  <c:v>105</c:v>
                </c:pt>
                <c:pt idx="1440">
                  <c:v>97</c:v>
                </c:pt>
                <c:pt idx="1441">
                  <c:v>41</c:v>
                </c:pt>
                <c:pt idx="1442">
                  <c:v>115</c:v>
                </c:pt>
                <c:pt idx="1443">
                  <c:v>98</c:v>
                </c:pt>
                <c:pt idx="1444">
                  <c:v>90</c:v>
                </c:pt>
                <c:pt idx="1445">
                  <c:v>23</c:v>
                </c:pt>
                <c:pt idx="1446">
                  <c:v>118</c:v>
                </c:pt>
                <c:pt idx="1447">
                  <c:v>115</c:v>
                </c:pt>
                <c:pt idx="1448">
                  <c:v>136</c:v>
                </c:pt>
                <c:pt idx="1449">
                  <c:v>8</c:v>
                </c:pt>
                <c:pt idx="1450">
                  <c:v>27</c:v>
                </c:pt>
                <c:pt idx="1451">
                  <c:v>22</c:v>
                </c:pt>
                <c:pt idx="1452">
                  <c:v>87</c:v>
                </c:pt>
                <c:pt idx="1453">
                  <c:v>99</c:v>
                </c:pt>
                <c:pt idx="1454">
                  <c:v>86</c:v>
                </c:pt>
                <c:pt idx="1455">
                  <c:v>123</c:v>
                </c:pt>
                <c:pt idx="1456">
                  <c:v>103</c:v>
                </c:pt>
                <c:pt idx="1457">
                  <c:v>103</c:v>
                </c:pt>
                <c:pt idx="1458">
                  <c:v>84</c:v>
                </c:pt>
                <c:pt idx="1459">
                  <c:v>139</c:v>
                </c:pt>
                <c:pt idx="1460">
                  <c:v>85</c:v>
                </c:pt>
                <c:pt idx="1461">
                  <c:v>62</c:v>
                </c:pt>
                <c:pt idx="1462">
                  <c:v>23</c:v>
                </c:pt>
                <c:pt idx="1463">
                  <c:v>95</c:v>
                </c:pt>
                <c:pt idx="1464">
                  <c:v>91</c:v>
                </c:pt>
                <c:pt idx="1465">
                  <c:v>108</c:v>
                </c:pt>
                <c:pt idx="1466">
                  <c:v>30</c:v>
                </c:pt>
                <c:pt idx="1467">
                  <c:v>112</c:v>
                </c:pt>
                <c:pt idx="1468">
                  <c:v>27</c:v>
                </c:pt>
                <c:pt idx="1469">
                  <c:v>103</c:v>
                </c:pt>
                <c:pt idx="1470">
                  <c:v>100</c:v>
                </c:pt>
                <c:pt idx="1471">
                  <c:v>31</c:v>
                </c:pt>
                <c:pt idx="1472">
                  <c:v>25</c:v>
                </c:pt>
                <c:pt idx="1473">
                  <c:v>132</c:v>
                </c:pt>
                <c:pt idx="1474">
                  <c:v>108</c:v>
                </c:pt>
                <c:pt idx="1475">
                  <c:v>70</c:v>
                </c:pt>
                <c:pt idx="1476">
                  <c:v>27</c:v>
                </c:pt>
                <c:pt idx="1477">
                  <c:v>62</c:v>
                </c:pt>
                <c:pt idx="1478">
                  <c:v>148</c:v>
                </c:pt>
                <c:pt idx="1479">
                  <c:v>48</c:v>
                </c:pt>
                <c:pt idx="1480">
                  <c:v>105</c:v>
                </c:pt>
                <c:pt idx="1481">
                  <c:v>60</c:v>
                </c:pt>
                <c:pt idx="1482">
                  <c:v>73</c:v>
                </c:pt>
                <c:pt idx="1483">
                  <c:v>141</c:v>
                </c:pt>
                <c:pt idx="1484">
                  <c:v>24</c:v>
                </c:pt>
                <c:pt idx="1485">
                  <c:v>55</c:v>
                </c:pt>
                <c:pt idx="1486">
                  <c:v>82</c:v>
                </c:pt>
                <c:pt idx="1487">
                  <c:v>36</c:v>
                </c:pt>
                <c:pt idx="1488">
                  <c:v>43</c:v>
                </c:pt>
                <c:pt idx="1489">
                  <c:v>25</c:v>
                </c:pt>
                <c:pt idx="1490">
                  <c:v>42</c:v>
                </c:pt>
                <c:pt idx="1491">
                  <c:v>155</c:v>
                </c:pt>
                <c:pt idx="1492">
                  <c:v>181</c:v>
                </c:pt>
                <c:pt idx="1493">
                  <c:v>105</c:v>
                </c:pt>
                <c:pt idx="1494">
                  <c:v>49</c:v>
                </c:pt>
                <c:pt idx="1495">
                  <c:v>26</c:v>
                </c:pt>
                <c:pt idx="1496">
                  <c:v>123</c:v>
                </c:pt>
                <c:pt idx="1497">
                  <c:v>16</c:v>
                </c:pt>
                <c:pt idx="1498">
                  <c:v>5</c:v>
                </c:pt>
                <c:pt idx="1499">
                  <c:v>91</c:v>
                </c:pt>
                <c:pt idx="1500">
                  <c:v>100</c:v>
                </c:pt>
                <c:pt idx="1501">
                  <c:v>47</c:v>
                </c:pt>
                <c:pt idx="1502">
                  <c:v>127</c:v>
                </c:pt>
                <c:pt idx="1503">
                  <c:v>92</c:v>
                </c:pt>
                <c:pt idx="1504">
                  <c:v>11</c:v>
                </c:pt>
                <c:pt idx="1505">
                  <c:v>60</c:v>
                </c:pt>
                <c:pt idx="1506">
                  <c:v>43</c:v>
                </c:pt>
                <c:pt idx="1507">
                  <c:v>126</c:v>
                </c:pt>
                <c:pt idx="1508">
                  <c:v>164</c:v>
                </c:pt>
                <c:pt idx="1509">
                  <c:v>98</c:v>
                </c:pt>
                <c:pt idx="1510">
                  <c:v>159</c:v>
                </c:pt>
                <c:pt idx="1511">
                  <c:v>69</c:v>
                </c:pt>
                <c:pt idx="1512">
                  <c:v>44</c:v>
                </c:pt>
                <c:pt idx="1513">
                  <c:v>92</c:v>
                </c:pt>
                <c:pt idx="1514">
                  <c:v>95</c:v>
                </c:pt>
                <c:pt idx="1515">
                  <c:v>57</c:v>
                </c:pt>
                <c:pt idx="1516">
                  <c:v>21</c:v>
                </c:pt>
                <c:pt idx="1517">
                  <c:v>65</c:v>
                </c:pt>
                <c:pt idx="1518">
                  <c:v>134</c:v>
                </c:pt>
                <c:pt idx="1519">
                  <c:v>48</c:v>
                </c:pt>
                <c:pt idx="1520">
                  <c:v>46</c:v>
                </c:pt>
                <c:pt idx="1521">
                  <c:v>45</c:v>
                </c:pt>
                <c:pt idx="1522">
                  <c:v>44</c:v>
                </c:pt>
                <c:pt idx="1523">
                  <c:v>60</c:v>
                </c:pt>
                <c:pt idx="1524">
                  <c:v>31</c:v>
                </c:pt>
                <c:pt idx="1525">
                  <c:v>100</c:v>
                </c:pt>
                <c:pt idx="1526">
                  <c:v>114</c:v>
                </c:pt>
                <c:pt idx="1527">
                  <c:v>79</c:v>
                </c:pt>
                <c:pt idx="1528">
                  <c:v>21</c:v>
                </c:pt>
                <c:pt idx="1529">
                  <c:v>89</c:v>
                </c:pt>
                <c:pt idx="1530">
                  <c:v>98</c:v>
                </c:pt>
                <c:pt idx="1531">
                  <c:v>101</c:v>
                </c:pt>
                <c:pt idx="1532">
                  <c:v>90</c:v>
                </c:pt>
                <c:pt idx="1533">
                  <c:v>136</c:v>
                </c:pt>
                <c:pt idx="1534">
                  <c:v>112</c:v>
                </c:pt>
                <c:pt idx="1535">
                  <c:v>110</c:v>
                </c:pt>
                <c:pt idx="1536">
                  <c:v>109</c:v>
                </c:pt>
                <c:pt idx="1537">
                  <c:v>116</c:v>
                </c:pt>
                <c:pt idx="1538">
                  <c:v>114</c:v>
                </c:pt>
                <c:pt idx="1539">
                  <c:v>50</c:v>
                </c:pt>
                <c:pt idx="1540">
                  <c:v>132</c:v>
                </c:pt>
                <c:pt idx="1541">
                  <c:v>66</c:v>
                </c:pt>
                <c:pt idx="1542">
                  <c:v>82</c:v>
                </c:pt>
                <c:pt idx="1543">
                  <c:v>170</c:v>
                </c:pt>
                <c:pt idx="1544">
                  <c:v>103</c:v>
                </c:pt>
                <c:pt idx="1545">
                  <c:v>95</c:v>
                </c:pt>
                <c:pt idx="1546">
                  <c:v>124</c:v>
                </c:pt>
                <c:pt idx="1547">
                  <c:v>86</c:v>
                </c:pt>
                <c:pt idx="1548">
                  <c:v>130</c:v>
                </c:pt>
                <c:pt idx="1549">
                  <c:v>80</c:v>
                </c:pt>
                <c:pt idx="1550">
                  <c:v>73</c:v>
                </c:pt>
                <c:pt idx="1551">
                  <c:v>36</c:v>
                </c:pt>
                <c:pt idx="1552">
                  <c:v>90</c:v>
                </c:pt>
                <c:pt idx="1553">
                  <c:v>126</c:v>
                </c:pt>
                <c:pt idx="1554">
                  <c:v>90</c:v>
                </c:pt>
                <c:pt idx="1555">
                  <c:v>98</c:v>
                </c:pt>
                <c:pt idx="1556">
                  <c:v>130</c:v>
                </c:pt>
                <c:pt idx="1557">
                  <c:v>39</c:v>
                </c:pt>
                <c:pt idx="1558">
                  <c:v>97</c:v>
                </c:pt>
                <c:pt idx="1559">
                  <c:v>29</c:v>
                </c:pt>
                <c:pt idx="1560">
                  <c:v>109</c:v>
                </c:pt>
                <c:pt idx="1561">
                  <c:v>107</c:v>
                </c:pt>
                <c:pt idx="1562">
                  <c:v>88</c:v>
                </c:pt>
                <c:pt idx="1563">
                  <c:v>20</c:v>
                </c:pt>
                <c:pt idx="1564">
                  <c:v>131</c:v>
                </c:pt>
                <c:pt idx="1565">
                  <c:v>78</c:v>
                </c:pt>
                <c:pt idx="1566">
                  <c:v>82</c:v>
                </c:pt>
                <c:pt idx="1567">
                  <c:v>61</c:v>
                </c:pt>
                <c:pt idx="1568">
                  <c:v>119</c:v>
                </c:pt>
                <c:pt idx="1569">
                  <c:v>98</c:v>
                </c:pt>
                <c:pt idx="1570">
                  <c:v>30</c:v>
                </c:pt>
                <c:pt idx="1571">
                  <c:v>83</c:v>
                </c:pt>
                <c:pt idx="1572">
                  <c:v>93</c:v>
                </c:pt>
                <c:pt idx="1573">
                  <c:v>74</c:v>
                </c:pt>
                <c:pt idx="1574">
                  <c:v>154</c:v>
                </c:pt>
                <c:pt idx="1575">
                  <c:v>71</c:v>
                </c:pt>
                <c:pt idx="1576">
                  <c:v>45</c:v>
                </c:pt>
                <c:pt idx="1577">
                  <c:v>67</c:v>
                </c:pt>
                <c:pt idx="1578">
                  <c:v>91</c:v>
                </c:pt>
                <c:pt idx="1579">
                  <c:v>46</c:v>
                </c:pt>
                <c:pt idx="1580">
                  <c:v>90</c:v>
                </c:pt>
                <c:pt idx="1581">
                  <c:v>94</c:v>
                </c:pt>
                <c:pt idx="1582">
                  <c:v>86</c:v>
                </c:pt>
                <c:pt idx="1583">
                  <c:v>136</c:v>
                </c:pt>
                <c:pt idx="1584">
                  <c:v>24</c:v>
                </c:pt>
                <c:pt idx="1585">
                  <c:v>106</c:v>
                </c:pt>
                <c:pt idx="1586">
                  <c:v>103</c:v>
                </c:pt>
                <c:pt idx="1587">
                  <c:v>100</c:v>
                </c:pt>
                <c:pt idx="1588">
                  <c:v>82</c:v>
                </c:pt>
                <c:pt idx="1589">
                  <c:v>120</c:v>
                </c:pt>
                <c:pt idx="1590">
                  <c:v>18</c:v>
                </c:pt>
                <c:pt idx="1591">
                  <c:v>98</c:v>
                </c:pt>
                <c:pt idx="1592">
                  <c:v>107</c:v>
                </c:pt>
                <c:pt idx="1593">
                  <c:v>140</c:v>
                </c:pt>
                <c:pt idx="1594">
                  <c:v>28</c:v>
                </c:pt>
                <c:pt idx="1595">
                  <c:v>144</c:v>
                </c:pt>
                <c:pt idx="1596">
                  <c:v>11</c:v>
                </c:pt>
                <c:pt idx="1597">
                  <c:v>13</c:v>
                </c:pt>
                <c:pt idx="1598">
                  <c:v>157</c:v>
                </c:pt>
                <c:pt idx="1599">
                  <c:v>22</c:v>
                </c:pt>
                <c:pt idx="1600">
                  <c:v>107</c:v>
                </c:pt>
                <c:pt idx="1601">
                  <c:v>63</c:v>
                </c:pt>
                <c:pt idx="1602">
                  <c:v>105</c:v>
                </c:pt>
                <c:pt idx="1603">
                  <c:v>74</c:v>
                </c:pt>
                <c:pt idx="1604">
                  <c:v>108</c:v>
                </c:pt>
                <c:pt idx="1605">
                  <c:v>77</c:v>
                </c:pt>
                <c:pt idx="1606">
                  <c:v>106</c:v>
                </c:pt>
                <c:pt idx="1607">
                  <c:v>67</c:v>
                </c:pt>
                <c:pt idx="1608">
                  <c:v>135</c:v>
                </c:pt>
                <c:pt idx="1609">
                  <c:v>83</c:v>
                </c:pt>
                <c:pt idx="1610">
                  <c:v>74</c:v>
                </c:pt>
                <c:pt idx="1611">
                  <c:v>102</c:v>
                </c:pt>
                <c:pt idx="1612">
                  <c:v>28</c:v>
                </c:pt>
                <c:pt idx="1613">
                  <c:v>90</c:v>
                </c:pt>
                <c:pt idx="1614">
                  <c:v>65</c:v>
                </c:pt>
                <c:pt idx="1615">
                  <c:v>60</c:v>
                </c:pt>
                <c:pt idx="1616">
                  <c:v>108</c:v>
                </c:pt>
                <c:pt idx="1617">
                  <c:v>60</c:v>
                </c:pt>
                <c:pt idx="1618">
                  <c:v>13</c:v>
                </c:pt>
                <c:pt idx="1619">
                  <c:v>10</c:v>
                </c:pt>
                <c:pt idx="1620">
                  <c:v>58</c:v>
                </c:pt>
                <c:pt idx="1621">
                  <c:v>53</c:v>
                </c:pt>
                <c:pt idx="1622">
                  <c:v>138</c:v>
                </c:pt>
                <c:pt idx="1623">
                  <c:v>65</c:v>
                </c:pt>
                <c:pt idx="1624">
                  <c:v>108</c:v>
                </c:pt>
                <c:pt idx="1625">
                  <c:v>91</c:v>
                </c:pt>
                <c:pt idx="1626">
                  <c:v>84</c:v>
                </c:pt>
                <c:pt idx="1627">
                  <c:v>45</c:v>
                </c:pt>
                <c:pt idx="1628">
                  <c:v>24</c:v>
                </c:pt>
                <c:pt idx="1629">
                  <c:v>64</c:v>
                </c:pt>
                <c:pt idx="1630">
                  <c:v>88</c:v>
                </c:pt>
                <c:pt idx="1631">
                  <c:v>98</c:v>
                </c:pt>
                <c:pt idx="1632">
                  <c:v>107</c:v>
                </c:pt>
                <c:pt idx="1633">
                  <c:v>18</c:v>
                </c:pt>
                <c:pt idx="1634">
                  <c:v>44</c:v>
                </c:pt>
                <c:pt idx="1635">
                  <c:v>69</c:v>
                </c:pt>
                <c:pt idx="1636">
                  <c:v>102</c:v>
                </c:pt>
                <c:pt idx="1637">
                  <c:v>61</c:v>
                </c:pt>
                <c:pt idx="1638">
                  <c:v>106</c:v>
                </c:pt>
                <c:pt idx="1639">
                  <c:v>67</c:v>
                </c:pt>
                <c:pt idx="1640">
                  <c:v>120</c:v>
                </c:pt>
                <c:pt idx="1641">
                  <c:v>90</c:v>
                </c:pt>
                <c:pt idx="1642">
                  <c:v>119</c:v>
                </c:pt>
                <c:pt idx="1643">
                  <c:v>105</c:v>
                </c:pt>
                <c:pt idx="1644">
                  <c:v>29</c:v>
                </c:pt>
                <c:pt idx="1645">
                  <c:v>13</c:v>
                </c:pt>
                <c:pt idx="1646">
                  <c:v>101</c:v>
                </c:pt>
                <c:pt idx="1647">
                  <c:v>45</c:v>
                </c:pt>
                <c:pt idx="1648">
                  <c:v>92</c:v>
                </c:pt>
                <c:pt idx="1649">
                  <c:v>94</c:v>
                </c:pt>
                <c:pt idx="1650">
                  <c:v>100</c:v>
                </c:pt>
                <c:pt idx="1651">
                  <c:v>106</c:v>
                </c:pt>
                <c:pt idx="1652">
                  <c:v>110</c:v>
                </c:pt>
                <c:pt idx="1653">
                  <c:v>90</c:v>
                </c:pt>
                <c:pt idx="1654">
                  <c:v>39</c:v>
                </c:pt>
                <c:pt idx="1655">
                  <c:v>60</c:v>
                </c:pt>
                <c:pt idx="1656">
                  <c:v>95</c:v>
                </c:pt>
                <c:pt idx="1657">
                  <c:v>97</c:v>
                </c:pt>
                <c:pt idx="1658">
                  <c:v>129</c:v>
                </c:pt>
                <c:pt idx="1659">
                  <c:v>56</c:v>
                </c:pt>
                <c:pt idx="1660">
                  <c:v>132</c:v>
                </c:pt>
                <c:pt idx="1661">
                  <c:v>110</c:v>
                </c:pt>
                <c:pt idx="1662">
                  <c:v>90</c:v>
                </c:pt>
                <c:pt idx="1663">
                  <c:v>112</c:v>
                </c:pt>
                <c:pt idx="1664">
                  <c:v>115</c:v>
                </c:pt>
                <c:pt idx="1665">
                  <c:v>100</c:v>
                </c:pt>
                <c:pt idx="1666">
                  <c:v>95</c:v>
                </c:pt>
                <c:pt idx="1667">
                  <c:v>60</c:v>
                </c:pt>
                <c:pt idx="1668">
                  <c:v>117</c:v>
                </c:pt>
                <c:pt idx="1669">
                  <c:v>45</c:v>
                </c:pt>
                <c:pt idx="1670">
                  <c:v>116</c:v>
                </c:pt>
                <c:pt idx="1671">
                  <c:v>93</c:v>
                </c:pt>
                <c:pt idx="1672">
                  <c:v>95</c:v>
                </c:pt>
                <c:pt idx="1673">
                  <c:v>31</c:v>
                </c:pt>
                <c:pt idx="1674">
                  <c:v>116</c:v>
                </c:pt>
                <c:pt idx="1675">
                  <c:v>122</c:v>
                </c:pt>
                <c:pt idx="1676">
                  <c:v>100</c:v>
                </c:pt>
                <c:pt idx="1677">
                  <c:v>115</c:v>
                </c:pt>
                <c:pt idx="1678">
                  <c:v>97</c:v>
                </c:pt>
                <c:pt idx="1679">
                  <c:v>83</c:v>
                </c:pt>
                <c:pt idx="1680">
                  <c:v>28</c:v>
                </c:pt>
                <c:pt idx="1681">
                  <c:v>88</c:v>
                </c:pt>
                <c:pt idx="1682">
                  <c:v>68</c:v>
                </c:pt>
                <c:pt idx="1683">
                  <c:v>112</c:v>
                </c:pt>
                <c:pt idx="1684">
                  <c:v>42</c:v>
                </c:pt>
                <c:pt idx="1685">
                  <c:v>118</c:v>
                </c:pt>
                <c:pt idx="1686">
                  <c:v>45</c:v>
                </c:pt>
                <c:pt idx="1687">
                  <c:v>80</c:v>
                </c:pt>
                <c:pt idx="1688">
                  <c:v>94</c:v>
                </c:pt>
                <c:pt idx="1689">
                  <c:v>130</c:v>
                </c:pt>
                <c:pt idx="1690">
                  <c:v>125</c:v>
                </c:pt>
                <c:pt idx="1691">
                  <c:v>44</c:v>
                </c:pt>
                <c:pt idx="1692">
                  <c:v>82</c:v>
                </c:pt>
                <c:pt idx="1693">
                  <c:v>75</c:v>
                </c:pt>
                <c:pt idx="1694">
                  <c:v>106</c:v>
                </c:pt>
                <c:pt idx="1695">
                  <c:v>93</c:v>
                </c:pt>
                <c:pt idx="1696">
                  <c:v>25</c:v>
                </c:pt>
                <c:pt idx="1697">
                  <c:v>96</c:v>
                </c:pt>
                <c:pt idx="1698">
                  <c:v>100</c:v>
                </c:pt>
                <c:pt idx="1699">
                  <c:v>107</c:v>
                </c:pt>
                <c:pt idx="1700">
                  <c:v>37</c:v>
                </c:pt>
                <c:pt idx="1701">
                  <c:v>87</c:v>
                </c:pt>
                <c:pt idx="1702">
                  <c:v>118</c:v>
                </c:pt>
                <c:pt idx="1703">
                  <c:v>113</c:v>
                </c:pt>
                <c:pt idx="1704">
                  <c:v>107</c:v>
                </c:pt>
                <c:pt idx="1705">
                  <c:v>98</c:v>
                </c:pt>
                <c:pt idx="1706">
                  <c:v>16</c:v>
                </c:pt>
                <c:pt idx="1707">
                  <c:v>60</c:v>
                </c:pt>
                <c:pt idx="1708">
                  <c:v>25</c:v>
                </c:pt>
                <c:pt idx="1709">
                  <c:v>45</c:v>
                </c:pt>
                <c:pt idx="1710">
                  <c:v>164</c:v>
                </c:pt>
                <c:pt idx="1711">
                  <c:v>56</c:v>
                </c:pt>
                <c:pt idx="1712">
                  <c:v>111</c:v>
                </c:pt>
                <c:pt idx="1713">
                  <c:v>107</c:v>
                </c:pt>
                <c:pt idx="1714">
                  <c:v>106</c:v>
                </c:pt>
                <c:pt idx="1715">
                  <c:v>140</c:v>
                </c:pt>
                <c:pt idx="1716">
                  <c:v>42</c:v>
                </c:pt>
                <c:pt idx="1717">
                  <c:v>42</c:v>
                </c:pt>
                <c:pt idx="1718">
                  <c:v>53</c:v>
                </c:pt>
                <c:pt idx="1719">
                  <c:v>140</c:v>
                </c:pt>
                <c:pt idx="1720">
                  <c:v>42</c:v>
                </c:pt>
                <c:pt idx="1721">
                  <c:v>130</c:v>
                </c:pt>
                <c:pt idx="1722">
                  <c:v>42</c:v>
                </c:pt>
                <c:pt idx="1723">
                  <c:v>48</c:v>
                </c:pt>
                <c:pt idx="1724">
                  <c:v>31</c:v>
                </c:pt>
                <c:pt idx="1725">
                  <c:v>47</c:v>
                </c:pt>
                <c:pt idx="1726">
                  <c:v>49</c:v>
                </c:pt>
                <c:pt idx="1727">
                  <c:v>50</c:v>
                </c:pt>
                <c:pt idx="1728">
                  <c:v>94</c:v>
                </c:pt>
                <c:pt idx="1729">
                  <c:v>42</c:v>
                </c:pt>
                <c:pt idx="1730">
                  <c:v>94</c:v>
                </c:pt>
                <c:pt idx="1731">
                  <c:v>65</c:v>
                </c:pt>
                <c:pt idx="1732">
                  <c:v>52</c:v>
                </c:pt>
                <c:pt idx="1733">
                  <c:v>39</c:v>
                </c:pt>
                <c:pt idx="1734">
                  <c:v>44</c:v>
                </c:pt>
                <c:pt idx="1735">
                  <c:v>125</c:v>
                </c:pt>
                <c:pt idx="1736">
                  <c:v>49</c:v>
                </c:pt>
                <c:pt idx="1737">
                  <c:v>42</c:v>
                </c:pt>
                <c:pt idx="1738">
                  <c:v>58</c:v>
                </c:pt>
                <c:pt idx="1739">
                  <c:v>43</c:v>
                </c:pt>
                <c:pt idx="1740">
                  <c:v>22</c:v>
                </c:pt>
                <c:pt idx="1741">
                  <c:v>136</c:v>
                </c:pt>
                <c:pt idx="1742">
                  <c:v>67</c:v>
                </c:pt>
                <c:pt idx="1743">
                  <c:v>52</c:v>
                </c:pt>
                <c:pt idx="1744">
                  <c:v>27</c:v>
                </c:pt>
                <c:pt idx="1745">
                  <c:v>113</c:v>
                </c:pt>
                <c:pt idx="1746">
                  <c:v>42</c:v>
                </c:pt>
                <c:pt idx="1747">
                  <c:v>104</c:v>
                </c:pt>
                <c:pt idx="1748">
                  <c:v>43</c:v>
                </c:pt>
                <c:pt idx="1749">
                  <c:v>46</c:v>
                </c:pt>
                <c:pt idx="1750">
                  <c:v>91</c:v>
                </c:pt>
                <c:pt idx="1751">
                  <c:v>72</c:v>
                </c:pt>
                <c:pt idx="1752">
                  <c:v>43</c:v>
                </c:pt>
                <c:pt idx="1753">
                  <c:v>132</c:v>
                </c:pt>
                <c:pt idx="1754">
                  <c:v>122</c:v>
                </c:pt>
                <c:pt idx="1755">
                  <c:v>29</c:v>
                </c:pt>
                <c:pt idx="1756">
                  <c:v>119</c:v>
                </c:pt>
                <c:pt idx="1757">
                  <c:v>23</c:v>
                </c:pt>
                <c:pt idx="1758">
                  <c:v>29</c:v>
                </c:pt>
                <c:pt idx="1759">
                  <c:v>21</c:v>
                </c:pt>
                <c:pt idx="1760">
                  <c:v>45</c:v>
                </c:pt>
                <c:pt idx="1761">
                  <c:v>34</c:v>
                </c:pt>
                <c:pt idx="1762">
                  <c:v>21</c:v>
                </c:pt>
                <c:pt idx="1763">
                  <c:v>57</c:v>
                </c:pt>
                <c:pt idx="1764">
                  <c:v>120</c:v>
                </c:pt>
                <c:pt idx="1765">
                  <c:v>26</c:v>
                </c:pt>
                <c:pt idx="1766">
                  <c:v>132</c:v>
                </c:pt>
                <c:pt idx="1767">
                  <c:v>26</c:v>
                </c:pt>
                <c:pt idx="1768">
                  <c:v>44</c:v>
                </c:pt>
                <c:pt idx="1769">
                  <c:v>31</c:v>
                </c:pt>
                <c:pt idx="1770">
                  <c:v>44</c:v>
                </c:pt>
                <c:pt idx="1771">
                  <c:v>135</c:v>
                </c:pt>
                <c:pt idx="1772">
                  <c:v>46</c:v>
                </c:pt>
                <c:pt idx="1773">
                  <c:v>115</c:v>
                </c:pt>
                <c:pt idx="1774">
                  <c:v>47</c:v>
                </c:pt>
                <c:pt idx="1775">
                  <c:v>93</c:v>
                </c:pt>
                <c:pt idx="1776">
                  <c:v>33</c:v>
                </c:pt>
                <c:pt idx="1777">
                  <c:v>50</c:v>
                </c:pt>
                <c:pt idx="1778">
                  <c:v>86</c:v>
                </c:pt>
                <c:pt idx="1779">
                  <c:v>57</c:v>
                </c:pt>
                <c:pt idx="1780">
                  <c:v>123</c:v>
                </c:pt>
                <c:pt idx="1781">
                  <c:v>113</c:v>
                </c:pt>
                <c:pt idx="1782">
                  <c:v>130</c:v>
                </c:pt>
                <c:pt idx="1783">
                  <c:v>121</c:v>
                </c:pt>
                <c:pt idx="1784">
                  <c:v>94</c:v>
                </c:pt>
                <c:pt idx="1785">
                  <c:v>25</c:v>
                </c:pt>
                <c:pt idx="1786">
                  <c:v>56</c:v>
                </c:pt>
                <c:pt idx="1787">
                  <c:v>120</c:v>
                </c:pt>
                <c:pt idx="1788">
                  <c:v>29</c:v>
                </c:pt>
                <c:pt idx="1789">
                  <c:v>103</c:v>
                </c:pt>
                <c:pt idx="1790">
                  <c:v>102</c:v>
                </c:pt>
                <c:pt idx="1791">
                  <c:v>24</c:v>
                </c:pt>
                <c:pt idx="1792">
                  <c:v>107</c:v>
                </c:pt>
                <c:pt idx="1793">
                  <c:v>102</c:v>
                </c:pt>
                <c:pt idx="1794">
                  <c:v>93</c:v>
                </c:pt>
                <c:pt idx="1795">
                  <c:v>27</c:v>
                </c:pt>
                <c:pt idx="1796">
                  <c:v>91</c:v>
                </c:pt>
                <c:pt idx="1797">
                  <c:v>110</c:v>
                </c:pt>
                <c:pt idx="1798">
                  <c:v>62</c:v>
                </c:pt>
                <c:pt idx="1799">
                  <c:v>125</c:v>
                </c:pt>
                <c:pt idx="1800">
                  <c:v>105</c:v>
                </c:pt>
                <c:pt idx="1801">
                  <c:v>25</c:v>
                </c:pt>
                <c:pt idx="1802">
                  <c:v>101</c:v>
                </c:pt>
                <c:pt idx="1803">
                  <c:v>6</c:v>
                </c:pt>
                <c:pt idx="1804">
                  <c:v>22</c:v>
                </c:pt>
                <c:pt idx="1805">
                  <c:v>93</c:v>
                </c:pt>
                <c:pt idx="1806">
                  <c:v>55</c:v>
                </c:pt>
                <c:pt idx="1807">
                  <c:v>45</c:v>
                </c:pt>
                <c:pt idx="1808">
                  <c:v>124</c:v>
                </c:pt>
                <c:pt idx="1809">
                  <c:v>24</c:v>
                </c:pt>
                <c:pt idx="1810">
                  <c:v>122</c:v>
                </c:pt>
                <c:pt idx="1811">
                  <c:v>46</c:v>
                </c:pt>
                <c:pt idx="1812">
                  <c:v>65</c:v>
                </c:pt>
                <c:pt idx="1813">
                  <c:v>121</c:v>
                </c:pt>
                <c:pt idx="1814">
                  <c:v>47</c:v>
                </c:pt>
                <c:pt idx="1815">
                  <c:v>105</c:v>
                </c:pt>
                <c:pt idx="1816">
                  <c:v>52</c:v>
                </c:pt>
                <c:pt idx="1817">
                  <c:v>56</c:v>
                </c:pt>
                <c:pt idx="1818">
                  <c:v>109</c:v>
                </c:pt>
                <c:pt idx="1819">
                  <c:v>121</c:v>
                </c:pt>
                <c:pt idx="1820">
                  <c:v>58</c:v>
                </c:pt>
                <c:pt idx="1821">
                  <c:v>56</c:v>
                </c:pt>
                <c:pt idx="1822">
                  <c:v>84</c:v>
                </c:pt>
                <c:pt idx="1823">
                  <c:v>44</c:v>
                </c:pt>
                <c:pt idx="1824">
                  <c:v>95</c:v>
                </c:pt>
                <c:pt idx="1825">
                  <c:v>42</c:v>
                </c:pt>
                <c:pt idx="1826">
                  <c:v>112</c:v>
                </c:pt>
                <c:pt idx="1827">
                  <c:v>89</c:v>
                </c:pt>
                <c:pt idx="1828">
                  <c:v>85</c:v>
                </c:pt>
                <c:pt idx="1829">
                  <c:v>97</c:v>
                </c:pt>
                <c:pt idx="1830">
                  <c:v>96</c:v>
                </c:pt>
                <c:pt idx="1831">
                  <c:v>100</c:v>
                </c:pt>
                <c:pt idx="1832">
                  <c:v>58</c:v>
                </c:pt>
                <c:pt idx="1833">
                  <c:v>105</c:v>
                </c:pt>
                <c:pt idx="1834">
                  <c:v>27</c:v>
                </c:pt>
                <c:pt idx="1835">
                  <c:v>29</c:v>
                </c:pt>
                <c:pt idx="1836">
                  <c:v>132</c:v>
                </c:pt>
                <c:pt idx="1837">
                  <c:v>23</c:v>
                </c:pt>
                <c:pt idx="1838">
                  <c:v>58</c:v>
                </c:pt>
                <c:pt idx="1839">
                  <c:v>43</c:v>
                </c:pt>
                <c:pt idx="1840">
                  <c:v>29</c:v>
                </c:pt>
                <c:pt idx="1841">
                  <c:v>124</c:v>
                </c:pt>
                <c:pt idx="1842">
                  <c:v>102</c:v>
                </c:pt>
                <c:pt idx="1843">
                  <c:v>48</c:v>
                </c:pt>
                <c:pt idx="1844">
                  <c:v>97</c:v>
                </c:pt>
                <c:pt idx="1845">
                  <c:v>120</c:v>
                </c:pt>
                <c:pt idx="1846">
                  <c:v>105</c:v>
                </c:pt>
                <c:pt idx="1847">
                  <c:v>21</c:v>
                </c:pt>
                <c:pt idx="1848">
                  <c:v>94</c:v>
                </c:pt>
                <c:pt idx="1849">
                  <c:v>23</c:v>
                </c:pt>
                <c:pt idx="1850">
                  <c:v>24</c:v>
                </c:pt>
                <c:pt idx="1851">
                  <c:v>64</c:v>
                </c:pt>
                <c:pt idx="1852">
                  <c:v>43</c:v>
                </c:pt>
                <c:pt idx="1853">
                  <c:v>47</c:v>
                </c:pt>
                <c:pt idx="1854">
                  <c:v>116</c:v>
                </c:pt>
                <c:pt idx="1855">
                  <c:v>100</c:v>
                </c:pt>
                <c:pt idx="1856">
                  <c:v>25</c:v>
                </c:pt>
                <c:pt idx="1857">
                  <c:v>107</c:v>
                </c:pt>
                <c:pt idx="1858">
                  <c:v>123</c:v>
                </c:pt>
                <c:pt idx="1859">
                  <c:v>105</c:v>
                </c:pt>
                <c:pt idx="1860">
                  <c:v>101</c:v>
                </c:pt>
                <c:pt idx="1861">
                  <c:v>98</c:v>
                </c:pt>
                <c:pt idx="1862">
                  <c:v>85</c:v>
                </c:pt>
                <c:pt idx="1863">
                  <c:v>63</c:v>
                </c:pt>
                <c:pt idx="1864">
                  <c:v>42</c:v>
                </c:pt>
                <c:pt idx="1865">
                  <c:v>25</c:v>
                </c:pt>
                <c:pt idx="1866">
                  <c:v>30</c:v>
                </c:pt>
                <c:pt idx="1867">
                  <c:v>108</c:v>
                </c:pt>
                <c:pt idx="1868">
                  <c:v>125</c:v>
                </c:pt>
                <c:pt idx="1869">
                  <c:v>24</c:v>
                </c:pt>
                <c:pt idx="1870">
                  <c:v>46</c:v>
                </c:pt>
                <c:pt idx="1871">
                  <c:v>90</c:v>
                </c:pt>
                <c:pt idx="1872">
                  <c:v>52</c:v>
                </c:pt>
                <c:pt idx="1873">
                  <c:v>50</c:v>
                </c:pt>
                <c:pt idx="1874">
                  <c:v>24</c:v>
                </c:pt>
                <c:pt idx="1875">
                  <c:v>98</c:v>
                </c:pt>
                <c:pt idx="1876">
                  <c:v>168</c:v>
                </c:pt>
                <c:pt idx="1877">
                  <c:v>90</c:v>
                </c:pt>
                <c:pt idx="1878">
                  <c:v>102</c:v>
                </c:pt>
                <c:pt idx="1879">
                  <c:v>24</c:v>
                </c:pt>
                <c:pt idx="1880">
                  <c:v>96</c:v>
                </c:pt>
                <c:pt idx="1881">
                  <c:v>82</c:v>
                </c:pt>
                <c:pt idx="1882">
                  <c:v>129</c:v>
                </c:pt>
                <c:pt idx="1883">
                  <c:v>105</c:v>
                </c:pt>
                <c:pt idx="1884">
                  <c:v>108</c:v>
                </c:pt>
                <c:pt idx="1885">
                  <c:v>11</c:v>
                </c:pt>
                <c:pt idx="1886">
                  <c:v>66</c:v>
                </c:pt>
                <c:pt idx="1887">
                  <c:v>46</c:v>
                </c:pt>
                <c:pt idx="1888">
                  <c:v>102</c:v>
                </c:pt>
                <c:pt idx="1889">
                  <c:v>24</c:v>
                </c:pt>
                <c:pt idx="1890">
                  <c:v>23</c:v>
                </c:pt>
                <c:pt idx="1891">
                  <c:v>120</c:v>
                </c:pt>
                <c:pt idx="1892">
                  <c:v>78</c:v>
                </c:pt>
                <c:pt idx="1893">
                  <c:v>69</c:v>
                </c:pt>
                <c:pt idx="1894">
                  <c:v>88</c:v>
                </c:pt>
                <c:pt idx="1895">
                  <c:v>15</c:v>
                </c:pt>
                <c:pt idx="1896">
                  <c:v>43</c:v>
                </c:pt>
                <c:pt idx="1897">
                  <c:v>80</c:v>
                </c:pt>
                <c:pt idx="1898">
                  <c:v>110</c:v>
                </c:pt>
                <c:pt idx="1899">
                  <c:v>96</c:v>
                </c:pt>
                <c:pt idx="1900">
                  <c:v>89</c:v>
                </c:pt>
                <c:pt idx="1901">
                  <c:v>101</c:v>
                </c:pt>
                <c:pt idx="1902">
                  <c:v>126</c:v>
                </c:pt>
                <c:pt idx="1903">
                  <c:v>25</c:v>
                </c:pt>
                <c:pt idx="1904">
                  <c:v>89</c:v>
                </c:pt>
                <c:pt idx="1905">
                  <c:v>91</c:v>
                </c:pt>
                <c:pt idx="1906">
                  <c:v>96</c:v>
                </c:pt>
                <c:pt idx="1907">
                  <c:v>57</c:v>
                </c:pt>
                <c:pt idx="1908">
                  <c:v>25</c:v>
                </c:pt>
                <c:pt idx="1909">
                  <c:v>125</c:v>
                </c:pt>
                <c:pt idx="1910">
                  <c:v>104</c:v>
                </c:pt>
                <c:pt idx="1911">
                  <c:v>98</c:v>
                </c:pt>
                <c:pt idx="1912">
                  <c:v>122</c:v>
                </c:pt>
                <c:pt idx="1913">
                  <c:v>60</c:v>
                </c:pt>
                <c:pt idx="1914">
                  <c:v>104</c:v>
                </c:pt>
                <c:pt idx="1915">
                  <c:v>40</c:v>
                </c:pt>
                <c:pt idx="1916">
                  <c:v>21</c:v>
                </c:pt>
                <c:pt idx="1917">
                  <c:v>41</c:v>
                </c:pt>
                <c:pt idx="1918">
                  <c:v>143</c:v>
                </c:pt>
                <c:pt idx="1919">
                  <c:v>45</c:v>
                </c:pt>
                <c:pt idx="1920">
                  <c:v>112</c:v>
                </c:pt>
                <c:pt idx="1921">
                  <c:v>20</c:v>
                </c:pt>
                <c:pt idx="1922">
                  <c:v>110</c:v>
                </c:pt>
                <c:pt idx="1923">
                  <c:v>24</c:v>
                </c:pt>
                <c:pt idx="1924">
                  <c:v>5</c:v>
                </c:pt>
                <c:pt idx="1925">
                  <c:v>50</c:v>
                </c:pt>
                <c:pt idx="1926">
                  <c:v>96</c:v>
                </c:pt>
                <c:pt idx="1927">
                  <c:v>21</c:v>
                </c:pt>
                <c:pt idx="1928">
                  <c:v>76</c:v>
                </c:pt>
                <c:pt idx="1929">
                  <c:v>117</c:v>
                </c:pt>
                <c:pt idx="1930">
                  <c:v>83</c:v>
                </c:pt>
                <c:pt idx="1931">
                  <c:v>105</c:v>
                </c:pt>
                <c:pt idx="1932">
                  <c:v>95</c:v>
                </c:pt>
                <c:pt idx="1933">
                  <c:v>16</c:v>
                </c:pt>
                <c:pt idx="1934">
                  <c:v>113</c:v>
                </c:pt>
                <c:pt idx="1935">
                  <c:v>79</c:v>
                </c:pt>
                <c:pt idx="1936">
                  <c:v>24</c:v>
                </c:pt>
                <c:pt idx="1937">
                  <c:v>30</c:v>
                </c:pt>
                <c:pt idx="1938">
                  <c:v>57</c:v>
                </c:pt>
                <c:pt idx="1939">
                  <c:v>98</c:v>
                </c:pt>
                <c:pt idx="1940">
                  <c:v>109</c:v>
                </c:pt>
                <c:pt idx="1941">
                  <c:v>100</c:v>
                </c:pt>
                <c:pt idx="1942">
                  <c:v>109</c:v>
                </c:pt>
                <c:pt idx="1943">
                  <c:v>82</c:v>
                </c:pt>
                <c:pt idx="1944">
                  <c:v>48</c:v>
                </c:pt>
                <c:pt idx="1945">
                  <c:v>51</c:v>
                </c:pt>
                <c:pt idx="1946">
                  <c:v>59</c:v>
                </c:pt>
                <c:pt idx="1947">
                  <c:v>116</c:v>
                </c:pt>
                <c:pt idx="1948">
                  <c:v>105</c:v>
                </c:pt>
                <c:pt idx="1949">
                  <c:v>85</c:v>
                </c:pt>
                <c:pt idx="1950">
                  <c:v>46</c:v>
                </c:pt>
                <c:pt idx="1951">
                  <c:v>101</c:v>
                </c:pt>
                <c:pt idx="1952">
                  <c:v>33</c:v>
                </c:pt>
                <c:pt idx="1953">
                  <c:v>16</c:v>
                </c:pt>
                <c:pt idx="1954">
                  <c:v>28</c:v>
                </c:pt>
                <c:pt idx="1955">
                  <c:v>79</c:v>
                </c:pt>
                <c:pt idx="1956">
                  <c:v>107</c:v>
                </c:pt>
                <c:pt idx="1957">
                  <c:v>29</c:v>
                </c:pt>
                <c:pt idx="1958">
                  <c:v>41</c:v>
                </c:pt>
                <c:pt idx="1959">
                  <c:v>59</c:v>
                </c:pt>
                <c:pt idx="1960">
                  <c:v>102</c:v>
                </c:pt>
                <c:pt idx="1961">
                  <c:v>105</c:v>
                </c:pt>
                <c:pt idx="1962">
                  <c:v>25</c:v>
                </c:pt>
                <c:pt idx="1963">
                  <c:v>100</c:v>
                </c:pt>
                <c:pt idx="1964">
                  <c:v>122</c:v>
                </c:pt>
                <c:pt idx="1965">
                  <c:v>140</c:v>
                </c:pt>
                <c:pt idx="1966">
                  <c:v>87</c:v>
                </c:pt>
                <c:pt idx="1967">
                  <c:v>112</c:v>
                </c:pt>
                <c:pt idx="1968">
                  <c:v>71</c:v>
                </c:pt>
                <c:pt idx="1969">
                  <c:v>82</c:v>
                </c:pt>
                <c:pt idx="1970">
                  <c:v>92</c:v>
                </c:pt>
                <c:pt idx="1971">
                  <c:v>123</c:v>
                </c:pt>
                <c:pt idx="1972">
                  <c:v>42</c:v>
                </c:pt>
                <c:pt idx="1973">
                  <c:v>12</c:v>
                </c:pt>
                <c:pt idx="1974">
                  <c:v>45</c:v>
                </c:pt>
                <c:pt idx="1975">
                  <c:v>30</c:v>
                </c:pt>
                <c:pt idx="1976">
                  <c:v>45</c:v>
                </c:pt>
                <c:pt idx="1977">
                  <c:v>45</c:v>
                </c:pt>
                <c:pt idx="1978">
                  <c:v>27</c:v>
                </c:pt>
                <c:pt idx="1979">
                  <c:v>94</c:v>
                </c:pt>
                <c:pt idx="1980">
                  <c:v>23</c:v>
                </c:pt>
                <c:pt idx="1981">
                  <c:v>97</c:v>
                </c:pt>
                <c:pt idx="1982">
                  <c:v>91</c:v>
                </c:pt>
                <c:pt idx="1983">
                  <c:v>92</c:v>
                </c:pt>
                <c:pt idx="1984">
                  <c:v>97</c:v>
                </c:pt>
                <c:pt idx="1985">
                  <c:v>95</c:v>
                </c:pt>
                <c:pt idx="1986">
                  <c:v>29</c:v>
                </c:pt>
                <c:pt idx="1987">
                  <c:v>63</c:v>
                </c:pt>
                <c:pt idx="1988">
                  <c:v>94</c:v>
                </c:pt>
                <c:pt idx="1989">
                  <c:v>87</c:v>
                </c:pt>
                <c:pt idx="1990">
                  <c:v>24</c:v>
                </c:pt>
                <c:pt idx="1991">
                  <c:v>52</c:v>
                </c:pt>
                <c:pt idx="1992">
                  <c:v>97</c:v>
                </c:pt>
                <c:pt idx="1993">
                  <c:v>56</c:v>
                </c:pt>
                <c:pt idx="1994">
                  <c:v>94</c:v>
                </c:pt>
                <c:pt idx="1995">
                  <c:v>56</c:v>
                </c:pt>
                <c:pt idx="1996">
                  <c:v>90</c:v>
                </c:pt>
                <c:pt idx="1997">
                  <c:v>20</c:v>
                </c:pt>
                <c:pt idx="1998">
                  <c:v>76</c:v>
                </c:pt>
                <c:pt idx="1999">
                  <c:v>11</c:v>
                </c:pt>
                <c:pt idx="2000">
                  <c:v>52</c:v>
                </c:pt>
                <c:pt idx="2001">
                  <c:v>49</c:v>
                </c:pt>
                <c:pt idx="2002">
                  <c:v>44</c:v>
                </c:pt>
                <c:pt idx="2003">
                  <c:v>68</c:v>
                </c:pt>
                <c:pt idx="2004">
                  <c:v>36</c:v>
                </c:pt>
                <c:pt idx="2005">
                  <c:v>48</c:v>
                </c:pt>
                <c:pt idx="2006">
                  <c:v>95</c:v>
                </c:pt>
                <c:pt idx="2007">
                  <c:v>90</c:v>
                </c:pt>
                <c:pt idx="2008">
                  <c:v>65</c:v>
                </c:pt>
                <c:pt idx="2009">
                  <c:v>88</c:v>
                </c:pt>
                <c:pt idx="2010">
                  <c:v>35</c:v>
                </c:pt>
                <c:pt idx="2011">
                  <c:v>139</c:v>
                </c:pt>
                <c:pt idx="2012">
                  <c:v>73</c:v>
                </c:pt>
                <c:pt idx="2013">
                  <c:v>24</c:v>
                </c:pt>
                <c:pt idx="2014">
                  <c:v>51</c:v>
                </c:pt>
                <c:pt idx="2015">
                  <c:v>31</c:v>
                </c:pt>
                <c:pt idx="2016">
                  <c:v>110</c:v>
                </c:pt>
                <c:pt idx="2017">
                  <c:v>83</c:v>
                </c:pt>
                <c:pt idx="2018">
                  <c:v>42</c:v>
                </c:pt>
                <c:pt idx="2019">
                  <c:v>19</c:v>
                </c:pt>
                <c:pt idx="2020">
                  <c:v>96</c:v>
                </c:pt>
                <c:pt idx="2021">
                  <c:v>95</c:v>
                </c:pt>
                <c:pt idx="2022">
                  <c:v>90</c:v>
                </c:pt>
                <c:pt idx="2023">
                  <c:v>85</c:v>
                </c:pt>
                <c:pt idx="2024">
                  <c:v>64</c:v>
                </c:pt>
                <c:pt idx="2025">
                  <c:v>99</c:v>
                </c:pt>
                <c:pt idx="2026">
                  <c:v>136</c:v>
                </c:pt>
                <c:pt idx="2027">
                  <c:v>97</c:v>
                </c:pt>
                <c:pt idx="2028">
                  <c:v>48</c:v>
                </c:pt>
                <c:pt idx="2029">
                  <c:v>15</c:v>
                </c:pt>
                <c:pt idx="2030">
                  <c:v>49</c:v>
                </c:pt>
                <c:pt idx="2031">
                  <c:v>70</c:v>
                </c:pt>
                <c:pt idx="2032">
                  <c:v>105</c:v>
                </c:pt>
                <c:pt idx="2033">
                  <c:v>75</c:v>
                </c:pt>
                <c:pt idx="2034">
                  <c:v>90</c:v>
                </c:pt>
                <c:pt idx="2035">
                  <c:v>119</c:v>
                </c:pt>
                <c:pt idx="2036">
                  <c:v>97</c:v>
                </c:pt>
                <c:pt idx="2037">
                  <c:v>90</c:v>
                </c:pt>
                <c:pt idx="2038">
                  <c:v>94</c:v>
                </c:pt>
                <c:pt idx="2039">
                  <c:v>91</c:v>
                </c:pt>
                <c:pt idx="2040">
                  <c:v>24</c:v>
                </c:pt>
                <c:pt idx="2041">
                  <c:v>107</c:v>
                </c:pt>
                <c:pt idx="2042">
                  <c:v>130</c:v>
                </c:pt>
                <c:pt idx="2043">
                  <c:v>22</c:v>
                </c:pt>
                <c:pt idx="2044">
                  <c:v>90</c:v>
                </c:pt>
                <c:pt idx="2045">
                  <c:v>106</c:v>
                </c:pt>
                <c:pt idx="2046">
                  <c:v>23</c:v>
                </c:pt>
                <c:pt idx="2047">
                  <c:v>93</c:v>
                </c:pt>
                <c:pt idx="2048">
                  <c:v>45</c:v>
                </c:pt>
                <c:pt idx="2049">
                  <c:v>80</c:v>
                </c:pt>
                <c:pt idx="2050">
                  <c:v>28</c:v>
                </c:pt>
                <c:pt idx="2051">
                  <c:v>111</c:v>
                </c:pt>
                <c:pt idx="2052">
                  <c:v>24</c:v>
                </c:pt>
                <c:pt idx="2053">
                  <c:v>51</c:v>
                </c:pt>
                <c:pt idx="2054">
                  <c:v>91</c:v>
                </c:pt>
                <c:pt idx="2055">
                  <c:v>46</c:v>
                </c:pt>
                <c:pt idx="2056">
                  <c:v>118</c:v>
                </c:pt>
                <c:pt idx="2057">
                  <c:v>24</c:v>
                </c:pt>
                <c:pt idx="2058">
                  <c:v>29</c:v>
                </c:pt>
                <c:pt idx="2059">
                  <c:v>89</c:v>
                </c:pt>
                <c:pt idx="2060">
                  <c:v>68</c:v>
                </c:pt>
                <c:pt idx="2061">
                  <c:v>24</c:v>
                </c:pt>
                <c:pt idx="2062">
                  <c:v>105</c:v>
                </c:pt>
                <c:pt idx="2063">
                  <c:v>87</c:v>
                </c:pt>
                <c:pt idx="2064">
                  <c:v>22</c:v>
                </c:pt>
                <c:pt idx="2065">
                  <c:v>66</c:v>
                </c:pt>
                <c:pt idx="2066">
                  <c:v>108</c:v>
                </c:pt>
                <c:pt idx="2067">
                  <c:v>22</c:v>
                </c:pt>
                <c:pt idx="2068">
                  <c:v>101</c:v>
                </c:pt>
                <c:pt idx="2069">
                  <c:v>101</c:v>
                </c:pt>
                <c:pt idx="2070">
                  <c:v>102</c:v>
                </c:pt>
                <c:pt idx="2071">
                  <c:v>47</c:v>
                </c:pt>
                <c:pt idx="2072">
                  <c:v>24</c:v>
                </c:pt>
                <c:pt idx="2073">
                  <c:v>120</c:v>
                </c:pt>
                <c:pt idx="2074">
                  <c:v>94</c:v>
                </c:pt>
                <c:pt idx="2075">
                  <c:v>100</c:v>
                </c:pt>
                <c:pt idx="2076">
                  <c:v>68</c:v>
                </c:pt>
                <c:pt idx="2077">
                  <c:v>22</c:v>
                </c:pt>
                <c:pt idx="2078">
                  <c:v>135</c:v>
                </c:pt>
                <c:pt idx="2079">
                  <c:v>52</c:v>
                </c:pt>
                <c:pt idx="2080">
                  <c:v>114</c:v>
                </c:pt>
                <c:pt idx="2081">
                  <c:v>25</c:v>
                </c:pt>
                <c:pt idx="2082">
                  <c:v>87</c:v>
                </c:pt>
                <c:pt idx="2083">
                  <c:v>46</c:v>
                </c:pt>
                <c:pt idx="2084">
                  <c:v>87</c:v>
                </c:pt>
                <c:pt idx="2085">
                  <c:v>25</c:v>
                </c:pt>
                <c:pt idx="2086">
                  <c:v>51</c:v>
                </c:pt>
                <c:pt idx="2087">
                  <c:v>124</c:v>
                </c:pt>
                <c:pt idx="2088">
                  <c:v>44</c:v>
                </c:pt>
                <c:pt idx="2089">
                  <c:v>50</c:v>
                </c:pt>
                <c:pt idx="2090">
                  <c:v>27</c:v>
                </c:pt>
                <c:pt idx="2091">
                  <c:v>43</c:v>
                </c:pt>
                <c:pt idx="2092">
                  <c:v>47</c:v>
                </c:pt>
                <c:pt idx="2093">
                  <c:v>98</c:v>
                </c:pt>
                <c:pt idx="2094">
                  <c:v>44</c:v>
                </c:pt>
                <c:pt idx="2095">
                  <c:v>42</c:v>
                </c:pt>
                <c:pt idx="2096">
                  <c:v>48</c:v>
                </c:pt>
                <c:pt idx="2097">
                  <c:v>27</c:v>
                </c:pt>
                <c:pt idx="2098">
                  <c:v>24</c:v>
                </c:pt>
                <c:pt idx="2099">
                  <c:v>74</c:v>
                </c:pt>
                <c:pt idx="2100">
                  <c:v>64</c:v>
                </c:pt>
                <c:pt idx="2101">
                  <c:v>53</c:v>
                </c:pt>
                <c:pt idx="2102">
                  <c:v>46</c:v>
                </c:pt>
                <c:pt idx="2103">
                  <c:v>104</c:v>
                </c:pt>
                <c:pt idx="2104">
                  <c:v>49</c:v>
                </c:pt>
                <c:pt idx="2105">
                  <c:v>132</c:v>
                </c:pt>
                <c:pt idx="2106">
                  <c:v>49</c:v>
                </c:pt>
                <c:pt idx="2107">
                  <c:v>43</c:v>
                </c:pt>
                <c:pt idx="2108">
                  <c:v>28</c:v>
                </c:pt>
                <c:pt idx="2109">
                  <c:v>47</c:v>
                </c:pt>
                <c:pt idx="2110">
                  <c:v>107</c:v>
                </c:pt>
                <c:pt idx="2111">
                  <c:v>54</c:v>
                </c:pt>
                <c:pt idx="2112">
                  <c:v>64</c:v>
                </c:pt>
                <c:pt idx="2113">
                  <c:v>102</c:v>
                </c:pt>
                <c:pt idx="2114">
                  <c:v>89</c:v>
                </c:pt>
                <c:pt idx="2115">
                  <c:v>103</c:v>
                </c:pt>
                <c:pt idx="2116">
                  <c:v>96</c:v>
                </c:pt>
                <c:pt idx="2117">
                  <c:v>67</c:v>
                </c:pt>
                <c:pt idx="2118">
                  <c:v>94</c:v>
                </c:pt>
                <c:pt idx="2119">
                  <c:v>96</c:v>
                </c:pt>
                <c:pt idx="2120">
                  <c:v>25</c:v>
                </c:pt>
                <c:pt idx="2121">
                  <c:v>55</c:v>
                </c:pt>
                <c:pt idx="2122">
                  <c:v>105</c:v>
                </c:pt>
                <c:pt idx="2123">
                  <c:v>83</c:v>
                </c:pt>
                <c:pt idx="2124">
                  <c:v>95</c:v>
                </c:pt>
                <c:pt idx="2125">
                  <c:v>21</c:v>
                </c:pt>
                <c:pt idx="2126">
                  <c:v>139</c:v>
                </c:pt>
                <c:pt idx="2127">
                  <c:v>70</c:v>
                </c:pt>
                <c:pt idx="2128">
                  <c:v>86</c:v>
                </c:pt>
                <c:pt idx="2129">
                  <c:v>57</c:v>
                </c:pt>
                <c:pt idx="2130">
                  <c:v>152</c:v>
                </c:pt>
                <c:pt idx="2131">
                  <c:v>104</c:v>
                </c:pt>
                <c:pt idx="2132">
                  <c:v>93</c:v>
                </c:pt>
                <c:pt idx="2133">
                  <c:v>43</c:v>
                </c:pt>
                <c:pt idx="2134">
                  <c:v>44</c:v>
                </c:pt>
                <c:pt idx="2135">
                  <c:v>47</c:v>
                </c:pt>
                <c:pt idx="2136">
                  <c:v>94</c:v>
                </c:pt>
                <c:pt idx="2137">
                  <c:v>111</c:v>
                </c:pt>
                <c:pt idx="2138">
                  <c:v>71</c:v>
                </c:pt>
                <c:pt idx="2139">
                  <c:v>11</c:v>
                </c:pt>
                <c:pt idx="2140">
                  <c:v>81</c:v>
                </c:pt>
                <c:pt idx="2141">
                  <c:v>25</c:v>
                </c:pt>
                <c:pt idx="2142">
                  <c:v>43</c:v>
                </c:pt>
                <c:pt idx="2143">
                  <c:v>94</c:v>
                </c:pt>
                <c:pt idx="2144">
                  <c:v>40</c:v>
                </c:pt>
                <c:pt idx="2145">
                  <c:v>109</c:v>
                </c:pt>
                <c:pt idx="2146">
                  <c:v>45</c:v>
                </c:pt>
                <c:pt idx="2147">
                  <c:v>16</c:v>
                </c:pt>
                <c:pt idx="2148">
                  <c:v>90</c:v>
                </c:pt>
                <c:pt idx="2149">
                  <c:v>92</c:v>
                </c:pt>
                <c:pt idx="2150">
                  <c:v>95</c:v>
                </c:pt>
                <c:pt idx="2151">
                  <c:v>60</c:v>
                </c:pt>
                <c:pt idx="2152">
                  <c:v>100</c:v>
                </c:pt>
                <c:pt idx="2153">
                  <c:v>42</c:v>
                </c:pt>
                <c:pt idx="2154">
                  <c:v>47</c:v>
                </c:pt>
                <c:pt idx="2155">
                  <c:v>24</c:v>
                </c:pt>
                <c:pt idx="2156">
                  <c:v>81</c:v>
                </c:pt>
                <c:pt idx="2157">
                  <c:v>96</c:v>
                </c:pt>
                <c:pt idx="2158">
                  <c:v>60</c:v>
                </c:pt>
                <c:pt idx="2159">
                  <c:v>28</c:v>
                </c:pt>
                <c:pt idx="2160">
                  <c:v>105</c:v>
                </c:pt>
                <c:pt idx="2161">
                  <c:v>58</c:v>
                </c:pt>
                <c:pt idx="2162">
                  <c:v>98</c:v>
                </c:pt>
                <c:pt idx="2163">
                  <c:v>56</c:v>
                </c:pt>
                <c:pt idx="2164">
                  <c:v>24</c:v>
                </c:pt>
                <c:pt idx="2165">
                  <c:v>67</c:v>
                </c:pt>
                <c:pt idx="2166">
                  <c:v>81</c:v>
                </c:pt>
                <c:pt idx="2167">
                  <c:v>34</c:v>
                </c:pt>
                <c:pt idx="2168">
                  <c:v>82</c:v>
                </c:pt>
                <c:pt idx="2169">
                  <c:v>153</c:v>
                </c:pt>
                <c:pt idx="2170">
                  <c:v>46</c:v>
                </c:pt>
                <c:pt idx="2171">
                  <c:v>47</c:v>
                </c:pt>
                <c:pt idx="2172">
                  <c:v>50</c:v>
                </c:pt>
                <c:pt idx="2173">
                  <c:v>23</c:v>
                </c:pt>
                <c:pt idx="2174">
                  <c:v>27</c:v>
                </c:pt>
                <c:pt idx="2175">
                  <c:v>105</c:v>
                </c:pt>
                <c:pt idx="2176">
                  <c:v>113</c:v>
                </c:pt>
                <c:pt idx="2177">
                  <c:v>105</c:v>
                </c:pt>
                <c:pt idx="2178">
                  <c:v>98</c:v>
                </c:pt>
                <c:pt idx="2179">
                  <c:v>115</c:v>
                </c:pt>
                <c:pt idx="2180">
                  <c:v>22</c:v>
                </c:pt>
                <c:pt idx="2181">
                  <c:v>30</c:v>
                </c:pt>
                <c:pt idx="2182">
                  <c:v>39</c:v>
                </c:pt>
                <c:pt idx="2183">
                  <c:v>89</c:v>
                </c:pt>
                <c:pt idx="2184">
                  <c:v>103</c:v>
                </c:pt>
                <c:pt idx="2185">
                  <c:v>53</c:v>
                </c:pt>
                <c:pt idx="2186">
                  <c:v>71</c:v>
                </c:pt>
                <c:pt idx="2187">
                  <c:v>23</c:v>
                </c:pt>
                <c:pt idx="2188">
                  <c:v>22</c:v>
                </c:pt>
                <c:pt idx="2189">
                  <c:v>72</c:v>
                </c:pt>
                <c:pt idx="2190">
                  <c:v>40</c:v>
                </c:pt>
                <c:pt idx="2191">
                  <c:v>52</c:v>
                </c:pt>
                <c:pt idx="2192">
                  <c:v>25</c:v>
                </c:pt>
                <c:pt idx="2193">
                  <c:v>53</c:v>
                </c:pt>
                <c:pt idx="2194">
                  <c:v>27</c:v>
                </c:pt>
                <c:pt idx="2195">
                  <c:v>25</c:v>
                </c:pt>
                <c:pt idx="2196">
                  <c:v>79</c:v>
                </c:pt>
                <c:pt idx="2197">
                  <c:v>49</c:v>
                </c:pt>
                <c:pt idx="2198">
                  <c:v>140</c:v>
                </c:pt>
                <c:pt idx="2199">
                  <c:v>48</c:v>
                </c:pt>
                <c:pt idx="2200">
                  <c:v>105</c:v>
                </c:pt>
                <c:pt idx="2201">
                  <c:v>45</c:v>
                </c:pt>
                <c:pt idx="2202">
                  <c:v>124</c:v>
                </c:pt>
                <c:pt idx="2203">
                  <c:v>104</c:v>
                </c:pt>
                <c:pt idx="2204">
                  <c:v>95</c:v>
                </c:pt>
                <c:pt idx="2205">
                  <c:v>129</c:v>
                </c:pt>
                <c:pt idx="2206">
                  <c:v>102</c:v>
                </c:pt>
                <c:pt idx="2207">
                  <c:v>24</c:v>
                </c:pt>
                <c:pt idx="2208">
                  <c:v>45</c:v>
                </c:pt>
                <c:pt idx="2209">
                  <c:v>107</c:v>
                </c:pt>
                <c:pt idx="2210">
                  <c:v>13</c:v>
                </c:pt>
                <c:pt idx="2211">
                  <c:v>73</c:v>
                </c:pt>
                <c:pt idx="2212">
                  <c:v>23</c:v>
                </c:pt>
                <c:pt idx="2213">
                  <c:v>71</c:v>
                </c:pt>
                <c:pt idx="2214">
                  <c:v>71</c:v>
                </c:pt>
                <c:pt idx="2215">
                  <c:v>80</c:v>
                </c:pt>
                <c:pt idx="2216">
                  <c:v>85</c:v>
                </c:pt>
                <c:pt idx="2217">
                  <c:v>23</c:v>
                </c:pt>
                <c:pt idx="2218">
                  <c:v>71</c:v>
                </c:pt>
                <c:pt idx="2219">
                  <c:v>25</c:v>
                </c:pt>
                <c:pt idx="2220">
                  <c:v>41</c:v>
                </c:pt>
                <c:pt idx="2221">
                  <c:v>27</c:v>
                </c:pt>
                <c:pt idx="2222">
                  <c:v>65</c:v>
                </c:pt>
                <c:pt idx="2223">
                  <c:v>130</c:v>
                </c:pt>
                <c:pt idx="2224">
                  <c:v>116</c:v>
                </c:pt>
                <c:pt idx="2225">
                  <c:v>96</c:v>
                </c:pt>
                <c:pt idx="2226">
                  <c:v>59</c:v>
                </c:pt>
                <c:pt idx="2227">
                  <c:v>100</c:v>
                </c:pt>
                <c:pt idx="2228">
                  <c:v>32</c:v>
                </c:pt>
                <c:pt idx="2229">
                  <c:v>90</c:v>
                </c:pt>
                <c:pt idx="2230">
                  <c:v>125</c:v>
                </c:pt>
                <c:pt idx="2231">
                  <c:v>90</c:v>
                </c:pt>
                <c:pt idx="2232">
                  <c:v>89</c:v>
                </c:pt>
                <c:pt idx="2233">
                  <c:v>95</c:v>
                </c:pt>
                <c:pt idx="2234">
                  <c:v>94</c:v>
                </c:pt>
                <c:pt idx="2235">
                  <c:v>26</c:v>
                </c:pt>
                <c:pt idx="2236">
                  <c:v>90</c:v>
                </c:pt>
                <c:pt idx="2237">
                  <c:v>59</c:v>
                </c:pt>
                <c:pt idx="2238">
                  <c:v>114</c:v>
                </c:pt>
                <c:pt idx="2239">
                  <c:v>26</c:v>
                </c:pt>
                <c:pt idx="2240">
                  <c:v>61</c:v>
                </c:pt>
                <c:pt idx="2241">
                  <c:v>15</c:v>
                </c:pt>
                <c:pt idx="2242">
                  <c:v>100</c:v>
                </c:pt>
                <c:pt idx="2243">
                  <c:v>99</c:v>
                </c:pt>
                <c:pt idx="2244">
                  <c:v>74</c:v>
                </c:pt>
                <c:pt idx="2245">
                  <c:v>95</c:v>
                </c:pt>
                <c:pt idx="2246">
                  <c:v>43</c:v>
                </c:pt>
                <c:pt idx="2247">
                  <c:v>83</c:v>
                </c:pt>
                <c:pt idx="2248">
                  <c:v>106</c:v>
                </c:pt>
                <c:pt idx="2249">
                  <c:v>38</c:v>
                </c:pt>
                <c:pt idx="2250">
                  <c:v>105</c:v>
                </c:pt>
                <c:pt idx="2251">
                  <c:v>25</c:v>
                </c:pt>
                <c:pt idx="2252">
                  <c:v>72</c:v>
                </c:pt>
                <c:pt idx="2253">
                  <c:v>169</c:v>
                </c:pt>
                <c:pt idx="2254">
                  <c:v>70</c:v>
                </c:pt>
                <c:pt idx="2255">
                  <c:v>65</c:v>
                </c:pt>
                <c:pt idx="2256">
                  <c:v>103</c:v>
                </c:pt>
                <c:pt idx="2257">
                  <c:v>164</c:v>
                </c:pt>
                <c:pt idx="2258">
                  <c:v>64</c:v>
                </c:pt>
                <c:pt idx="2259">
                  <c:v>108</c:v>
                </c:pt>
                <c:pt idx="2260">
                  <c:v>104</c:v>
                </c:pt>
                <c:pt idx="2261">
                  <c:v>89</c:v>
                </c:pt>
                <c:pt idx="2262">
                  <c:v>119</c:v>
                </c:pt>
                <c:pt idx="2263">
                  <c:v>75</c:v>
                </c:pt>
                <c:pt idx="2264">
                  <c:v>24</c:v>
                </c:pt>
                <c:pt idx="2265">
                  <c:v>45</c:v>
                </c:pt>
                <c:pt idx="2266">
                  <c:v>90</c:v>
                </c:pt>
                <c:pt idx="2267">
                  <c:v>95</c:v>
                </c:pt>
                <c:pt idx="2268">
                  <c:v>104</c:v>
                </c:pt>
                <c:pt idx="2269">
                  <c:v>100</c:v>
                </c:pt>
                <c:pt idx="2270">
                  <c:v>61</c:v>
                </c:pt>
                <c:pt idx="2271">
                  <c:v>75</c:v>
                </c:pt>
                <c:pt idx="2272">
                  <c:v>99</c:v>
                </c:pt>
                <c:pt idx="2273">
                  <c:v>99</c:v>
                </c:pt>
                <c:pt idx="2274">
                  <c:v>22</c:v>
                </c:pt>
                <c:pt idx="2275">
                  <c:v>64</c:v>
                </c:pt>
                <c:pt idx="2276">
                  <c:v>61</c:v>
                </c:pt>
                <c:pt idx="2277">
                  <c:v>59</c:v>
                </c:pt>
                <c:pt idx="2278">
                  <c:v>103</c:v>
                </c:pt>
                <c:pt idx="2279">
                  <c:v>92</c:v>
                </c:pt>
                <c:pt idx="2280">
                  <c:v>54</c:v>
                </c:pt>
                <c:pt idx="2281">
                  <c:v>84</c:v>
                </c:pt>
                <c:pt idx="2282">
                  <c:v>74</c:v>
                </c:pt>
                <c:pt idx="2283">
                  <c:v>93</c:v>
                </c:pt>
                <c:pt idx="2284">
                  <c:v>105</c:v>
                </c:pt>
                <c:pt idx="2285">
                  <c:v>25</c:v>
                </c:pt>
                <c:pt idx="2286">
                  <c:v>95</c:v>
                </c:pt>
                <c:pt idx="2287">
                  <c:v>99</c:v>
                </c:pt>
                <c:pt idx="2288">
                  <c:v>105</c:v>
                </c:pt>
                <c:pt idx="2289">
                  <c:v>63</c:v>
                </c:pt>
                <c:pt idx="2290">
                  <c:v>46</c:v>
                </c:pt>
                <c:pt idx="2291">
                  <c:v>52</c:v>
                </c:pt>
                <c:pt idx="2292">
                  <c:v>94</c:v>
                </c:pt>
                <c:pt idx="2293">
                  <c:v>90</c:v>
                </c:pt>
                <c:pt idx="2294">
                  <c:v>100</c:v>
                </c:pt>
                <c:pt idx="2295">
                  <c:v>42</c:v>
                </c:pt>
                <c:pt idx="2296">
                  <c:v>92</c:v>
                </c:pt>
                <c:pt idx="2297">
                  <c:v>91</c:v>
                </c:pt>
                <c:pt idx="2298">
                  <c:v>36</c:v>
                </c:pt>
                <c:pt idx="2299">
                  <c:v>98</c:v>
                </c:pt>
                <c:pt idx="2300">
                  <c:v>94</c:v>
                </c:pt>
                <c:pt idx="2301">
                  <c:v>43</c:v>
                </c:pt>
                <c:pt idx="2302">
                  <c:v>79</c:v>
                </c:pt>
                <c:pt idx="2303">
                  <c:v>85</c:v>
                </c:pt>
                <c:pt idx="2304">
                  <c:v>100</c:v>
                </c:pt>
                <c:pt idx="2305">
                  <c:v>39</c:v>
                </c:pt>
                <c:pt idx="2306">
                  <c:v>110</c:v>
                </c:pt>
                <c:pt idx="2307">
                  <c:v>49</c:v>
                </c:pt>
                <c:pt idx="2308">
                  <c:v>129</c:v>
                </c:pt>
                <c:pt idx="2309">
                  <c:v>122</c:v>
                </c:pt>
                <c:pt idx="2310">
                  <c:v>78</c:v>
                </c:pt>
                <c:pt idx="2311">
                  <c:v>64</c:v>
                </c:pt>
                <c:pt idx="2312">
                  <c:v>55</c:v>
                </c:pt>
                <c:pt idx="2313">
                  <c:v>57</c:v>
                </c:pt>
                <c:pt idx="2314">
                  <c:v>105</c:v>
                </c:pt>
                <c:pt idx="2315">
                  <c:v>67</c:v>
                </c:pt>
                <c:pt idx="2316">
                  <c:v>21</c:v>
                </c:pt>
                <c:pt idx="2317">
                  <c:v>41</c:v>
                </c:pt>
                <c:pt idx="2318">
                  <c:v>45</c:v>
                </c:pt>
                <c:pt idx="2319">
                  <c:v>120</c:v>
                </c:pt>
                <c:pt idx="2320">
                  <c:v>30</c:v>
                </c:pt>
                <c:pt idx="2321">
                  <c:v>63</c:v>
                </c:pt>
                <c:pt idx="2322">
                  <c:v>21</c:v>
                </c:pt>
                <c:pt idx="2323">
                  <c:v>75</c:v>
                </c:pt>
                <c:pt idx="2324">
                  <c:v>76</c:v>
                </c:pt>
                <c:pt idx="2325">
                  <c:v>83</c:v>
                </c:pt>
                <c:pt idx="2326">
                  <c:v>66</c:v>
                </c:pt>
                <c:pt idx="2327">
                  <c:v>45</c:v>
                </c:pt>
                <c:pt idx="2328">
                  <c:v>94</c:v>
                </c:pt>
                <c:pt idx="2329">
                  <c:v>25</c:v>
                </c:pt>
                <c:pt idx="2330">
                  <c:v>57</c:v>
                </c:pt>
                <c:pt idx="2331">
                  <c:v>90</c:v>
                </c:pt>
                <c:pt idx="2332">
                  <c:v>69</c:v>
                </c:pt>
                <c:pt idx="2333">
                  <c:v>155</c:v>
                </c:pt>
                <c:pt idx="2334">
                  <c:v>7</c:v>
                </c:pt>
                <c:pt idx="2335">
                  <c:v>96</c:v>
                </c:pt>
                <c:pt idx="2336">
                  <c:v>24</c:v>
                </c:pt>
                <c:pt idx="2337">
                  <c:v>90</c:v>
                </c:pt>
                <c:pt idx="2338">
                  <c:v>21</c:v>
                </c:pt>
                <c:pt idx="2339">
                  <c:v>72</c:v>
                </c:pt>
                <c:pt idx="2340">
                  <c:v>120</c:v>
                </c:pt>
                <c:pt idx="2341">
                  <c:v>94</c:v>
                </c:pt>
                <c:pt idx="2342">
                  <c:v>54</c:v>
                </c:pt>
                <c:pt idx="2343">
                  <c:v>89</c:v>
                </c:pt>
                <c:pt idx="2344">
                  <c:v>93</c:v>
                </c:pt>
                <c:pt idx="2345">
                  <c:v>12</c:v>
                </c:pt>
                <c:pt idx="2346">
                  <c:v>25</c:v>
                </c:pt>
                <c:pt idx="2347">
                  <c:v>107</c:v>
                </c:pt>
                <c:pt idx="2348">
                  <c:v>51</c:v>
                </c:pt>
                <c:pt idx="2349">
                  <c:v>45</c:v>
                </c:pt>
                <c:pt idx="2350">
                  <c:v>48</c:v>
                </c:pt>
                <c:pt idx="2351">
                  <c:v>69</c:v>
                </c:pt>
                <c:pt idx="2352">
                  <c:v>87</c:v>
                </c:pt>
                <c:pt idx="2353">
                  <c:v>143</c:v>
                </c:pt>
                <c:pt idx="2354">
                  <c:v>100</c:v>
                </c:pt>
                <c:pt idx="2355">
                  <c:v>125</c:v>
                </c:pt>
                <c:pt idx="2356">
                  <c:v>45</c:v>
                </c:pt>
                <c:pt idx="2357">
                  <c:v>100</c:v>
                </c:pt>
                <c:pt idx="2358">
                  <c:v>155</c:v>
                </c:pt>
                <c:pt idx="2359">
                  <c:v>51</c:v>
                </c:pt>
                <c:pt idx="2360">
                  <c:v>75</c:v>
                </c:pt>
                <c:pt idx="2361">
                  <c:v>99</c:v>
                </c:pt>
                <c:pt idx="2362">
                  <c:v>42</c:v>
                </c:pt>
                <c:pt idx="2363">
                  <c:v>70</c:v>
                </c:pt>
                <c:pt idx="2364">
                  <c:v>128</c:v>
                </c:pt>
                <c:pt idx="2365">
                  <c:v>94</c:v>
                </c:pt>
                <c:pt idx="2366">
                  <c:v>32</c:v>
                </c:pt>
                <c:pt idx="2367">
                  <c:v>30</c:v>
                </c:pt>
                <c:pt idx="2368">
                  <c:v>22</c:v>
                </c:pt>
                <c:pt idx="2369">
                  <c:v>21</c:v>
                </c:pt>
                <c:pt idx="2370">
                  <c:v>15</c:v>
                </c:pt>
                <c:pt idx="2371">
                  <c:v>111</c:v>
                </c:pt>
                <c:pt idx="2372">
                  <c:v>130</c:v>
                </c:pt>
                <c:pt idx="2373">
                  <c:v>98</c:v>
                </c:pt>
                <c:pt idx="2374">
                  <c:v>100</c:v>
                </c:pt>
                <c:pt idx="2375">
                  <c:v>89</c:v>
                </c:pt>
                <c:pt idx="2376">
                  <c:v>81</c:v>
                </c:pt>
                <c:pt idx="2377">
                  <c:v>24</c:v>
                </c:pt>
                <c:pt idx="2378">
                  <c:v>36</c:v>
                </c:pt>
                <c:pt idx="2379">
                  <c:v>102</c:v>
                </c:pt>
                <c:pt idx="2380">
                  <c:v>40</c:v>
                </c:pt>
                <c:pt idx="2381">
                  <c:v>100</c:v>
                </c:pt>
                <c:pt idx="2382">
                  <c:v>88</c:v>
                </c:pt>
                <c:pt idx="2383">
                  <c:v>87</c:v>
                </c:pt>
                <c:pt idx="2384">
                  <c:v>147</c:v>
                </c:pt>
                <c:pt idx="2385">
                  <c:v>23</c:v>
                </c:pt>
                <c:pt idx="2386">
                  <c:v>135</c:v>
                </c:pt>
                <c:pt idx="2387">
                  <c:v>23</c:v>
                </c:pt>
                <c:pt idx="2388">
                  <c:v>104</c:v>
                </c:pt>
                <c:pt idx="2389">
                  <c:v>110</c:v>
                </c:pt>
                <c:pt idx="2390">
                  <c:v>89</c:v>
                </c:pt>
                <c:pt idx="2391">
                  <c:v>106</c:v>
                </c:pt>
                <c:pt idx="2392">
                  <c:v>106</c:v>
                </c:pt>
                <c:pt idx="2393">
                  <c:v>92</c:v>
                </c:pt>
                <c:pt idx="2394">
                  <c:v>162</c:v>
                </c:pt>
                <c:pt idx="2395">
                  <c:v>21</c:v>
                </c:pt>
                <c:pt idx="2396">
                  <c:v>85</c:v>
                </c:pt>
                <c:pt idx="2397">
                  <c:v>63</c:v>
                </c:pt>
                <c:pt idx="2398">
                  <c:v>99</c:v>
                </c:pt>
                <c:pt idx="2399">
                  <c:v>150</c:v>
                </c:pt>
                <c:pt idx="2400">
                  <c:v>96</c:v>
                </c:pt>
                <c:pt idx="2401">
                  <c:v>56</c:v>
                </c:pt>
                <c:pt idx="2402">
                  <c:v>60</c:v>
                </c:pt>
                <c:pt idx="2403">
                  <c:v>86</c:v>
                </c:pt>
                <c:pt idx="2404">
                  <c:v>102</c:v>
                </c:pt>
                <c:pt idx="2405">
                  <c:v>97</c:v>
                </c:pt>
                <c:pt idx="2406">
                  <c:v>127</c:v>
                </c:pt>
                <c:pt idx="2407">
                  <c:v>66</c:v>
                </c:pt>
                <c:pt idx="2408">
                  <c:v>12</c:v>
                </c:pt>
                <c:pt idx="2409">
                  <c:v>110</c:v>
                </c:pt>
                <c:pt idx="2410">
                  <c:v>57</c:v>
                </c:pt>
                <c:pt idx="2411">
                  <c:v>132</c:v>
                </c:pt>
                <c:pt idx="2412">
                  <c:v>110</c:v>
                </c:pt>
                <c:pt idx="2413">
                  <c:v>35</c:v>
                </c:pt>
                <c:pt idx="2414">
                  <c:v>95</c:v>
                </c:pt>
                <c:pt idx="2415">
                  <c:v>95</c:v>
                </c:pt>
                <c:pt idx="2416">
                  <c:v>95</c:v>
                </c:pt>
                <c:pt idx="2417">
                  <c:v>107</c:v>
                </c:pt>
                <c:pt idx="2418">
                  <c:v>90</c:v>
                </c:pt>
                <c:pt idx="2419">
                  <c:v>92</c:v>
                </c:pt>
                <c:pt idx="2420">
                  <c:v>22</c:v>
                </c:pt>
                <c:pt idx="2421">
                  <c:v>69</c:v>
                </c:pt>
                <c:pt idx="2422">
                  <c:v>45</c:v>
                </c:pt>
                <c:pt idx="2423">
                  <c:v>18</c:v>
                </c:pt>
                <c:pt idx="2424">
                  <c:v>13</c:v>
                </c:pt>
                <c:pt idx="2425">
                  <c:v>30</c:v>
                </c:pt>
                <c:pt idx="2426">
                  <c:v>45</c:v>
                </c:pt>
                <c:pt idx="2427">
                  <c:v>91</c:v>
                </c:pt>
                <c:pt idx="2428">
                  <c:v>39</c:v>
                </c:pt>
                <c:pt idx="2429">
                  <c:v>102</c:v>
                </c:pt>
                <c:pt idx="2430">
                  <c:v>86</c:v>
                </c:pt>
                <c:pt idx="2431">
                  <c:v>93</c:v>
                </c:pt>
                <c:pt idx="2432">
                  <c:v>101</c:v>
                </c:pt>
                <c:pt idx="2433">
                  <c:v>161</c:v>
                </c:pt>
                <c:pt idx="2434">
                  <c:v>22</c:v>
                </c:pt>
                <c:pt idx="2435">
                  <c:v>91</c:v>
                </c:pt>
                <c:pt idx="2436">
                  <c:v>139</c:v>
                </c:pt>
                <c:pt idx="2437">
                  <c:v>104</c:v>
                </c:pt>
                <c:pt idx="2438">
                  <c:v>93</c:v>
                </c:pt>
                <c:pt idx="2439">
                  <c:v>90</c:v>
                </c:pt>
                <c:pt idx="2440">
                  <c:v>107</c:v>
                </c:pt>
                <c:pt idx="2441">
                  <c:v>101</c:v>
                </c:pt>
                <c:pt idx="2442">
                  <c:v>45</c:v>
                </c:pt>
                <c:pt idx="2443">
                  <c:v>45</c:v>
                </c:pt>
                <c:pt idx="2444">
                  <c:v>89</c:v>
                </c:pt>
                <c:pt idx="2445">
                  <c:v>150</c:v>
                </c:pt>
                <c:pt idx="2446">
                  <c:v>90</c:v>
                </c:pt>
                <c:pt idx="2447">
                  <c:v>28</c:v>
                </c:pt>
                <c:pt idx="2448">
                  <c:v>17</c:v>
                </c:pt>
                <c:pt idx="2449">
                  <c:v>93</c:v>
                </c:pt>
                <c:pt idx="2450">
                  <c:v>95</c:v>
                </c:pt>
                <c:pt idx="2451">
                  <c:v>18</c:v>
                </c:pt>
                <c:pt idx="2452">
                  <c:v>60</c:v>
                </c:pt>
                <c:pt idx="2453">
                  <c:v>123</c:v>
                </c:pt>
                <c:pt idx="2454">
                  <c:v>24</c:v>
                </c:pt>
                <c:pt idx="2455">
                  <c:v>60</c:v>
                </c:pt>
                <c:pt idx="2456">
                  <c:v>82</c:v>
                </c:pt>
                <c:pt idx="2457">
                  <c:v>102</c:v>
                </c:pt>
                <c:pt idx="2458">
                  <c:v>8</c:v>
                </c:pt>
                <c:pt idx="2459">
                  <c:v>84</c:v>
                </c:pt>
                <c:pt idx="2460">
                  <c:v>20</c:v>
                </c:pt>
                <c:pt idx="2461">
                  <c:v>25</c:v>
                </c:pt>
                <c:pt idx="2462">
                  <c:v>62</c:v>
                </c:pt>
                <c:pt idx="2463">
                  <c:v>60</c:v>
                </c:pt>
                <c:pt idx="2464">
                  <c:v>24</c:v>
                </c:pt>
                <c:pt idx="2465">
                  <c:v>86</c:v>
                </c:pt>
                <c:pt idx="2466">
                  <c:v>100</c:v>
                </c:pt>
                <c:pt idx="2467">
                  <c:v>91</c:v>
                </c:pt>
                <c:pt idx="2468">
                  <c:v>69</c:v>
                </c:pt>
                <c:pt idx="2469">
                  <c:v>130</c:v>
                </c:pt>
                <c:pt idx="2470">
                  <c:v>85</c:v>
                </c:pt>
                <c:pt idx="2471">
                  <c:v>18</c:v>
                </c:pt>
                <c:pt idx="2472">
                  <c:v>115</c:v>
                </c:pt>
                <c:pt idx="2473">
                  <c:v>95</c:v>
                </c:pt>
                <c:pt idx="2474">
                  <c:v>150</c:v>
                </c:pt>
                <c:pt idx="2475">
                  <c:v>104</c:v>
                </c:pt>
                <c:pt idx="2476">
                  <c:v>126</c:v>
                </c:pt>
                <c:pt idx="2477">
                  <c:v>102</c:v>
                </c:pt>
                <c:pt idx="2478">
                  <c:v>59</c:v>
                </c:pt>
                <c:pt idx="2479">
                  <c:v>75</c:v>
                </c:pt>
                <c:pt idx="2480">
                  <c:v>129</c:v>
                </c:pt>
                <c:pt idx="2481">
                  <c:v>95</c:v>
                </c:pt>
                <c:pt idx="2482">
                  <c:v>58</c:v>
                </c:pt>
                <c:pt idx="2483">
                  <c:v>63</c:v>
                </c:pt>
                <c:pt idx="2484">
                  <c:v>83</c:v>
                </c:pt>
                <c:pt idx="2485">
                  <c:v>167</c:v>
                </c:pt>
                <c:pt idx="2486">
                  <c:v>101</c:v>
                </c:pt>
                <c:pt idx="2487">
                  <c:v>47</c:v>
                </c:pt>
                <c:pt idx="2488">
                  <c:v>26</c:v>
                </c:pt>
                <c:pt idx="2489">
                  <c:v>86</c:v>
                </c:pt>
                <c:pt idx="2490">
                  <c:v>63</c:v>
                </c:pt>
                <c:pt idx="2491">
                  <c:v>93</c:v>
                </c:pt>
                <c:pt idx="2492">
                  <c:v>90</c:v>
                </c:pt>
                <c:pt idx="2493">
                  <c:v>144</c:v>
                </c:pt>
                <c:pt idx="2494">
                  <c:v>90</c:v>
                </c:pt>
                <c:pt idx="2495">
                  <c:v>39</c:v>
                </c:pt>
                <c:pt idx="2496">
                  <c:v>107</c:v>
                </c:pt>
                <c:pt idx="2497">
                  <c:v>91</c:v>
                </c:pt>
                <c:pt idx="2498">
                  <c:v>100</c:v>
                </c:pt>
                <c:pt idx="2499">
                  <c:v>83</c:v>
                </c:pt>
                <c:pt idx="2500">
                  <c:v>108</c:v>
                </c:pt>
                <c:pt idx="2501">
                  <c:v>145</c:v>
                </c:pt>
                <c:pt idx="2502">
                  <c:v>73</c:v>
                </c:pt>
                <c:pt idx="2503">
                  <c:v>41</c:v>
                </c:pt>
                <c:pt idx="2504">
                  <c:v>104</c:v>
                </c:pt>
                <c:pt idx="2505">
                  <c:v>64</c:v>
                </c:pt>
                <c:pt idx="2506">
                  <c:v>83</c:v>
                </c:pt>
                <c:pt idx="2507">
                  <c:v>86</c:v>
                </c:pt>
                <c:pt idx="2508">
                  <c:v>90</c:v>
                </c:pt>
                <c:pt idx="2509">
                  <c:v>125</c:v>
                </c:pt>
                <c:pt idx="2510">
                  <c:v>23</c:v>
                </c:pt>
                <c:pt idx="2511">
                  <c:v>43</c:v>
                </c:pt>
                <c:pt idx="2512">
                  <c:v>108</c:v>
                </c:pt>
                <c:pt idx="2513">
                  <c:v>43</c:v>
                </c:pt>
                <c:pt idx="2514">
                  <c:v>63</c:v>
                </c:pt>
                <c:pt idx="2515">
                  <c:v>63</c:v>
                </c:pt>
                <c:pt idx="2516">
                  <c:v>40</c:v>
                </c:pt>
                <c:pt idx="2517">
                  <c:v>41</c:v>
                </c:pt>
                <c:pt idx="2518">
                  <c:v>107</c:v>
                </c:pt>
                <c:pt idx="2519">
                  <c:v>95</c:v>
                </c:pt>
                <c:pt idx="2520">
                  <c:v>120</c:v>
                </c:pt>
                <c:pt idx="2521">
                  <c:v>127</c:v>
                </c:pt>
                <c:pt idx="2522">
                  <c:v>29</c:v>
                </c:pt>
                <c:pt idx="2523">
                  <c:v>66</c:v>
                </c:pt>
                <c:pt idx="2524">
                  <c:v>90</c:v>
                </c:pt>
                <c:pt idx="2525">
                  <c:v>29</c:v>
                </c:pt>
                <c:pt idx="2526">
                  <c:v>55</c:v>
                </c:pt>
                <c:pt idx="2527">
                  <c:v>92</c:v>
                </c:pt>
                <c:pt idx="2528">
                  <c:v>180</c:v>
                </c:pt>
                <c:pt idx="2529">
                  <c:v>92</c:v>
                </c:pt>
                <c:pt idx="2530">
                  <c:v>86</c:v>
                </c:pt>
                <c:pt idx="2531">
                  <c:v>129</c:v>
                </c:pt>
                <c:pt idx="2532">
                  <c:v>89</c:v>
                </c:pt>
                <c:pt idx="2533">
                  <c:v>98</c:v>
                </c:pt>
                <c:pt idx="2534">
                  <c:v>85</c:v>
                </c:pt>
                <c:pt idx="2535">
                  <c:v>70</c:v>
                </c:pt>
                <c:pt idx="2536">
                  <c:v>84</c:v>
                </c:pt>
                <c:pt idx="2537">
                  <c:v>66</c:v>
                </c:pt>
                <c:pt idx="2538">
                  <c:v>46</c:v>
                </c:pt>
                <c:pt idx="2539">
                  <c:v>57</c:v>
                </c:pt>
                <c:pt idx="2540">
                  <c:v>70</c:v>
                </c:pt>
                <c:pt idx="2541">
                  <c:v>70</c:v>
                </c:pt>
                <c:pt idx="2542">
                  <c:v>59</c:v>
                </c:pt>
                <c:pt idx="2543">
                  <c:v>25</c:v>
                </c:pt>
                <c:pt idx="2544">
                  <c:v>140</c:v>
                </c:pt>
                <c:pt idx="2545">
                  <c:v>105</c:v>
                </c:pt>
                <c:pt idx="2546">
                  <c:v>77</c:v>
                </c:pt>
                <c:pt idx="2547">
                  <c:v>28</c:v>
                </c:pt>
                <c:pt idx="2548">
                  <c:v>68</c:v>
                </c:pt>
                <c:pt idx="2549">
                  <c:v>93</c:v>
                </c:pt>
                <c:pt idx="2550">
                  <c:v>125</c:v>
                </c:pt>
                <c:pt idx="2551">
                  <c:v>99</c:v>
                </c:pt>
                <c:pt idx="2552">
                  <c:v>100</c:v>
                </c:pt>
                <c:pt idx="2553">
                  <c:v>104</c:v>
                </c:pt>
                <c:pt idx="2554">
                  <c:v>73</c:v>
                </c:pt>
                <c:pt idx="2555">
                  <c:v>26</c:v>
                </c:pt>
                <c:pt idx="2556">
                  <c:v>132</c:v>
                </c:pt>
                <c:pt idx="2557">
                  <c:v>76</c:v>
                </c:pt>
                <c:pt idx="2558">
                  <c:v>27</c:v>
                </c:pt>
                <c:pt idx="2559">
                  <c:v>95</c:v>
                </c:pt>
                <c:pt idx="2560">
                  <c:v>115</c:v>
                </c:pt>
                <c:pt idx="2561">
                  <c:v>58</c:v>
                </c:pt>
                <c:pt idx="2562">
                  <c:v>124</c:v>
                </c:pt>
                <c:pt idx="2563">
                  <c:v>87</c:v>
                </c:pt>
                <c:pt idx="2564">
                  <c:v>134</c:v>
                </c:pt>
                <c:pt idx="2565">
                  <c:v>121</c:v>
                </c:pt>
                <c:pt idx="2566">
                  <c:v>58</c:v>
                </c:pt>
                <c:pt idx="2567">
                  <c:v>105</c:v>
                </c:pt>
                <c:pt idx="2568">
                  <c:v>105</c:v>
                </c:pt>
                <c:pt idx="2569">
                  <c:v>69</c:v>
                </c:pt>
                <c:pt idx="2570">
                  <c:v>46</c:v>
                </c:pt>
                <c:pt idx="2571">
                  <c:v>86</c:v>
                </c:pt>
                <c:pt idx="2572">
                  <c:v>98</c:v>
                </c:pt>
                <c:pt idx="2573">
                  <c:v>100</c:v>
                </c:pt>
                <c:pt idx="2574">
                  <c:v>109</c:v>
                </c:pt>
                <c:pt idx="2575">
                  <c:v>127</c:v>
                </c:pt>
                <c:pt idx="2576">
                  <c:v>72</c:v>
                </c:pt>
                <c:pt idx="2577">
                  <c:v>112</c:v>
                </c:pt>
                <c:pt idx="2578">
                  <c:v>110</c:v>
                </c:pt>
                <c:pt idx="2579">
                  <c:v>88</c:v>
                </c:pt>
                <c:pt idx="2580">
                  <c:v>93</c:v>
                </c:pt>
                <c:pt idx="2581">
                  <c:v>73</c:v>
                </c:pt>
                <c:pt idx="2582">
                  <c:v>80</c:v>
                </c:pt>
                <c:pt idx="2583">
                  <c:v>87</c:v>
                </c:pt>
                <c:pt idx="2584">
                  <c:v>91</c:v>
                </c:pt>
                <c:pt idx="2585">
                  <c:v>98</c:v>
                </c:pt>
                <c:pt idx="2586">
                  <c:v>99</c:v>
                </c:pt>
                <c:pt idx="2587">
                  <c:v>66</c:v>
                </c:pt>
                <c:pt idx="2588">
                  <c:v>96</c:v>
                </c:pt>
                <c:pt idx="2589">
                  <c:v>47</c:v>
                </c:pt>
                <c:pt idx="2590">
                  <c:v>140</c:v>
                </c:pt>
                <c:pt idx="2591">
                  <c:v>130</c:v>
                </c:pt>
                <c:pt idx="2592">
                  <c:v>74</c:v>
                </c:pt>
                <c:pt idx="2593">
                  <c:v>102</c:v>
                </c:pt>
                <c:pt idx="2594">
                  <c:v>136</c:v>
                </c:pt>
                <c:pt idx="2595">
                  <c:v>106</c:v>
                </c:pt>
                <c:pt idx="2596">
                  <c:v>66</c:v>
                </c:pt>
                <c:pt idx="2597">
                  <c:v>54</c:v>
                </c:pt>
                <c:pt idx="2598">
                  <c:v>90</c:v>
                </c:pt>
                <c:pt idx="2599">
                  <c:v>47</c:v>
                </c:pt>
                <c:pt idx="2600">
                  <c:v>100</c:v>
                </c:pt>
                <c:pt idx="2601">
                  <c:v>47</c:v>
                </c:pt>
                <c:pt idx="2602">
                  <c:v>43</c:v>
                </c:pt>
                <c:pt idx="2603">
                  <c:v>133</c:v>
                </c:pt>
                <c:pt idx="2604">
                  <c:v>48</c:v>
                </c:pt>
                <c:pt idx="2605">
                  <c:v>100</c:v>
                </c:pt>
                <c:pt idx="2606">
                  <c:v>36</c:v>
                </c:pt>
                <c:pt idx="2607">
                  <c:v>24</c:v>
                </c:pt>
                <c:pt idx="2608">
                  <c:v>23</c:v>
                </c:pt>
                <c:pt idx="2609">
                  <c:v>101</c:v>
                </c:pt>
                <c:pt idx="2610">
                  <c:v>50</c:v>
                </c:pt>
                <c:pt idx="2611">
                  <c:v>23</c:v>
                </c:pt>
                <c:pt idx="2612">
                  <c:v>124</c:v>
                </c:pt>
                <c:pt idx="2613">
                  <c:v>89</c:v>
                </c:pt>
                <c:pt idx="2614">
                  <c:v>68</c:v>
                </c:pt>
                <c:pt idx="2615">
                  <c:v>13</c:v>
                </c:pt>
                <c:pt idx="2616">
                  <c:v>100</c:v>
                </c:pt>
                <c:pt idx="2617">
                  <c:v>84</c:v>
                </c:pt>
                <c:pt idx="2618">
                  <c:v>136</c:v>
                </c:pt>
                <c:pt idx="2619">
                  <c:v>92</c:v>
                </c:pt>
                <c:pt idx="2620">
                  <c:v>81</c:v>
                </c:pt>
                <c:pt idx="2621">
                  <c:v>90</c:v>
                </c:pt>
                <c:pt idx="2622">
                  <c:v>49</c:v>
                </c:pt>
                <c:pt idx="2623">
                  <c:v>82</c:v>
                </c:pt>
                <c:pt idx="2624">
                  <c:v>101</c:v>
                </c:pt>
                <c:pt idx="2625">
                  <c:v>85</c:v>
                </c:pt>
                <c:pt idx="2626">
                  <c:v>33</c:v>
                </c:pt>
                <c:pt idx="2627">
                  <c:v>95</c:v>
                </c:pt>
                <c:pt idx="2628">
                  <c:v>123</c:v>
                </c:pt>
                <c:pt idx="2629">
                  <c:v>105</c:v>
                </c:pt>
                <c:pt idx="2630">
                  <c:v>118</c:v>
                </c:pt>
                <c:pt idx="2631">
                  <c:v>131</c:v>
                </c:pt>
                <c:pt idx="2632">
                  <c:v>10</c:v>
                </c:pt>
                <c:pt idx="2633">
                  <c:v>27</c:v>
                </c:pt>
                <c:pt idx="2634">
                  <c:v>95</c:v>
                </c:pt>
                <c:pt idx="2635">
                  <c:v>106</c:v>
                </c:pt>
                <c:pt idx="2636">
                  <c:v>23</c:v>
                </c:pt>
                <c:pt idx="2637">
                  <c:v>12</c:v>
                </c:pt>
                <c:pt idx="2638">
                  <c:v>59</c:v>
                </c:pt>
                <c:pt idx="2639">
                  <c:v>96</c:v>
                </c:pt>
                <c:pt idx="2640">
                  <c:v>68</c:v>
                </c:pt>
                <c:pt idx="2641">
                  <c:v>58</c:v>
                </c:pt>
                <c:pt idx="2642">
                  <c:v>42</c:v>
                </c:pt>
                <c:pt idx="2643">
                  <c:v>82</c:v>
                </c:pt>
                <c:pt idx="2644">
                  <c:v>90</c:v>
                </c:pt>
                <c:pt idx="2645">
                  <c:v>24</c:v>
                </c:pt>
                <c:pt idx="2646">
                  <c:v>92</c:v>
                </c:pt>
                <c:pt idx="2647">
                  <c:v>62</c:v>
                </c:pt>
                <c:pt idx="2648">
                  <c:v>152</c:v>
                </c:pt>
                <c:pt idx="2649">
                  <c:v>83</c:v>
                </c:pt>
                <c:pt idx="2650">
                  <c:v>97</c:v>
                </c:pt>
                <c:pt idx="2651">
                  <c:v>45</c:v>
                </c:pt>
                <c:pt idx="2652">
                  <c:v>88</c:v>
                </c:pt>
                <c:pt idx="2653">
                  <c:v>129</c:v>
                </c:pt>
                <c:pt idx="2654">
                  <c:v>61</c:v>
                </c:pt>
                <c:pt idx="2655">
                  <c:v>96</c:v>
                </c:pt>
                <c:pt idx="2656">
                  <c:v>24</c:v>
                </c:pt>
                <c:pt idx="2657">
                  <c:v>97</c:v>
                </c:pt>
                <c:pt idx="2658">
                  <c:v>105</c:v>
                </c:pt>
                <c:pt idx="2659">
                  <c:v>96</c:v>
                </c:pt>
                <c:pt idx="2660">
                  <c:v>99</c:v>
                </c:pt>
                <c:pt idx="2661">
                  <c:v>40</c:v>
                </c:pt>
                <c:pt idx="2662">
                  <c:v>105</c:v>
                </c:pt>
                <c:pt idx="2663">
                  <c:v>100</c:v>
                </c:pt>
                <c:pt idx="2664">
                  <c:v>16</c:v>
                </c:pt>
                <c:pt idx="2665">
                  <c:v>57</c:v>
                </c:pt>
                <c:pt idx="2666">
                  <c:v>67</c:v>
                </c:pt>
                <c:pt idx="2667">
                  <c:v>100</c:v>
                </c:pt>
                <c:pt idx="2668">
                  <c:v>53</c:v>
                </c:pt>
                <c:pt idx="2669">
                  <c:v>118</c:v>
                </c:pt>
                <c:pt idx="2670">
                  <c:v>27</c:v>
                </c:pt>
                <c:pt idx="2671">
                  <c:v>100</c:v>
                </c:pt>
                <c:pt idx="2672">
                  <c:v>80</c:v>
                </c:pt>
                <c:pt idx="2673">
                  <c:v>39</c:v>
                </c:pt>
                <c:pt idx="2674">
                  <c:v>90</c:v>
                </c:pt>
                <c:pt idx="2675">
                  <c:v>113</c:v>
                </c:pt>
                <c:pt idx="2676">
                  <c:v>93</c:v>
                </c:pt>
                <c:pt idx="2677">
                  <c:v>84</c:v>
                </c:pt>
                <c:pt idx="2678">
                  <c:v>83</c:v>
                </c:pt>
                <c:pt idx="2679">
                  <c:v>147</c:v>
                </c:pt>
                <c:pt idx="2680">
                  <c:v>88</c:v>
                </c:pt>
                <c:pt idx="2681">
                  <c:v>104</c:v>
                </c:pt>
                <c:pt idx="2682">
                  <c:v>118</c:v>
                </c:pt>
                <c:pt idx="2683">
                  <c:v>62</c:v>
                </c:pt>
                <c:pt idx="2684">
                  <c:v>130</c:v>
                </c:pt>
                <c:pt idx="2685">
                  <c:v>125</c:v>
                </c:pt>
                <c:pt idx="2686">
                  <c:v>116</c:v>
                </c:pt>
                <c:pt idx="2687">
                  <c:v>104</c:v>
                </c:pt>
                <c:pt idx="2688">
                  <c:v>23</c:v>
                </c:pt>
                <c:pt idx="2689">
                  <c:v>116</c:v>
                </c:pt>
                <c:pt idx="2690">
                  <c:v>90</c:v>
                </c:pt>
                <c:pt idx="2691">
                  <c:v>90</c:v>
                </c:pt>
                <c:pt idx="2692">
                  <c:v>112</c:v>
                </c:pt>
                <c:pt idx="2693">
                  <c:v>58</c:v>
                </c:pt>
                <c:pt idx="2694">
                  <c:v>40</c:v>
                </c:pt>
                <c:pt idx="2695">
                  <c:v>84</c:v>
                </c:pt>
                <c:pt idx="2696">
                  <c:v>10</c:v>
                </c:pt>
                <c:pt idx="2697">
                  <c:v>119</c:v>
                </c:pt>
                <c:pt idx="2698">
                  <c:v>88</c:v>
                </c:pt>
                <c:pt idx="2699">
                  <c:v>88</c:v>
                </c:pt>
                <c:pt idx="2700">
                  <c:v>57</c:v>
                </c:pt>
                <c:pt idx="2701">
                  <c:v>115</c:v>
                </c:pt>
                <c:pt idx="2702">
                  <c:v>140</c:v>
                </c:pt>
                <c:pt idx="2703">
                  <c:v>67</c:v>
                </c:pt>
                <c:pt idx="2704">
                  <c:v>95</c:v>
                </c:pt>
                <c:pt idx="2705">
                  <c:v>89</c:v>
                </c:pt>
                <c:pt idx="2706">
                  <c:v>115</c:v>
                </c:pt>
                <c:pt idx="2707">
                  <c:v>65</c:v>
                </c:pt>
                <c:pt idx="2708">
                  <c:v>115</c:v>
                </c:pt>
                <c:pt idx="2709">
                  <c:v>55</c:v>
                </c:pt>
                <c:pt idx="2710">
                  <c:v>69</c:v>
                </c:pt>
                <c:pt idx="2711">
                  <c:v>80</c:v>
                </c:pt>
                <c:pt idx="2712">
                  <c:v>108</c:v>
                </c:pt>
                <c:pt idx="2713">
                  <c:v>91</c:v>
                </c:pt>
                <c:pt idx="2714">
                  <c:v>107</c:v>
                </c:pt>
                <c:pt idx="2715">
                  <c:v>131</c:v>
                </c:pt>
                <c:pt idx="2716">
                  <c:v>66</c:v>
                </c:pt>
                <c:pt idx="2717">
                  <c:v>24</c:v>
                </c:pt>
                <c:pt idx="2718">
                  <c:v>84</c:v>
                </c:pt>
                <c:pt idx="2719">
                  <c:v>90</c:v>
                </c:pt>
                <c:pt idx="2720">
                  <c:v>103</c:v>
                </c:pt>
                <c:pt idx="2721">
                  <c:v>69</c:v>
                </c:pt>
                <c:pt idx="2722">
                  <c:v>102</c:v>
                </c:pt>
                <c:pt idx="2723">
                  <c:v>182</c:v>
                </c:pt>
                <c:pt idx="2724">
                  <c:v>155</c:v>
                </c:pt>
                <c:pt idx="2725">
                  <c:v>49</c:v>
                </c:pt>
                <c:pt idx="2726">
                  <c:v>69</c:v>
                </c:pt>
                <c:pt idx="2727">
                  <c:v>91</c:v>
                </c:pt>
                <c:pt idx="2728">
                  <c:v>115</c:v>
                </c:pt>
                <c:pt idx="2729">
                  <c:v>169</c:v>
                </c:pt>
                <c:pt idx="2730">
                  <c:v>30</c:v>
                </c:pt>
                <c:pt idx="2731">
                  <c:v>94</c:v>
                </c:pt>
                <c:pt idx="2732">
                  <c:v>116</c:v>
                </c:pt>
                <c:pt idx="2733">
                  <c:v>102</c:v>
                </c:pt>
                <c:pt idx="2734">
                  <c:v>81</c:v>
                </c:pt>
                <c:pt idx="2735">
                  <c:v>126</c:v>
                </c:pt>
                <c:pt idx="2736">
                  <c:v>70</c:v>
                </c:pt>
                <c:pt idx="2737">
                  <c:v>156</c:v>
                </c:pt>
                <c:pt idx="2738">
                  <c:v>100</c:v>
                </c:pt>
                <c:pt idx="2739">
                  <c:v>69</c:v>
                </c:pt>
                <c:pt idx="2740">
                  <c:v>150</c:v>
                </c:pt>
                <c:pt idx="2741">
                  <c:v>100</c:v>
                </c:pt>
                <c:pt idx="2742">
                  <c:v>122</c:v>
                </c:pt>
                <c:pt idx="2743">
                  <c:v>130</c:v>
                </c:pt>
                <c:pt idx="2744">
                  <c:v>84</c:v>
                </c:pt>
                <c:pt idx="2745">
                  <c:v>44</c:v>
                </c:pt>
                <c:pt idx="2746">
                  <c:v>84</c:v>
                </c:pt>
                <c:pt idx="2747">
                  <c:v>110</c:v>
                </c:pt>
                <c:pt idx="2748">
                  <c:v>96</c:v>
                </c:pt>
                <c:pt idx="2749">
                  <c:v>111</c:v>
                </c:pt>
                <c:pt idx="2750">
                  <c:v>60</c:v>
                </c:pt>
                <c:pt idx="2751">
                  <c:v>78</c:v>
                </c:pt>
                <c:pt idx="2752">
                  <c:v>102</c:v>
                </c:pt>
                <c:pt idx="2753">
                  <c:v>92</c:v>
                </c:pt>
                <c:pt idx="2754">
                  <c:v>100</c:v>
                </c:pt>
                <c:pt idx="2755">
                  <c:v>78</c:v>
                </c:pt>
                <c:pt idx="2756">
                  <c:v>11</c:v>
                </c:pt>
                <c:pt idx="2757">
                  <c:v>26</c:v>
                </c:pt>
                <c:pt idx="2758">
                  <c:v>102</c:v>
                </c:pt>
                <c:pt idx="2759">
                  <c:v>67</c:v>
                </c:pt>
                <c:pt idx="2760">
                  <c:v>54</c:v>
                </c:pt>
                <c:pt idx="2761">
                  <c:v>100</c:v>
                </c:pt>
                <c:pt idx="2762">
                  <c:v>23</c:v>
                </c:pt>
                <c:pt idx="2763">
                  <c:v>107</c:v>
                </c:pt>
                <c:pt idx="2764">
                  <c:v>159</c:v>
                </c:pt>
                <c:pt idx="2765">
                  <c:v>61</c:v>
                </c:pt>
                <c:pt idx="2766">
                  <c:v>96</c:v>
                </c:pt>
                <c:pt idx="2767">
                  <c:v>62</c:v>
                </c:pt>
                <c:pt idx="2768">
                  <c:v>25</c:v>
                </c:pt>
                <c:pt idx="2769">
                  <c:v>37</c:v>
                </c:pt>
                <c:pt idx="2770">
                  <c:v>95</c:v>
                </c:pt>
                <c:pt idx="2771">
                  <c:v>95</c:v>
                </c:pt>
                <c:pt idx="2772">
                  <c:v>45</c:v>
                </c:pt>
                <c:pt idx="2773">
                  <c:v>63</c:v>
                </c:pt>
                <c:pt idx="2774">
                  <c:v>100</c:v>
                </c:pt>
                <c:pt idx="2775">
                  <c:v>111</c:v>
                </c:pt>
                <c:pt idx="2776">
                  <c:v>68</c:v>
                </c:pt>
                <c:pt idx="2777">
                  <c:v>22</c:v>
                </c:pt>
                <c:pt idx="2778">
                  <c:v>94</c:v>
                </c:pt>
                <c:pt idx="2779">
                  <c:v>101</c:v>
                </c:pt>
                <c:pt idx="2780">
                  <c:v>128</c:v>
                </c:pt>
                <c:pt idx="2781">
                  <c:v>26</c:v>
                </c:pt>
                <c:pt idx="2782">
                  <c:v>32</c:v>
                </c:pt>
                <c:pt idx="2783">
                  <c:v>104</c:v>
                </c:pt>
                <c:pt idx="2784">
                  <c:v>117</c:v>
                </c:pt>
                <c:pt idx="2785">
                  <c:v>73</c:v>
                </c:pt>
                <c:pt idx="2786">
                  <c:v>90</c:v>
                </c:pt>
                <c:pt idx="2787">
                  <c:v>62</c:v>
                </c:pt>
                <c:pt idx="2788">
                  <c:v>83</c:v>
                </c:pt>
                <c:pt idx="2789">
                  <c:v>22</c:v>
                </c:pt>
                <c:pt idx="2790">
                  <c:v>50</c:v>
                </c:pt>
                <c:pt idx="2791">
                  <c:v>98</c:v>
                </c:pt>
                <c:pt idx="2792">
                  <c:v>110</c:v>
                </c:pt>
                <c:pt idx="2793">
                  <c:v>93</c:v>
                </c:pt>
                <c:pt idx="2794">
                  <c:v>105</c:v>
                </c:pt>
                <c:pt idx="2795">
                  <c:v>106</c:v>
                </c:pt>
                <c:pt idx="2796">
                  <c:v>91</c:v>
                </c:pt>
                <c:pt idx="2797">
                  <c:v>105</c:v>
                </c:pt>
                <c:pt idx="2798">
                  <c:v>45</c:v>
                </c:pt>
                <c:pt idx="2799">
                  <c:v>30</c:v>
                </c:pt>
                <c:pt idx="2800">
                  <c:v>97</c:v>
                </c:pt>
                <c:pt idx="2801">
                  <c:v>109</c:v>
                </c:pt>
                <c:pt idx="2802">
                  <c:v>157</c:v>
                </c:pt>
                <c:pt idx="2803">
                  <c:v>45</c:v>
                </c:pt>
                <c:pt idx="2804">
                  <c:v>120</c:v>
                </c:pt>
                <c:pt idx="2805">
                  <c:v>111</c:v>
                </c:pt>
                <c:pt idx="2806">
                  <c:v>80</c:v>
                </c:pt>
                <c:pt idx="2807">
                  <c:v>92</c:v>
                </c:pt>
                <c:pt idx="2808">
                  <c:v>50</c:v>
                </c:pt>
                <c:pt idx="2809">
                  <c:v>111</c:v>
                </c:pt>
                <c:pt idx="2810">
                  <c:v>161</c:v>
                </c:pt>
                <c:pt idx="2811">
                  <c:v>125</c:v>
                </c:pt>
                <c:pt idx="2812">
                  <c:v>66</c:v>
                </c:pt>
                <c:pt idx="2813">
                  <c:v>116</c:v>
                </c:pt>
                <c:pt idx="2814">
                  <c:v>53</c:v>
                </c:pt>
                <c:pt idx="2815">
                  <c:v>65</c:v>
                </c:pt>
                <c:pt idx="2816">
                  <c:v>111</c:v>
                </c:pt>
                <c:pt idx="2817">
                  <c:v>105</c:v>
                </c:pt>
                <c:pt idx="2818">
                  <c:v>105</c:v>
                </c:pt>
                <c:pt idx="2819">
                  <c:v>155</c:v>
                </c:pt>
                <c:pt idx="2820">
                  <c:v>104</c:v>
                </c:pt>
                <c:pt idx="2821">
                  <c:v>66</c:v>
                </c:pt>
                <c:pt idx="2822">
                  <c:v>34</c:v>
                </c:pt>
                <c:pt idx="2823">
                  <c:v>90</c:v>
                </c:pt>
                <c:pt idx="2824">
                  <c:v>19</c:v>
                </c:pt>
                <c:pt idx="2825">
                  <c:v>140</c:v>
                </c:pt>
                <c:pt idx="2826">
                  <c:v>24</c:v>
                </c:pt>
                <c:pt idx="2827">
                  <c:v>56</c:v>
                </c:pt>
                <c:pt idx="2828">
                  <c:v>77</c:v>
                </c:pt>
                <c:pt idx="2829">
                  <c:v>114</c:v>
                </c:pt>
                <c:pt idx="2830">
                  <c:v>66</c:v>
                </c:pt>
                <c:pt idx="2831">
                  <c:v>60</c:v>
                </c:pt>
                <c:pt idx="2832">
                  <c:v>95</c:v>
                </c:pt>
                <c:pt idx="2833">
                  <c:v>73</c:v>
                </c:pt>
                <c:pt idx="2834">
                  <c:v>58</c:v>
                </c:pt>
                <c:pt idx="2835">
                  <c:v>120</c:v>
                </c:pt>
                <c:pt idx="2836">
                  <c:v>125</c:v>
                </c:pt>
                <c:pt idx="2837">
                  <c:v>89</c:v>
                </c:pt>
                <c:pt idx="2838">
                  <c:v>108</c:v>
                </c:pt>
                <c:pt idx="2839">
                  <c:v>63</c:v>
                </c:pt>
                <c:pt idx="2840">
                  <c:v>95</c:v>
                </c:pt>
                <c:pt idx="2841">
                  <c:v>74</c:v>
                </c:pt>
                <c:pt idx="2842">
                  <c:v>104</c:v>
                </c:pt>
                <c:pt idx="2843">
                  <c:v>128</c:v>
                </c:pt>
                <c:pt idx="2844">
                  <c:v>90</c:v>
                </c:pt>
                <c:pt idx="2845">
                  <c:v>56</c:v>
                </c:pt>
                <c:pt idx="2846">
                  <c:v>102</c:v>
                </c:pt>
                <c:pt idx="2847">
                  <c:v>24</c:v>
                </c:pt>
                <c:pt idx="2848">
                  <c:v>138</c:v>
                </c:pt>
                <c:pt idx="2849">
                  <c:v>132</c:v>
                </c:pt>
                <c:pt idx="2850">
                  <c:v>52</c:v>
                </c:pt>
                <c:pt idx="2851">
                  <c:v>104</c:v>
                </c:pt>
                <c:pt idx="2852">
                  <c:v>134</c:v>
                </c:pt>
                <c:pt idx="2853">
                  <c:v>60</c:v>
                </c:pt>
                <c:pt idx="2854">
                  <c:v>93</c:v>
                </c:pt>
                <c:pt idx="2855">
                  <c:v>87</c:v>
                </c:pt>
                <c:pt idx="2856">
                  <c:v>87</c:v>
                </c:pt>
                <c:pt idx="2857">
                  <c:v>126</c:v>
                </c:pt>
                <c:pt idx="2858">
                  <c:v>65</c:v>
                </c:pt>
                <c:pt idx="2859">
                  <c:v>94</c:v>
                </c:pt>
                <c:pt idx="2860">
                  <c:v>66</c:v>
                </c:pt>
                <c:pt idx="2861">
                  <c:v>52</c:v>
                </c:pt>
                <c:pt idx="2862">
                  <c:v>80</c:v>
                </c:pt>
                <c:pt idx="2863">
                  <c:v>134</c:v>
                </c:pt>
                <c:pt idx="2864">
                  <c:v>102</c:v>
                </c:pt>
                <c:pt idx="2865">
                  <c:v>122</c:v>
                </c:pt>
                <c:pt idx="2866">
                  <c:v>76</c:v>
                </c:pt>
                <c:pt idx="2867">
                  <c:v>77</c:v>
                </c:pt>
                <c:pt idx="2868">
                  <c:v>62</c:v>
                </c:pt>
                <c:pt idx="2869">
                  <c:v>102</c:v>
                </c:pt>
                <c:pt idx="2870">
                  <c:v>59</c:v>
                </c:pt>
                <c:pt idx="2871">
                  <c:v>117</c:v>
                </c:pt>
                <c:pt idx="2872">
                  <c:v>60</c:v>
                </c:pt>
                <c:pt idx="2873">
                  <c:v>116</c:v>
                </c:pt>
                <c:pt idx="2874">
                  <c:v>53</c:v>
                </c:pt>
                <c:pt idx="2875">
                  <c:v>57</c:v>
                </c:pt>
                <c:pt idx="2876">
                  <c:v>56</c:v>
                </c:pt>
                <c:pt idx="2877">
                  <c:v>122</c:v>
                </c:pt>
                <c:pt idx="2878">
                  <c:v>63</c:v>
                </c:pt>
                <c:pt idx="2879">
                  <c:v>20</c:v>
                </c:pt>
                <c:pt idx="2880">
                  <c:v>58</c:v>
                </c:pt>
                <c:pt idx="2881">
                  <c:v>89</c:v>
                </c:pt>
                <c:pt idx="2882">
                  <c:v>76</c:v>
                </c:pt>
                <c:pt idx="2883">
                  <c:v>89</c:v>
                </c:pt>
                <c:pt idx="2884">
                  <c:v>59</c:v>
                </c:pt>
                <c:pt idx="2885">
                  <c:v>104</c:v>
                </c:pt>
                <c:pt idx="2886">
                  <c:v>87</c:v>
                </c:pt>
                <c:pt idx="2887">
                  <c:v>124</c:v>
                </c:pt>
                <c:pt idx="2888">
                  <c:v>91</c:v>
                </c:pt>
                <c:pt idx="2889">
                  <c:v>79</c:v>
                </c:pt>
                <c:pt idx="2890">
                  <c:v>85</c:v>
                </c:pt>
                <c:pt idx="2891">
                  <c:v>134</c:v>
                </c:pt>
                <c:pt idx="2892">
                  <c:v>116</c:v>
                </c:pt>
                <c:pt idx="2893">
                  <c:v>112</c:v>
                </c:pt>
                <c:pt idx="2894">
                  <c:v>105</c:v>
                </c:pt>
                <c:pt idx="2895">
                  <c:v>75</c:v>
                </c:pt>
                <c:pt idx="2896">
                  <c:v>62</c:v>
                </c:pt>
                <c:pt idx="2897">
                  <c:v>91</c:v>
                </c:pt>
                <c:pt idx="2898">
                  <c:v>90</c:v>
                </c:pt>
                <c:pt idx="2899">
                  <c:v>65</c:v>
                </c:pt>
                <c:pt idx="2900">
                  <c:v>109</c:v>
                </c:pt>
                <c:pt idx="2901">
                  <c:v>106</c:v>
                </c:pt>
                <c:pt idx="2902">
                  <c:v>76</c:v>
                </c:pt>
                <c:pt idx="2903">
                  <c:v>93</c:v>
                </c:pt>
                <c:pt idx="2904">
                  <c:v>30</c:v>
                </c:pt>
                <c:pt idx="2905">
                  <c:v>51</c:v>
                </c:pt>
                <c:pt idx="2906">
                  <c:v>140</c:v>
                </c:pt>
                <c:pt idx="2907">
                  <c:v>63</c:v>
                </c:pt>
                <c:pt idx="2908">
                  <c:v>28</c:v>
                </c:pt>
                <c:pt idx="2909">
                  <c:v>128</c:v>
                </c:pt>
                <c:pt idx="2910">
                  <c:v>91</c:v>
                </c:pt>
                <c:pt idx="2911">
                  <c:v>80</c:v>
                </c:pt>
                <c:pt idx="2912">
                  <c:v>97</c:v>
                </c:pt>
                <c:pt idx="2913">
                  <c:v>24</c:v>
                </c:pt>
                <c:pt idx="2914">
                  <c:v>102</c:v>
                </c:pt>
                <c:pt idx="2915">
                  <c:v>122</c:v>
                </c:pt>
                <c:pt idx="2916">
                  <c:v>49</c:v>
                </c:pt>
                <c:pt idx="2917">
                  <c:v>128</c:v>
                </c:pt>
                <c:pt idx="2918">
                  <c:v>106</c:v>
                </c:pt>
                <c:pt idx="2919">
                  <c:v>115</c:v>
                </c:pt>
                <c:pt idx="2920">
                  <c:v>120</c:v>
                </c:pt>
                <c:pt idx="2921">
                  <c:v>157</c:v>
                </c:pt>
                <c:pt idx="2922">
                  <c:v>34</c:v>
                </c:pt>
                <c:pt idx="2923">
                  <c:v>61</c:v>
                </c:pt>
                <c:pt idx="2924">
                  <c:v>44</c:v>
                </c:pt>
                <c:pt idx="2925">
                  <c:v>72</c:v>
                </c:pt>
                <c:pt idx="2926">
                  <c:v>118</c:v>
                </c:pt>
                <c:pt idx="2927">
                  <c:v>22</c:v>
                </c:pt>
                <c:pt idx="2928">
                  <c:v>71</c:v>
                </c:pt>
                <c:pt idx="2929">
                  <c:v>92</c:v>
                </c:pt>
                <c:pt idx="2930">
                  <c:v>88</c:v>
                </c:pt>
                <c:pt idx="2931">
                  <c:v>100</c:v>
                </c:pt>
                <c:pt idx="2932">
                  <c:v>78</c:v>
                </c:pt>
                <c:pt idx="2933">
                  <c:v>60</c:v>
                </c:pt>
                <c:pt idx="2934">
                  <c:v>67</c:v>
                </c:pt>
                <c:pt idx="2935">
                  <c:v>100</c:v>
                </c:pt>
                <c:pt idx="2936">
                  <c:v>27</c:v>
                </c:pt>
                <c:pt idx="2937">
                  <c:v>109</c:v>
                </c:pt>
                <c:pt idx="2938">
                  <c:v>90</c:v>
                </c:pt>
                <c:pt idx="2939">
                  <c:v>74</c:v>
                </c:pt>
                <c:pt idx="2940">
                  <c:v>100</c:v>
                </c:pt>
                <c:pt idx="2941">
                  <c:v>65</c:v>
                </c:pt>
                <c:pt idx="2942">
                  <c:v>150</c:v>
                </c:pt>
                <c:pt idx="2943">
                  <c:v>115</c:v>
                </c:pt>
                <c:pt idx="2944">
                  <c:v>115</c:v>
                </c:pt>
                <c:pt idx="2945">
                  <c:v>92</c:v>
                </c:pt>
                <c:pt idx="2946">
                  <c:v>91</c:v>
                </c:pt>
                <c:pt idx="2947">
                  <c:v>160</c:v>
                </c:pt>
                <c:pt idx="2948">
                  <c:v>102</c:v>
                </c:pt>
                <c:pt idx="2949">
                  <c:v>85</c:v>
                </c:pt>
                <c:pt idx="2950">
                  <c:v>122</c:v>
                </c:pt>
                <c:pt idx="2951">
                  <c:v>96</c:v>
                </c:pt>
                <c:pt idx="2952">
                  <c:v>85</c:v>
                </c:pt>
                <c:pt idx="2953">
                  <c:v>118</c:v>
                </c:pt>
                <c:pt idx="2954">
                  <c:v>24</c:v>
                </c:pt>
                <c:pt idx="2955">
                  <c:v>26</c:v>
                </c:pt>
                <c:pt idx="2956">
                  <c:v>81</c:v>
                </c:pt>
                <c:pt idx="2957">
                  <c:v>79</c:v>
                </c:pt>
                <c:pt idx="2958">
                  <c:v>95</c:v>
                </c:pt>
                <c:pt idx="2959">
                  <c:v>137</c:v>
                </c:pt>
                <c:pt idx="2960">
                  <c:v>24</c:v>
                </c:pt>
                <c:pt idx="2961">
                  <c:v>85</c:v>
                </c:pt>
                <c:pt idx="2962">
                  <c:v>85</c:v>
                </c:pt>
                <c:pt idx="2963">
                  <c:v>28</c:v>
                </c:pt>
                <c:pt idx="2964">
                  <c:v>113</c:v>
                </c:pt>
                <c:pt idx="2965">
                  <c:v>62</c:v>
                </c:pt>
                <c:pt idx="2966">
                  <c:v>25</c:v>
                </c:pt>
                <c:pt idx="2967">
                  <c:v>52</c:v>
                </c:pt>
                <c:pt idx="2968">
                  <c:v>28</c:v>
                </c:pt>
                <c:pt idx="2969">
                  <c:v>13</c:v>
                </c:pt>
                <c:pt idx="2970">
                  <c:v>52</c:v>
                </c:pt>
                <c:pt idx="2971">
                  <c:v>58</c:v>
                </c:pt>
                <c:pt idx="2972">
                  <c:v>88</c:v>
                </c:pt>
                <c:pt idx="2973">
                  <c:v>130</c:v>
                </c:pt>
                <c:pt idx="2974">
                  <c:v>30</c:v>
                </c:pt>
                <c:pt idx="2975">
                  <c:v>38</c:v>
                </c:pt>
                <c:pt idx="2976">
                  <c:v>114</c:v>
                </c:pt>
                <c:pt idx="2977">
                  <c:v>56</c:v>
                </c:pt>
                <c:pt idx="2978">
                  <c:v>35</c:v>
                </c:pt>
                <c:pt idx="2979">
                  <c:v>31</c:v>
                </c:pt>
                <c:pt idx="2980">
                  <c:v>16</c:v>
                </c:pt>
                <c:pt idx="2981">
                  <c:v>50</c:v>
                </c:pt>
                <c:pt idx="2982">
                  <c:v>45</c:v>
                </c:pt>
                <c:pt idx="2983">
                  <c:v>29</c:v>
                </c:pt>
                <c:pt idx="2984">
                  <c:v>48</c:v>
                </c:pt>
                <c:pt idx="2985">
                  <c:v>24</c:v>
                </c:pt>
                <c:pt idx="2986">
                  <c:v>24</c:v>
                </c:pt>
                <c:pt idx="2987">
                  <c:v>44</c:v>
                </c:pt>
                <c:pt idx="2988">
                  <c:v>49</c:v>
                </c:pt>
                <c:pt idx="2989">
                  <c:v>48</c:v>
                </c:pt>
                <c:pt idx="2990">
                  <c:v>101</c:v>
                </c:pt>
                <c:pt idx="2991">
                  <c:v>52</c:v>
                </c:pt>
                <c:pt idx="2992">
                  <c:v>105</c:v>
                </c:pt>
                <c:pt idx="2993">
                  <c:v>140</c:v>
                </c:pt>
                <c:pt idx="2994">
                  <c:v>44</c:v>
                </c:pt>
                <c:pt idx="2995">
                  <c:v>134</c:v>
                </c:pt>
                <c:pt idx="2996">
                  <c:v>41</c:v>
                </c:pt>
                <c:pt idx="2997">
                  <c:v>45</c:v>
                </c:pt>
                <c:pt idx="2998">
                  <c:v>138</c:v>
                </c:pt>
                <c:pt idx="2999">
                  <c:v>24</c:v>
                </c:pt>
                <c:pt idx="3000">
                  <c:v>84</c:v>
                </c:pt>
                <c:pt idx="3001">
                  <c:v>209</c:v>
                </c:pt>
                <c:pt idx="3002">
                  <c:v>102</c:v>
                </c:pt>
                <c:pt idx="3003">
                  <c:v>116</c:v>
                </c:pt>
                <c:pt idx="3004">
                  <c:v>25</c:v>
                </c:pt>
                <c:pt idx="3005">
                  <c:v>99</c:v>
                </c:pt>
                <c:pt idx="3006">
                  <c:v>54</c:v>
                </c:pt>
                <c:pt idx="3007">
                  <c:v>136</c:v>
                </c:pt>
                <c:pt idx="3008">
                  <c:v>130</c:v>
                </c:pt>
                <c:pt idx="3009">
                  <c:v>36</c:v>
                </c:pt>
                <c:pt idx="3010">
                  <c:v>44</c:v>
                </c:pt>
                <c:pt idx="3011">
                  <c:v>28</c:v>
                </c:pt>
                <c:pt idx="3012">
                  <c:v>19</c:v>
                </c:pt>
                <c:pt idx="3013">
                  <c:v>123</c:v>
                </c:pt>
                <c:pt idx="3014">
                  <c:v>123</c:v>
                </c:pt>
                <c:pt idx="3015">
                  <c:v>62</c:v>
                </c:pt>
                <c:pt idx="3016">
                  <c:v>42</c:v>
                </c:pt>
                <c:pt idx="3017">
                  <c:v>50</c:v>
                </c:pt>
                <c:pt idx="3018">
                  <c:v>115</c:v>
                </c:pt>
                <c:pt idx="3019">
                  <c:v>47</c:v>
                </c:pt>
                <c:pt idx="3020">
                  <c:v>43</c:v>
                </c:pt>
                <c:pt idx="3021">
                  <c:v>100</c:v>
                </c:pt>
                <c:pt idx="3022">
                  <c:v>48</c:v>
                </c:pt>
                <c:pt idx="3023">
                  <c:v>94</c:v>
                </c:pt>
                <c:pt idx="3024">
                  <c:v>39</c:v>
                </c:pt>
                <c:pt idx="3025">
                  <c:v>81</c:v>
                </c:pt>
                <c:pt idx="3026">
                  <c:v>23</c:v>
                </c:pt>
                <c:pt idx="3027">
                  <c:v>88</c:v>
                </c:pt>
                <c:pt idx="3028">
                  <c:v>131</c:v>
                </c:pt>
                <c:pt idx="3029">
                  <c:v>127</c:v>
                </c:pt>
                <c:pt idx="3030">
                  <c:v>118</c:v>
                </c:pt>
                <c:pt idx="3031">
                  <c:v>93</c:v>
                </c:pt>
                <c:pt idx="3032">
                  <c:v>51</c:v>
                </c:pt>
                <c:pt idx="3033">
                  <c:v>74</c:v>
                </c:pt>
                <c:pt idx="3034">
                  <c:v>8</c:v>
                </c:pt>
                <c:pt idx="3035">
                  <c:v>42</c:v>
                </c:pt>
                <c:pt idx="3036">
                  <c:v>26</c:v>
                </c:pt>
                <c:pt idx="3037">
                  <c:v>47</c:v>
                </c:pt>
                <c:pt idx="3038">
                  <c:v>58</c:v>
                </c:pt>
                <c:pt idx="3039">
                  <c:v>62</c:v>
                </c:pt>
                <c:pt idx="3040">
                  <c:v>124</c:v>
                </c:pt>
                <c:pt idx="3041">
                  <c:v>123</c:v>
                </c:pt>
                <c:pt idx="3042">
                  <c:v>108</c:v>
                </c:pt>
                <c:pt idx="3043">
                  <c:v>46</c:v>
                </c:pt>
                <c:pt idx="3044">
                  <c:v>125</c:v>
                </c:pt>
                <c:pt idx="3045">
                  <c:v>102</c:v>
                </c:pt>
                <c:pt idx="3046">
                  <c:v>118</c:v>
                </c:pt>
                <c:pt idx="3047">
                  <c:v>112</c:v>
                </c:pt>
                <c:pt idx="3048">
                  <c:v>47</c:v>
                </c:pt>
                <c:pt idx="3049">
                  <c:v>113</c:v>
                </c:pt>
                <c:pt idx="3050">
                  <c:v>49</c:v>
                </c:pt>
                <c:pt idx="3051">
                  <c:v>55</c:v>
                </c:pt>
                <c:pt idx="3052">
                  <c:v>42</c:v>
                </c:pt>
                <c:pt idx="3053">
                  <c:v>125</c:v>
                </c:pt>
                <c:pt idx="3054">
                  <c:v>50</c:v>
                </c:pt>
                <c:pt idx="3055">
                  <c:v>123</c:v>
                </c:pt>
                <c:pt idx="3056">
                  <c:v>55</c:v>
                </c:pt>
                <c:pt idx="3057">
                  <c:v>43</c:v>
                </c:pt>
                <c:pt idx="3058">
                  <c:v>22</c:v>
                </c:pt>
                <c:pt idx="3059">
                  <c:v>54</c:v>
                </c:pt>
                <c:pt idx="3060">
                  <c:v>128</c:v>
                </c:pt>
                <c:pt idx="3061">
                  <c:v>59</c:v>
                </c:pt>
                <c:pt idx="3062">
                  <c:v>111</c:v>
                </c:pt>
                <c:pt idx="3063">
                  <c:v>21</c:v>
                </c:pt>
                <c:pt idx="3064">
                  <c:v>44</c:v>
                </c:pt>
                <c:pt idx="3065">
                  <c:v>98</c:v>
                </c:pt>
                <c:pt idx="3066">
                  <c:v>54</c:v>
                </c:pt>
                <c:pt idx="3067">
                  <c:v>90</c:v>
                </c:pt>
                <c:pt idx="3068">
                  <c:v>104</c:v>
                </c:pt>
                <c:pt idx="3069">
                  <c:v>106</c:v>
                </c:pt>
                <c:pt idx="3070">
                  <c:v>118</c:v>
                </c:pt>
                <c:pt idx="3071">
                  <c:v>43</c:v>
                </c:pt>
                <c:pt idx="3072">
                  <c:v>47</c:v>
                </c:pt>
                <c:pt idx="3073">
                  <c:v>48</c:v>
                </c:pt>
                <c:pt idx="3074">
                  <c:v>124</c:v>
                </c:pt>
                <c:pt idx="3075">
                  <c:v>108</c:v>
                </c:pt>
                <c:pt idx="3076">
                  <c:v>127</c:v>
                </c:pt>
                <c:pt idx="3077">
                  <c:v>42</c:v>
                </c:pt>
                <c:pt idx="3078">
                  <c:v>99</c:v>
                </c:pt>
                <c:pt idx="3079">
                  <c:v>102</c:v>
                </c:pt>
                <c:pt idx="3080">
                  <c:v>87</c:v>
                </c:pt>
                <c:pt idx="3081">
                  <c:v>50</c:v>
                </c:pt>
                <c:pt idx="3082">
                  <c:v>86</c:v>
                </c:pt>
                <c:pt idx="3083">
                  <c:v>54</c:v>
                </c:pt>
                <c:pt idx="3084">
                  <c:v>116</c:v>
                </c:pt>
                <c:pt idx="3085">
                  <c:v>25</c:v>
                </c:pt>
                <c:pt idx="3086">
                  <c:v>97</c:v>
                </c:pt>
                <c:pt idx="3087">
                  <c:v>92</c:v>
                </c:pt>
                <c:pt idx="3088">
                  <c:v>121</c:v>
                </c:pt>
                <c:pt idx="3089">
                  <c:v>43</c:v>
                </c:pt>
                <c:pt idx="3090">
                  <c:v>56</c:v>
                </c:pt>
                <c:pt idx="3091">
                  <c:v>44</c:v>
                </c:pt>
                <c:pt idx="3092">
                  <c:v>98</c:v>
                </c:pt>
                <c:pt idx="3093">
                  <c:v>99</c:v>
                </c:pt>
                <c:pt idx="3094">
                  <c:v>156</c:v>
                </c:pt>
                <c:pt idx="3095">
                  <c:v>50</c:v>
                </c:pt>
                <c:pt idx="3096">
                  <c:v>26</c:v>
                </c:pt>
                <c:pt idx="3097">
                  <c:v>53</c:v>
                </c:pt>
                <c:pt idx="3098">
                  <c:v>44</c:v>
                </c:pt>
                <c:pt idx="3099">
                  <c:v>132</c:v>
                </c:pt>
                <c:pt idx="3100">
                  <c:v>128</c:v>
                </c:pt>
                <c:pt idx="3101">
                  <c:v>84</c:v>
                </c:pt>
                <c:pt idx="3102">
                  <c:v>108</c:v>
                </c:pt>
                <c:pt idx="3103">
                  <c:v>96</c:v>
                </c:pt>
                <c:pt idx="3104">
                  <c:v>82</c:v>
                </c:pt>
                <c:pt idx="3105">
                  <c:v>48</c:v>
                </c:pt>
                <c:pt idx="3106">
                  <c:v>95</c:v>
                </c:pt>
                <c:pt idx="3107">
                  <c:v>42</c:v>
                </c:pt>
                <c:pt idx="3108">
                  <c:v>90</c:v>
                </c:pt>
                <c:pt idx="3109">
                  <c:v>94</c:v>
                </c:pt>
                <c:pt idx="3110">
                  <c:v>54</c:v>
                </c:pt>
                <c:pt idx="3111">
                  <c:v>118</c:v>
                </c:pt>
                <c:pt idx="3112">
                  <c:v>10</c:v>
                </c:pt>
                <c:pt idx="3113">
                  <c:v>78</c:v>
                </c:pt>
                <c:pt idx="3114">
                  <c:v>130</c:v>
                </c:pt>
                <c:pt idx="3115">
                  <c:v>34</c:v>
                </c:pt>
                <c:pt idx="3116">
                  <c:v>49</c:v>
                </c:pt>
                <c:pt idx="3117">
                  <c:v>91</c:v>
                </c:pt>
                <c:pt idx="3118">
                  <c:v>92</c:v>
                </c:pt>
                <c:pt idx="3119">
                  <c:v>88</c:v>
                </c:pt>
                <c:pt idx="3120">
                  <c:v>102</c:v>
                </c:pt>
                <c:pt idx="3121">
                  <c:v>82</c:v>
                </c:pt>
                <c:pt idx="3122">
                  <c:v>59</c:v>
                </c:pt>
                <c:pt idx="3123">
                  <c:v>90</c:v>
                </c:pt>
                <c:pt idx="3124">
                  <c:v>83</c:v>
                </c:pt>
                <c:pt idx="3125">
                  <c:v>113</c:v>
                </c:pt>
                <c:pt idx="3126">
                  <c:v>96</c:v>
                </c:pt>
                <c:pt idx="3127">
                  <c:v>76</c:v>
                </c:pt>
                <c:pt idx="3128">
                  <c:v>26</c:v>
                </c:pt>
                <c:pt idx="3129">
                  <c:v>95</c:v>
                </c:pt>
                <c:pt idx="3130">
                  <c:v>125</c:v>
                </c:pt>
                <c:pt idx="3131">
                  <c:v>45</c:v>
                </c:pt>
                <c:pt idx="3132">
                  <c:v>23</c:v>
                </c:pt>
                <c:pt idx="3133">
                  <c:v>24</c:v>
                </c:pt>
                <c:pt idx="3134">
                  <c:v>49</c:v>
                </c:pt>
                <c:pt idx="3135">
                  <c:v>96</c:v>
                </c:pt>
                <c:pt idx="3136">
                  <c:v>108</c:v>
                </c:pt>
                <c:pt idx="3137">
                  <c:v>112</c:v>
                </c:pt>
                <c:pt idx="3138">
                  <c:v>17</c:v>
                </c:pt>
                <c:pt idx="3139">
                  <c:v>56</c:v>
                </c:pt>
                <c:pt idx="3140">
                  <c:v>103</c:v>
                </c:pt>
                <c:pt idx="3141">
                  <c:v>94</c:v>
                </c:pt>
                <c:pt idx="3142">
                  <c:v>44</c:v>
                </c:pt>
                <c:pt idx="3143">
                  <c:v>50</c:v>
                </c:pt>
                <c:pt idx="3144">
                  <c:v>99</c:v>
                </c:pt>
                <c:pt idx="3145">
                  <c:v>22</c:v>
                </c:pt>
                <c:pt idx="3146">
                  <c:v>129</c:v>
                </c:pt>
                <c:pt idx="3147">
                  <c:v>28</c:v>
                </c:pt>
                <c:pt idx="3148">
                  <c:v>108</c:v>
                </c:pt>
                <c:pt idx="3149">
                  <c:v>110</c:v>
                </c:pt>
                <c:pt idx="3150">
                  <c:v>53</c:v>
                </c:pt>
                <c:pt idx="3151">
                  <c:v>126</c:v>
                </c:pt>
                <c:pt idx="3152">
                  <c:v>48</c:v>
                </c:pt>
                <c:pt idx="3153">
                  <c:v>39</c:v>
                </c:pt>
                <c:pt idx="3154">
                  <c:v>103</c:v>
                </c:pt>
                <c:pt idx="3155">
                  <c:v>82</c:v>
                </c:pt>
                <c:pt idx="3156">
                  <c:v>90</c:v>
                </c:pt>
                <c:pt idx="3157">
                  <c:v>57</c:v>
                </c:pt>
                <c:pt idx="3158">
                  <c:v>115</c:v>
                </c:pt>
                <c:pt idx="3159">
                  <c:v>91</c:v>
                </c:pt>
                <c:pt idx="3160">
                  <c:v>43</c:v>
                </c:pt>
                <c:pt idx="3161">
                  <c:v>47</c:v>
                </c:pt>
                <c:pt idx="3162">
                  <c:v>38</c:v>
                </c:pt>
                <c:pt idx="3163">
                  <c:v>27</c:v>
                </c:pt>
                <c:pt idx="3164">
                  <c:v>57</c:v>
                </c:pt>
                <c:pt idx="3165">
                  <c:v>87</c:v>
                </c:pt>
                <c:pt idx="3166">
                  <c:v>25</c:v>
                </c:pt>
                <c:pt idx="3167">
                  <c:v>43</c:v>
                </c:pt>
                <c:pt idx="3168">
                  <c:v>106</c:v>
                </c:pt>
                <c:pt idx="3169">
                  <c:v>85</c:v>
                </c:pt>
                <c:pt idx="3170">
                  <c:v>113</c:v>
                </c:pt>
                <c:pt idx="3171">
                  <c:v>90</c:v>
                </c:pt>
                <c:pt idx="3172">
                  <c:v>111</c:v>
                </c:pt>
                <c:pt idx="3173">
                  <c:v>97</c:v>
                </c:pt>
                <c:pt idx="3174">
                  <c:v>41</c:v>
                </c:pt>
                <c:pt idx="3175">
                  <c:v>20</c:v>
                </c:pt>
                <c:pt idx="3176">
                  <c:v>25</c:v>
                </c:pt>
                <c:pt idx="3177">
                  <c:v>93</c:v>
                </c:pt>
                <c:pt idx="3178">
                  <c:v>24</c:v>
                </c:pt>
                <c:pt idx="3179">
                  <c:v>114</c:v>
                </c:pt>
                <c:pt idx="3180">
                  <c:v>93</c:v>
                </c:pt>
                <c:pt idx="3181">
                  <c:v>38</c:v>
                </c:pt>
                <c:pt idx="3182">
                  <c:v>55</c:v>
                </c:pt>
                <c:pt idx="3183">
                  <c:v>107</c:v>
                </c:pt>
                <c:pt idx="3184">
                  <c:v>106</c:v>
                </c:pt>
                <c:pt idx="3185">
                  <c:v>105</c:v>
                </c:pt>
                <c:pt idx="3186">
                  <c:v>46</c:v>
                </c:pt>
                <c:pt idx="3187">
                  <c:v>80</c:v>
                </c:pt>
                <c:pt idx="3188">
                  <c:v>86</c:v>
                </c:pt>
                <c:pt idx="3189">
                  <c:v>102</c:v>
                </c:pt>
                <c:pt idx="3190">
                  <c:v>61</c:v>
                </c:pt>
                <c:pt idx="3191">
                  <c:v>95</c:v>
                </c:pt>
                <c:pt idx="3192">
                  <c:v>89</c:v>
                </c:pt>
                <c:pt idx="3193">
                  <c:v>83</c:v>
                </c:pt>
                <c:pt idx="3194">
                  <c:v>108</c:v>
                </c:pt>
                <c:pt idx="3195">
                  <c:v>51</c:v>
                </c:pt>
                <c:pt idx="3196">
                  <c:v>109</c:v>
                </c:pt>
                <c:pt idx="3197">
                  <c:v>47</c:v>
                </c:pt>
                <c:pt idx="3198">
                  <c:v>98</c:v>
                </c:pt>
                <c:pt idx="3199">
                  <c:v>81</c:v>
                </c:pt>
                <c:pt idx="3200">
                  <c:v>49</c:v>
                </c:pt>
                <c:pt idx="3201">
                  <c:v>49</c:v>
                </c:pt>
                <c:pt idx="3202">
                  <c:v>97</c:v>
                </c:pt>
                <c:pt idx="3203">
                  <c:v>24</c:v>
                </c:pt>
                <c:pt idx="3204">
                  <c:v>113</c:v>
                </c:pt>
                <c:pt idx="3205">
                  <c:v>88</c:v>
                </c:pt>
                <c:pt idx="3206">
                  <c:v>43</c:v>
                </c:pt>
                <c:pt idx="3207">
                  <c:v>103</c:v>
                </c:pt>
                <c:pt idx="3208">
                  <c:v>42</c:v>
                </c:pt>
                <c:pt idx="3209">
                  <c:v>116</c:v>
                </c:pt>
                <c:pt idx="3210">
                  <c:v>24</c:v>
                </c:pt>
                <c:pt idx="3211">
                  <c:v>142</c:v>
                </c:pt>
                <c:pt idx="3212">
                  <c:v>92</c:v>
                </c:pt>
                <c:pt idx="3213">
                  <c:v>110</c:v>
                </c:pt>
                <c:pt idx="3214">
                  <c:v>115</c:v>
                </c:pt>
                <c:pt idx="3215">
                  <c:v>43</c:v>
                </c:pt>
                <c:pt idx="3216">
                  <c:v>86</c:v>
                </c:pt>
                <c:pt idx="3217">
                  <c:v>82</c:v>
                </c:pt>
                <c:pt idx="3218">
                  <c:v>112</c:v>
                </c:pt>
                <c:pt idx="3219">
                  <c:v>48</c:v>
                </c:pt>
                <c:pt idx="3220">
                  <c:v>88</c:v>
                </c:pt>
                <c:pt idx="3221">
                  <c:v>50</c:v>
                </c:pt>
                <c:pt idx="3222">
                  <c:v>41</c:v>
                </c:pt>
                <c:pt idx="3223">
                  <c:v>34</c:v>
                </c:pt>
                <c:pt idx="3224">
                  <c:v>111</c:v>
                </c:pt>
                <c:pt idx="3225">
                  <c:v>20</c:v>
                </c:pt>
                <c:pt idx="3226">
                  <c:v>56</c:v>
                </c:pt>
                <c:pt idx="3227">
                  <c:v>104</c:v>
                </c:pt>
                <c:pt idx="3228">
                  <c:v>29</c:v>
                </c:pt>
                <c:pt idx="3229">
                  <c:v>90</c:v>
                </c:pt>
                <c:pt idx="3230">
                  <c:v>67</c:v>
                </c:pt>
                <c:pt idx="3231">
                  <c:v>46</c:v>
                </c:pt>
                <c:pt idx="3232">
                  <c:v>95</c:v>
                </c:pt>
                <c:pt idx="3233">
                  <c:v>102</c:v>
                </c:pt>
                <c:pt idx="3234">
                  <c:v>45</c:v>
                </c:pt>
                <c:pt idx="3235">
                  <c:v>100</c:v>
                </c:pt>
                <c:pt idx="3236">
                  <c:v>104</c:v>
                </c:pt>
                <c:pt idx="3237">
                  <c:v>95</c:v>
                </c:pt>
                <c:pt idx="3238">
                  <c:v>97</c:v>
                </c:pt>
                <c:pt idx="3239">
                  <c:v>52</c:v>
                </c:pt>
                <c:pt idx="3240">
                  <c:v>85</c:v>
                </c:pt>
                <c:pt idx="3241">
                  <c:v>140</c:v>
                </c:pt>
                <c:pt idx="3242">
                  <c:v>40</c:v>
                </c:pt>
                <c:pt idx="3243">
                  <c:v>67</c:v>
                </c:pt>
                <c:pt idx="3244">
                  <c:v>89</c:v>
                </c:pt>
                <c:pt idx="3245">
                  <c:v>50</c:v>
                </c:pt>
                <c:pt idx="3246">
                  <c:v>87</c:v>
                </c:pt>
                <c:pt idx="3247">
                  <c:v>86</c:v>
                </c:pt>
                <c:pt idx="3248">
                  <c:v>27</c:v>
                </c:pt>
                <c:pt idx="3249">
                  <c:v>44</c:v>
                </c:pt>
                <c:pt idx="3250">
                  <c:v>21</c:v>
                </c:pt>
                <c:pt idx="3251">
                  <c:v>26</c:v>
                </c:pt>
                <c:pt idx="3252">
                  <c:v>105</c:v>
                </c:pt>
                <c:pt idx="3253">
                  <c:v>45</c:v>
                </c:pt>
                <c:pt idx="3254">
                  <c:v>45</c:v>
                </c:pt>
                <c:pt idx="3255">
                  <c:v>101</c:v>
                </c:pt>
                <c:pt idx="3256">
                  <c:v>94</c:v>
                </c:pt>
                <c:pt idx="3257">
                  <c:v>23</c:v>
                </c:pt>
                <c:pt idx="3258">
                  <c:v>32</c:v>
                </c:pt>
                <c:pt idx="3259">
                  <c:v>112</c:v>
                </c:pt>
                <c:pt idx="3260">
                  <c:v>37</c:v>
                </c:pt>
                <c:pt idx="3261">
                  <c:v>42</c:v>
                </c:pt>
                <c:pt idx="3262">
                  <c:v>89</c:v>
                </c:pt>
                <c:pt idx="3263">
                  <c:v>111</c:v>
                </c:pt>
                <c:pt idx="3264">
                  <c:v>52</c:v>
                </c:pt>
                <c:pt idx="3265">
                  <c:v>30</c:v>
                </c:pt>
                <c:pt idx="3266">
                  <c:v>80</c:v>
                </c:pt>
                <c:pt idx="3267">
                  <c:v>44</c:v>
                </c:pt>
                <c:pt idx="3268">
                  <c:v>74</c:v>
                </c:pt>
                <c:pt idx="3269">
                  <c:v>99</c:v>
                </c:pt>
                <c:pt idx="3270">
                  <c:v>36</c:v>
                </c:pt>
                <c:pt idx="3271">
                  <c:v>23</c:v>
                </c:pt>
                <c:pt idx="3272">
                  <c:v>95</c:v>
                </c:pt>
                <c:pt idx="3273">
                  <c:v>28</c:v>
                </c:pt>
                <c:pt idx="3274">
                  <c:v>120</c:v>
                </c:pt>
                <c:pt idx="3275">
                  <c:v>133</c:v>
                </c:pt>
                <c:pt idx="3276">
                  <c:v>29</c:v>
                </c:pt>
                <c:pt idx="3277">
                  <c:v>46</c:v>
                </c:pt>
                <c:pt idx="3278">
                  <c:v>22</c:v>
                </c:pt>
                <c:pt idx="3279">
                  <c:v>103</c:v>
                </c:pt>
                <c:pt idx="3280">
                  <c:v>6</c:v>
                </c:pt>
                <c:pt idx="3281">
                  <c:v>97</c:v>
                </c:pt>
                <c:pt idx="3282">
                  <c:v>29</c:v>
                </c:pt>
                <c:pt idx="3283">
                  <c:v>165</c:v>
                </c:pt>
                <c:pt idx="3284">
                  <c:v>15</c:v>
                </c:pt>
                <c:pt idx="3285">
                  <c:v>80</c:v>
                </c:pt>
                <c:pt idx="3286">
                  <c:v>86</c:v>
                </c:pt>
                <c:pt idx="3287">
                  <c:v>94</c:v>
                </c:pt>
                <c:pt idx="3288">
                  <c:v>26</c:v>
                </c:pt>
                <c:pt idx="3289">
                  <c:v>36</c:v>
                </c:pt>
                <c:pt idx="3290">
                  <c:v>69</c:v>
                </c:pt>
                <c:pt idx="3291">
                  <c:v>87</c:v>
                </c:pt>
                <c:pt idx="3292">
                  <c:v>26</c:v>
                </c:pt>
                <c:pt idx="3293">
                  <c:v>59</c:v>
                </c:pt>
                <c:pt idx="3294">
                  <c:v>30</c:v>
                </c:pt>
                <c:pt idx="3295">
                  <c:v>98</c:v>
                </c:pt>
                <c:pt idx="3296">
                  <c:v>85</c:v>
                </c:pt>
                <c:pt idx="3297">
                  <c:v>65</c:v>
                </c:pt>
                <c:pt idx="3298">
                  <c:v>142</c:v>
                </c:pt>
                <c:pt idx="3299">
                  <c:v>102</c:v>
                </c:pt>
                <c:pt idx="3300">
                  <c:v>123</c:v>
                </c:pt>
                <c:pt idx="3301">
                  <c:v>49</c:v>
                </c:pt>
                <c:pt idx="3302">
                  <c:v>96</c:v>
                </c:pt>
                <c:pt idx="3303">
                  <c:v>92</c:v>
                </c:pt>
                <c:pt idx="3304">
                  <c:v>24</c:v>
                </c:pt>
                <c:pt idx="3305">
                  <c:v>64</c:v>
                </c:pt>
                <c:pt idx="3306">
                  <c:v>61</c:v>
                </c:pt>
                <c:pt idx="3307">
                  <c:v>115</c:v>
                </c:pt>
                <c:pt idx="3308">
                  <c:v>101</c:v>
                </c:pt>
                <c:pt idx="3309">
                  <c:v>55</c:v>
                </c:pt>
                <c:pt idx="3310">
                  <c:v>22</c:v>
                </c:pt>
                <c:pt idx="3311">
                  <c:v>90</c:v>
                </c:pt>
                <c:pt idx="3312">
                  <c:v>46</c:v>
                </c:pt>
                <c:pt idx="3313">
                  <c:v>50</c:v>
                </c:pt>
                <c:pt idx="3314">
                  <c:v>88</c:v>
                </c:pt>
                <c:pt idx="3315">
                  <c:v>67</c:v>
                </c:pt>
                <c:pt idx="3316">
                  <c:v>50</c:v>
                </c:pt>
                <c:pt idx="3317">
                  <c:v>75</c:v>
                </c:pt>
                <c:pt idx="3318">
                  <c:v>61</c:v>
                </c:pt>
                <c:pt idx="3319">
                  <c:v>100</c:v>
                </c:pt>
                <c:pt idx="3320">
                  <c:v>86</c:v>
                </c:pt>
                <c:pt idx="3321">
                  <c:v>35</c:v>
                </c:pt>
                <c:pt idx="3322">
                  <c:v>100</c:v>
                </c:pt>
                <c:pt idx="3323">
                  <c:v>45</c:v>
                </c:pt>
                <c:pt idx="3324">
                  <c:v>128</c:v>
                </c:pt>
                <c:pt idx="3325">
                  <c:v>111</c:v>
                </c:pt>
                <c:pt idx="3326">
                  <c:v>2</c:v>
                </c:pt>
                <c:pt idx="3327">
                  <c:v>94</c:v>
                </c:pt>
                <c:pt idx="3328">
                  <c:v>123</c:v>
                </c:pt>
                <c:pt idx="3329">
                  <c:v>50</c:v>
                </c:pt>
                <c:pt idx="3330">
                  <c:v>131</c:v>
                </c:pt>
                <c:pt idx="3331">
                  <c:v>93</c:v>
                </c:pt>
                <c:pt idx="3332">
                  <c:v>89</c:v>
                </c:pt>
                <c:pt idx="3333">
                  <c:v>97</c:v>
                </c:pt>
                <c:pt idx="3334">
                  <c:v>64</c:v>
                </c:pt>
                <c:pt idx="3335">
                  <c:v>72</c:v>
                </c:pt>
                <c:pt idx="3336">
                  <c:v>97</c:v>
                </c:pt>
                <c:pt idx="3337">
                  <c:v>47</c:v>
                </c:pt>
                <c:pt idx="3338">
                  <c:v>42</c:v>
                </c:pt>
                <c:pt idx="3339">
                  <c:v>51</c:v>
                </c:pt>
                <c:pt idx="3340">
                  <c:v>95</c:v>
                </c:pt>
                <c:pt idx="3341">
                  <c:v>91</c:v>
                </c:pt>
                <c:pt idx="3342">
                  <c:v>30</c:v>
                </c:pt>
                <c:pt idx="3343">
                  <c:v>27</c:v>
                </c:pt>
                <c:pt idx="3344">
                  <c:v>47</c:v>
                </c:pt>
                <c:pt idx="3345">
                  <c:v>95</c:v>
                </c:pt>
                <c:pt idx="3346">
                  <c:v>32</c:v>
                </c:pt>
                <c:pt idx="3347">
                  <c:v>80</c:v>
                </c:pt>
                <c:pt idx="3348">
                  <c:v>116</c:v>
                </c:pt>
                <c:pt idx="3349">
                  <c:v>56</c:v>
                </c:pt>
                <c:pt idx="3350">
                  <c:v>40</c:v>
                </c:pt>
                <c:pt idx="3351">
                  <c:v>64</c:v>
                </c:pt>
                <c:pt idx="3352">
                  <c:v>30</c:v>
                </c:pt>
                <c:pt idx="3353">
                  <c:v>96</c:v>
                </c:pt>
                <c:pt idx="3354">
                  <c:v>57</c:v>
                </c:pt>
                <c:pt idx="3355">
                  <c:v>22</c:v>
                </c:pt>
                <c:pt idx="3356">
                  <c:v>96</c:v>
                </c:pt>
                <c:pt idx="3357">
                  <c:v>23</c:v>
                </c:pt>
                <c:pt idx="3358">
                  <c:v>23</c:v>
                </c:pt>
                <c:pt idx="3359">
                  <c:v>151</c:v>
                </c:pt>
                <c:pt idx="3360">
                  <c:v>49</c:v>
                </c:pt>
                <c:pt idx="3361">
                  <c:v>62</c:v>
                </c:pt>
                <c:pt idx="3362">
                  <c:v>60</c:v>
                </c:pt>
                <c:pt idx="3363">
                  <c:v>98</c:v>
                </c:pt>
                <c:pt idx="3364">
                  <c:v>49</c:v>
                </c:pt>
                <c:pt idx="3365">
                  <c:v>101</c:v>
                </c:pt>
                <c:pt idx="3366">
                  <c:v>121</c:v>
                </c:pt>
                <c:pt idx="3367">
                  <c:v>58</c:v>
                </c:pt>
                <c:pt idx="3368">
                  <c:v>29</c:v>
                </c:pt>
                <c:pt idx="3369">
                  <c:v>80</c:v>
                </c:pt>
                <c:pt idx="3370">
                  <c:v>93</c:v>
                </c:pt>
                <c:pt idx="3371">
                  <c:v>83</c:v>
                </c:pt>
                <c:pt idx="3372">
                  <c:v>45</c:v>
                </c:pt>
                <c:pt idx="3373">
                  <c:v>107</c:v>
                </c:pt>
                <c:pt idx="3374">
                  <c:v>97</c:v>
                </c:pt>
                <c:pt idx="3375">
                  <c:v>104</c:v>
                </c:pt>
                <c:pt idx="3376">
                  <c:v>71</c:v>
                </c:pt>
                <c:pt idx="3377">
                  <c:v>49</c:v>
                </c:pt>
                <c:pt idx="3378">
                  <c:v>100</c:v>
                </c:pt>
                <c:pt idx="3379">
                  <c:v>23</c:v>
                </c:pt>
                <c:pt idx="3380">
                  <c:v>40</c:v>
                </c:pt>
                <c:pt idx="3381">
                  <c:v>89</c:v>
                </c:pt>
                <c:pt idx="3382">
                  <c:v>71</c:v>
                </c:pt>
                <c:pt idx="3383">
                  <c:v>50</c:v>
                </c:pt>
                <c:pt idx="3384">
                  <c:v>104</c:v>
                </c:pt>
                <c:pt idx="3385">
                  <c:v>50</c:v>
                </c:pt>
                <c:pt idx="3386">
                  <c:v>58</c:v>
                </c:pt>
                <c:pt idx="3387">
                  <c:v>26</c:v>
                </c:pt>
                <c:pt idx="3388">
                  <c:v>92</c:v>
                </c:pt>
                <c:pt idx="3389">
                  <c:v>89</c:v>
                </c:pt>
                <c:pt idx="3390">
                  <c:v>101</c:v>
                </c:pt>
                <c:pt idx="3391">
                  <c:v>50</c:v>
                </c:pt>
                <c:pt idx="3392">
                  <c:v>61</c:v>
                </c:pt>
                <c:pt idx="3393">
                  <c:v>49</c:v>
                </c:pt>
                <c:pt idx="3394">
                  <c:v>109</c:v>
                </c:pt>
                <c:pt idx="3395">
                  <c:v>9</c:v>
                </c:pt>
                <c:pt idx="3396">
                  <c:v>96</c:v>
                </c:pt>
                <c:pt idx="3397">
                  <c:v>105</c:v>
                </c:pt>
                <c:pt idx="3398">
                  <c:v>103</c:v>
                </c:pt>
                <c:pt idx="3399">
                  <c:v>94</c:v>
                </c:pt>
                <c:pt idx="3400">
                  <c:v>110</c:v>
                </c:pt>
                <c:pt idx="3401">
                  <c:v>93</c:v>
                </c:pt>
                <c:pt idx="3402">
                  <c:v>40</c:v>
                </c:pt>
                <c:pt idx="3403">
                  <c:v>76</c:v>
                </c:pt>
                <c:pt idx="3404">
                  <c:v>63</c:v>
                </c:pt>
                <c:pt idx="3405">
                  <c:v>64</c:v>
                </c:pt>
                <c:pt idx="3406">
                  <c:v>61</c:v>
                </c:pt>
                <c:pt idx="3407">
                  <c:v>70</c:v>
                </c:pt>
                <c:pt idx="3408">
                  <c:v>61</c:v>
                </c:pt>
                <c:pt idx="3409">
                  <c:v>100</c:v>
                </c:pt>
                <c:pt idx="3410">
                  <c:v>110</c:v>
                </c:pt>
                <c:pt idx="3411">
                  <c:v>122</c:v>
                </c:pt>
                <c:pt idx="3412">
                  <c:v>46</c:v>
                </c:pt>
                <c:pt idx="3413">
                  <c:v>39</c:v>
                </c:pt>
                <c:pt idx="3414">
                  <c:v>30</c:v>
                </c:pt>
                <c:pt idx="3415">
                  <c:v>90</c:v>
                </c:pt>
                <c:pt idx="3416">
                  <c:v>47</c:v>
                </c:pt>
                <c:pt idx="3417">
                  <c:v>109</c:v>
                </c:pt>
                <c:pt idx="3418">
                  <c:v>93</c:v>
                </c:pt>
                <c:pt idx="3419">
                  <c:v>53</c:v>
                </c:pt>
                <c:pt idx="3420">
                  <c:v>106</c:v>
                </c:pt>
                <c:pt idx="3421">
                  <c:v>27</c:v>
                </c:pt>
                <c:pt idx="3422">
                  <c:v>99</c:v>
                </c:pt>
                <c:pt idx="3423">
                  <c:v>134</c:v>
                </c:pt>
                <c:pt idx="3424">
                  <c:v>12</c:v>
                </c:pt>
                <c:pt idx="3425">
                  <c:v>52</c:v>
                </c:pt>
                <c:pt idx="3426">
                  <c:v>11</c:v>
                </c:pt>
                <c:pt idx="3427">
                  <c:v>96</c:v>
                </c:pt>
                <c:pt idx="3428">
                  <c:v>26</c:v>
                </c:pt>
                <c:pt idx="3429">
                  <c:v>30</c:v>
                </c:pt>
                <c:pt idx="3430">
                  <c:v>92</c:v>
                </c:pt>
                <c:pt idx="3431">
                  <c:v>98</c:v>
                </c:pt>
                <c:pt idx="3432">
                  <c:v>60</c:v>
                </c:pt>
                <c:pt idx="3433">
                  <c:v>54</c:v>
                </c:pt>
                <c:pt idx="3434">
                  <c:v>96</c:v>
                </c:pt>
                <c:pt idx="3435">
                  <c:v>107</c:v>
                </c:pt>
                <c:pt idx="3436">
                  <c:v>109</c:v>
                </c:pt>
                <c:pt idx="3437">
                  <c:v>83</c:v>
                </c:pt>
                <c:pt idx="3438">
                  <c:v>107</c:v>
                </c:pt>
                <c:pt idx="3439">
                  <c:v>25</c:v>
                </c:pt>
                <c:pt idx="3440">
                  <c:v>44</c:v>
                </c:pt>
                <c:pt idx="3441">
                  <c:v>92</c:v>
                </c:pt>
                <c:pt idx="3442">
                  <c:v>123</c:v>
                </c:pt>
                <c:pt idx="3443">
                  <c:v>47</c:v>
                </c:pt>
                <c:pt idx="3444">
                  <c:v>91</c:v>
                </c:pt>
                <c:pt idx="3445">
                  <c:v>38</c:v>
                </c:pt>
                <c:pt idx="3446">
                  <c:v>86</c:v>
                </c:pt>
                <c:pt idx="3447">
                  <c:v>29</c:v>
                </c:pt>
                <c:pt idx="3448">
                  <c:v>52</c:v>
                </c:pt>
                <c:pt idx="3449">
                  <c:v>66</c:v>
                </c:pt>
                <c:pt idx="3450">
                  <c:v>118</c:v>
                </c:pt>
                <c:pt idx="3451">
                  <c:v>44</c:v>
                </c:pt>
                <c:pt idx="3452">
                  <c:v>89</c:v>
                </c:pt>
                <c:pt idx="3453">
                  <c:v>19</c:v>
                </c:pt>
                <c:pt idx="3454">
                  <c:v>50</c:v>
                </c:pt>
                <c:pt idx="3455">
                  <c:v>105</c:v>
                </c:pt>
                <c:pt idx="3456">
                  <c:v>52</c:v>
                </c:pt>
                <c:pt idx="3457">
                  <c:v>98</c:v>
                </c:pt>
                <c:pt idx="3458">
                  <c:v>44</c:v>
                </c:pt>
                <c:pt idx="3459">
                  <c:v>46</c:v>
                </c:pt>
                <c:pt idx="3460">
                  <c:v>43</c:v>
                </c:pt>
                <c:pt idx="3461">
                  <c:v>93</c:v>
                </c:pt>
                <c:pt idx="3462">
                  <c:v>22</c:v>
                </c:pt>
                <c:pt idx="3463">
                  <c:v>59</c:v>
                </c:pt>
                <c:pt idx="3464">
                  <c:v>48</c:v>
                </c:pt>
                <c:pt idx="3465">
                  <c:v>99</c:v>
                </c:pt>
                <c:pt idx="3466">
                  <c:v>85</c:v>
                </c:pt>
                <c:pt idx="3467">
                  <c:v>65</c:v>
                </c:pt>
                <c:pt idx="3468">
                  <c:v>36</c:v>
                </c:pt>
                <c:pt idx="3469">
                  <c:v>92</c:v>
                </c:pt>
                <c:pt idx="3470">
                  <c:v>136</c:v>
                </c:pt>
                <c:pt idx="3471">
                  <c:v>45</c:v>
                </c:pt>
                <c:pt idx="3472">
                  <c:v>135</c:v>
                </c:pt>
                <c:pt idx="3473">
                  <c:v>118</c:v>
                </c:pt>
                <c:pt idx="3474">
                  <c:v>60</c:v>
                </c:pt>
                <c:pt idx="3475">
                  <c:v>137</c:v>
                </c:pt>
                <c:pt idx="3476">
                  <c:v>17</c:v>
                </c:pt>
                <c:pt idx="3477">
                  <c:v>63</c:v>
                </c:pt>
                <c:pt idx="3478">
                  <c:v>44</c:v>
                </c:pt>
                <c:pt idx="3479">
                  <c:v>85</c:v>
                </c:pt>
                <c:pt idx="3480">
                  <c:v>24</c:v>
                </c:pt>
                <c:pt idx="3481">
                  <c:v>57</c:v>
                </c:pt>
                <c:pt idx="3482">
                  <c:v>96</c:v>
                </c:pt>
                <c:pt idx="3483">
                  <c:v>60</c:v>
                </c:pt>
                <c:pt idx="3484">
                  <c:v>116</c:v>
                </c:pt>
                <c:pt idx="3485">
                  <c:v>100</c:v>
                </c:pt>
                <c:pt idx="3486">
                  <c:v>74</c:v>
                </c:pt>
                <c:pt idx="3487">
                  <c:v>81</c:v>
                </c:pt>
                <c:pt idx="3488">
                  <c:v>108</c:v>
                </c:pt>
                <c:pt idx="3489">
                  <c:v>34</c:v>
                </c:pt>
                <c:pt idx="3490">
                  <c:v>90</c:v>
                </c:pt>
                <c:pt idx="3491">
                  <c:v>112</c:v>
                </c:pt>
                <c:pt idx="3492">
                  <c:v>54</c:v>
                </c:pt>
                <c:pt idx="3493">
                  <c:v>45</c:v>
                </c:pt>
                <c:pt idx="3494">
                  <c:v>98</c:v>
                </c:pt>
                <c:pt idx="3495">
                  <c:v>94</c:v>
                </c:pt>
                <c:pt idx="3496">
                  <c:v>35</c:v>
                </c:pt>
                <c:pt idx="3497">
                  <c:v>24</c:v>
                </c:pt>
                <c:pt idx="3498">
                  <c:v>25</c:v>
                </c:pt>
                <c:pt idx="3499">
                  <c:v>104</c:v>
                </c:pt>
                <c:pt idx="3500">
                  <c:v>75</c:v>
                </c:pt>
                <c:pt idx="3501">
                  <c:v>29</c:v>
                </c:pt>
                <c:pt idx="3502">
                  <c:v>85</c:v>
                </c:pt>
                <c:pt idx="3503">
                  <c:v>90</c:v>
                </c:pt>
                <c:pt idx="3504">
                  <c:v>45</c:v>
                </c:pt>
                <c:pt idx="3505">
                  <c:v>89</c:v>
                </c:pt>
                <c:pt idx="3506">
                  <c:v>87</c:v>
                </c:pt>
                <c:pt idx="3507">
                  <c:v>42</c:v>
                </c:pt>
                <c:pt idx="3508">
                  <c:v>48</c:v>
                </c:pt>
                <c:pt idx="3509">
                  <c:v>46</c:v>
                </c:pt>
                <c:pt idx="3510">
                  <c:v>95</c:v>
                </c:pt>
                <c:pt idx="3511">
                  <c:v>25</c:v>
                </c:pt>
                <c:pt idx="3512">
                  <c:v>85</c:v>
                </c:pt>
                <c:pt idx="3513">
                  <c:v>45</c:v>
                </c:pt>
                <c:pt idx="3514">
                  <c:v>22</c:v>
                </c:pt>
                <c:pt idx="3515">
                  <c:v>62</c:v>
                </c:pt>
                <c:pt idx="3516">
                  <c:v>63</c:v>
                </c:pt>
                <c:pt idx="3517">
                  <c:v>121</c:v>
                </c:pt>
                <c:pt idx="3518">
                  <c:v>97</c:v>
                </c:pt>
                <c:pt idx="3519">
                  <c:v>101</c:v>
                </c:pt>
                <c:pt idx="3520">
                  <c:v>27</c:v>
                </c:pt>
                <c:pt idx="3521">
                  <c:v>69</c:v>
                </c:pt>
                <c:pt idx="3522">
                  <c:v>45</c:v>
                </c:pt>
                <c:pt idx="3523">
                  <c:v>84</c:v>
                </c:pt>
                <c:pt idx="3524">
                  <c:v>58</c:v>
                </c:pt>
                <c:pt idx="3525">
                  <c:v>6</c:v>
                </c:pt>
                <c:pt idx="3526">
                  <c:v>44</c:v>
                </c:pt>
                <c:pt idx="3527">
                  <c:v>62</c:v>
                </c:pt>
                <c:pt idx="3528">
                  <c:v>47</c:v>
                </c:pt>
                <c:pt idx="3529">
                  <c:v>103</c:v>
                </c:pt>
                <c:pt idx="3530">
                  <c:v>37</c:v>
                </c:pt>
                <c:pt idx="3531">
                  <c:v>20</c:v>
                </c:pt>
                <c:pt idx="3532">
                  <c:v>61</c:v>
                </c:pt>
                <c:pt idx="3533">
                  <c:v>52</c:v>
                </c:pt>
                <c:pt idx="3534">
                  <c:v>132</c:v>
                </c:pt>
                <c:pt idx="3535">
                  <c:v>104</c:v>
                </c:pt>
                <c:pt idx="3536">
                  <c:v>45</c:v>
                </c:pt>
                <c:pt idx="3537">
                  <c:v>46</c:v>
                </c:pt>
                <c:pt idx="3538">
                  <c:v>64</c:v>
                </c:pt>
                <c:pt idx="3539">
                  <c:v>98</c:v>
                </c:pt>
                <c:pt idx="3540">
                  <c:v>52</c:v>
                </c:pt>
                <c:pt idx="3541">
                  <c:v>98</c:v>
                </c:pt>
                <c:pt idx="3542">
                  <c:v>51</c:v>
                </c:pt>
                <c:pt idx="3543">
                  <c:v>8</c:v>
                </c:pt>
                <c:pt idx="3544">
                  <c:v>42</c:v>
                </c:pt>
                <c:pt idx="3545">
                  <c:v>178</c:v>
                </c:pt>
                <c:pt idx="3546">
                  <c:v>51</c:v>
                </c:pt>
                <c:pt idx="3547">
                  <c:v>93</c:v>
                </c:pt>
                <c:pt idx="3548">
                  <c:v>109</c:v>
                </c:pt>
                <c:pt idx="3549">
                  <c:v>99</c:v>
                </c:pt>
                <c:pt idx="3550">
                  <c:v>84</c:v>
                </c:pt>
                <c:pt idx="3551">
                  <c:v>44</c:v>
                </c:pt>
                <c:pt idx="3552">
                  <c:v>50</c:v>
                </c:pt>
                <c:pt idx="3553">
                  <c:v>93</c:v>
                </c:pt>
                <c:pt idx="3554">
                  <c:v>90</c:v>
                </c:pt>
                <c:pt idx="3555">
                  <c:v>30</c:v>
                </c:pt>
                <c:pt idx="3556">
                  <c:v>6</c:v>
                </c:pt>
                <c:pt idx="3557">
                  <c:v>107</c:v>
                </c:pt>
                <c:pt idx="3558">
                  <c:v>97</c:v>
                </c:pt>
                <c:pt idx="3559">
                  <c:v>89</c:v>
                </c:pt>
                <c:pt idx="3560">
                  <c:v>92</c:v>
                </c:pt>
                <c:pt idx="3561">
                  <c:v>88</c:v>
                </c:pt>
                <c:pt idx="3562">
                  <c:v>13</c:v>
                </c:pt>
                <c:pt idx="3563">
                  <c:v>29</c:v>
                </c:pt>
                <c:pt idx="3564">
                  <c:v>70</c:v>
                </c:pt>
                <c:pt idx="3565">
                  <c:v>73</c:v>
                </c:pt>
                <c:pt idx="3566">
                  <c:v>139</c:v>
                </c:pt>
                <c:pt idx="3567">
                  <c:v>45</c:v>
                </c:pt>
                <c:pt idx="3568">
                  <c:v>53</c:v>
                </c:pt>
                <c:pt idx="3569">
                  <c:v>34</c:v>
                </c:pt>
                <c:pt idx="3570">
                  <c:v>118</c:v>
                </c:pt>
                <c:pt idx="3571">
                  <c:v>114</c:v>
                </c:pt>
                <c:pt idx="3572">
                  <c:v>117</c:v>
                </c:pt>
                <c:pt idx="3573">
                  <c:v>42</c:v>
                </c:pt>
                <c:pt idx="3574">
                  <c:v>68</c:v>
                </c:pt>
                <c:pt idx="3575">
                  <c:v>121</c:v>
                </c:pt>
                <c:pt idx="3576">
                  <c:v>22</c:v>
                </c:pt>
                <c:pt idx="3577">
                  <c:v>84</c:v>
                </c:pt>
                <c:pt idx="3578">
                  <c:v>92</c:v>
                </c:pt>
                <c:pt idx="3579">
                  <c:v>32</c:v>
                </c:pt>
                <c:pt idx="3580">
                  <c:v>107</c:v>
                </c:pt>
                <c:pt idx="3581">
                  <c:v>106</c:v>
                </c:pt>
                <c:pt idx="3582">
                  <c:v>55</c:v>
                </c:pt>
                <c:pt idx="3583">
                  <c:v>86</c:v>
                </c:pt>
                <c:pt idx="3584">
                  <c:v>66</c:v>
                </c:pt>
                <c:pt idx="3585">
                  <c:v>40</c:v>
                </c:pt>
                <c:pt idx="3586">
                  <c:v>57</c:v>
                </c:pt>
                <c:pt idx="3587">
                  <c:v>12</c:v>
                </c:pt>
                <c:pt idx="3588">
                  <c:v>40</c:v>
                </c:pt>
                <c:pt idx="3589">
                  <c:v>47</c:v>
                </c:pt>
                <c:pt idx="3590">
                  <c:v>26</c:v>
                </c:pt>
                <c:pt idx="3591">
                  <c:v>103</c:v>
                </c:pt>
                <c:pt idx="3592">
                  <c:v>45</c:v>
                </c:pt>
                <c:pt idx="3593">
                  <c:v>60</c:v>
                </c:pt>
                <c:pt idx="3594">
                  <c:v>20</c:v>
                </c:pt>
                <c:pt idx="3595">
                  <c:v>62</c:v>
                </c:pt>
                <c:pt idx="3596">
                  <c:v>91</c:v>
                </c:pt>
                <c:pt idx="3597">
                  <c:v>176</c:v>
                </c:pt>
                <c:pt idx="3598">
                  <c:v>49</c:v>
                </c:pt>
                <c:pt idx="3599">
                  <c:v>45</c:v>
                </c:pt>
                <c:pt idx="3600">
                  <c:v>49</c:v>
                </c:pt>
                <c:pt idx="3601">
                  <c:v>97</c:v>
                </c:pt>
                <c:pt idx="3602">
                  <c:v>109</c:v>
                </c:pt>
                <c:pt idx="3603">
                  <c:v>40</c:v>
                </c:pt>
                <c:pt idx="3604">
                  <c:v>45</c:v>
                </c:pt>
                <c:pt idx="3605">
                  <c:v>31</c:v>
                </c:pt>
                <c:pt idx="3606">
                  <c:v>31</c:v>
                </c:pt>
                <c:pt idx="3607">
                  <c:v>41</c:v>
                </c:pt>
                <c:pt idx="3608">
                  <c:v>27</c:v>
                </c:pt>
                <c:pt idx="3609">
                  <c:v>67</c:v>
                </c:pt>
                <c:pt idx="3610">
                  <c:v>61</c:v>
                </c:pt>
                <c:pt idx="3611">
                  <c:v>22</c:v>
                </c:pt>
                <c:pt idx="3612">
                  <c:v>122</c:v>
                </c:pt>
                <c:pt idx="3613">
                  <c:v>50</c:v>
                </c:pt>
                <c:pt idx="3614">
                  <c:v>156</c:v>
                </c:pt>
                <c:pt idx="3615">
                  <c:v>94</c:v>
                </c:pt>
                <c:pt idx="3616">
                  <c:v>46</c:v>
                </c:pt>
                <c:pt idx="3617">
                  <c:v>89</c:v>
                </c:pt>
                <c:pt idx="3618">
                  <c:v>57</c:v>
                </c:pt>
                <c:pt idx="3619">
                  <c:v>145</c:v>
                </c:pt>
                <c:pt idx="3620">
                  <c:v>44</c:v>
                </c:pt>
                <c:pt idx="3621">
                  <c:v>77</c:v>
                </c:pt>
                <c:pt idx="3622">
                  <c:v>26</c:v>
                </c:pt>
                <c:pt idx="3623">
                  <c:v>36</c:v>
                </c:pt>
                <c:pt idx="3624">
                  <c:v>45</c:v>
                </c:pt>
                <c:pt idx="3625">
                  <c:v>90</c:v>
                </c:pt>
                <c:pt idx="3626">
                  <c:v>37</c:v>
                </c:pt>
                <c:pt idx="3627">
                  <c:v>102</c:v>
                </c:pt>
                <c:pt idx="3628">
                  <c:v>29</c:v>
                </c:pt>
                <c:pt idx="3629">
                  <c:v>10</c:v>
                </c:pt>
                <c:pt idx="3630">
                  <c:v>171</c:v>
                </c:pt>
                <c:pt idx="3631">
                  <c:v>102</c:v>
                </c:pt>
                <c:pt idx="3632">
                  <c:v>57</c:v>
                </c:pt>
                <c:pt idx="3633">
                  <c:v>25</c:v>
                </c:pt>
                <c:pt idx="3634">
                  <c:v>53</c:v>
                </c:pt>
                <c:pt idx="3635">
                  <c:v>26</c:v>
                </c:pt>
                <c:pt idx="3636">
                  <c:v>89</c:v>
                </c:pt>
                <c:pt idx="3637">
                  <c:v>93</c:v>
                </c:pt>
                <c:pt idx="3638">
                  <c:v>88</c:v>
                </c:pt>
                <c:pt idx="3639">
                  <c:v>87</c:v>
                </c:pt>
                <c:pt idx="3640">
                  <c:v>32</c:v>
                </c:pt>
                <c:pt idx="3641">
                  <c:v>89</c:v>
                </c:pt>
                <c:pt idx="3642">
                  <c:v>67</c:v>
                </c:pt>
                <c:pt idx="3643">
                  <c:v>105</c:v>
                </c:pt>
                <c:pt idx="3644">
                  <c:v>25</c:v>
                </c:pt>
                <c:pt idx="3645">
                  <c:v>106</c:v>
                </c:pt>
                <c:pt idx="3646">
                  <c:v>29</c:v>
                </c:pt>
                <c:pt idx="3647">
                  <c:v>96</c:v>
                </c:pt>
                <c:pt idx="3648">
                  <c:v>60</c:v>
                </c:pt>
                <c:pt idx="3649">
                  <c:v>48</c:v>
                </c:pt>
                <c:pt idx="3650">
                  <c:v>102</c:v>
                </c:pt>
                <c:pt idx="3651">
                  <c:v>72</c:v>
                </c:pt>
                <c:pt idx="3652">
                  <c:v>58</c:v>
                </c:pt>
                <c:pt idx="3653">
                  <c:v>43</c:v>
                </c:pt>
                <c:pt idx="3654">
                  <c:v>45</c:v>
                </c:pt>
                <c:pt idx="3655">
                  <c:v>46</c:v>
                </c:pt>
                <c:pt idx="3656">
                  <c:v>90</c:v>
                </c:pt>
                <c:pt idx="3657">
                  <c:v>95</c:v>
                </c:pt>
                <c:pt idx="3658">
                  <c:v>26</c:v>
                </c:pt>
                <c:pt idx="3659">
                  <c:v>121</c:v>
                </c:pt>
                <c:pt idx="3660">
                  <c:v>43</c:v>
                </c:pt>
                <c:pt idx="3661">
                  <c:v>30</c:v>
                </c:pt>
                <c:pt idx="3662">
                  <c:v>100</c:v>
                </c:pt>
                <c:pt idx="3663">
                  <c:v>90</c:v>
                </c:pt>
                <c:pt idx="3664">
                  <c:v>87</c:v>
                </c:pt>
                <c:pt idx="3665">
                  <c:v>76</c:v>
                </c:pt>
                <c:pt idx="3666">
                  <c:v>44</c:v>
                </c:pt>
                <c:pt idx="3667">
                  <c:v>45</c:v>
                </c:pt>
                <c:pt idx="3668">
                  <c:v>99</c:v>
                </c:pt>
                <c:pt idx="3669">
                  <c:v>104</c:v>
                </c:pt>
                <c:pt idx="3670">
                  <c:v>26</c:v>
                </c:pt>
                <c:pt idx="3671">
                  <c:v>85</c:v>
                </c:pt>
                <c:pt idx="3672">
                  <c:v>112</c:v>
                </c:pt>
                <c:pt idx="3673">
                  <c:v>93</c:v>
                </c:pt>
                <c:pt idx="3674">
                  <c:v>90</c:v>
                </c:pt>
                <c:pt idx="3675">
                  <c:v>60</c:v>
                </c:pt>
                <c:pt idx="3676">
                  <c:v>132</c:v>
                </c:pt>
                <c:pt idx="3677">
                  <c:v>74</c:v>
                </c:pt>
                <c:pt idx="3678">
                  <c:v>40</c:v>
                </c:pt>
                <c:pt idx="3679">
                  <c:v>47</c:v>
                </c:pt>
                <c:pt idx="3680">
                  <c:v>107</c:v>
                </c:pt>
                <c:pt idx="3681">
                  <c:v>85</c:v>
                </c:pt>
                <c:pt idx="3682">
                  <c:v>74</c:v>
                </c:pt>
                <c:pt idx="3683">
                  <c:v>94</c:v>
                </c:pt>
                <c:pt idx="3684">
                  <c:v>24</c:v>
                </c:pt>
                <c:pt idx="3685">
                  <c:v>28</c:v>
                </c:pt>
                <c:pt idx="3686">
                  <c:v>83</c:v>
                </c:pt>
                <c:pt idx="3687">
                  <c:v>96</c:v>
                </c:pt>
                <c:pt idx="3688">
                  <c:v>90</c:v>
                </c:pt>
                <c:pt idx="3689">
                  <c:v>20</c:v>
                </c:pt>
                <c:pt idx="3690">
                  <c:v>34</c:v>
                </c:pt>
                <c:pt idx="3691">
                  <c:v>116</c:v>
                </c:pt>
                <c:pt idx="3692">
                  <c:v>55</c:v>
                </c:pt>
                <c:pt idx="3693">
                  <c:v>106</c:v>
                </c:pt>
                <c:pt idx="3694">
                  <c:v>85</c:v>
                </c:pt>
                <c:pt idx="3695">
                  <c:v>95</c:v>
                </c:pt>
                <c:pt idx="3696">
                  <c:v>22</c:v>
                </c:pt>
                <c:pt idx="3697">
                  <c:v>149</c:v>
                </c:pt>
                <c:pt idx="3698">
                  <c:v>45</c:v>
                </c:pt>
                <c:pt idx="3699">
                  <c:v>84</c:v>
                </c:pt>
                <c:pt idx="3700">
                  <c:v>115</c:v>
                </c:pt>
                <c:pt idx="3701">
                  <c:v>127</c:v>
                </c:pt>
                <c:pt idx="3702">
                  <c:v>24</c:v>
                </c:pt>
                <c:pt idx="3703">
                  <c:v>107</c:v>
                </c:pt>
                <c:pt idx="3704">
                  <c:v>94</c:v>
                </c:pt>
                <c:pt idx="3705">
                  <c:v>90</c:v>
                </c:pt>
                <c:pt idx="3706">
                  <c:v>92</c:v>
                </c:pt>
                <c:pt idx="3707">
                  <c:v>106</c:v>
                </c:pt>
                <c:pt idx="3708">
                  <c:v>102</c:v>
                </c:pt>
                <c:pt idx="3709">
                  <c:v>77</c:v>
                </c:pt>
                <c:pt idx="3710">
                  <c:v>105</c:v>
                </c:pt>
                <c:pt idx="3711">
                  <c:v>44</c:v>
                </c:pt>
                <c:pt idx="3712">
                  <c:v>55</c:v>
                </c:pt>
                <c:pt idx="3713">
                  <c:v>46</c:v>
                </c:pt>
                <c:pt idx="3714">
                  <c:v>99</c:v>
                </c:pt>
                <c:pt idx="3715">
                  <c:v>148</c:v>
                </c:pt>
                <c:pt idx="3716">
                  <c:v>59</c:v>
                </c:pt>
                <c:pt idx="3717">
                  <c:v>93</c:v>
                </c:pt>
                <c:pt idx="3718">
                  <c:v>115</c:v>
                </c:pt>
                <c:pt idx="3719">
                  <c:v>6</c:v>
                </c:pt>
                <c:pt idx="3720">
                  <c:v>51</c:v>
                </c:pt>
                <c:pt idx="3721">
                  <c:v>43</c:v>
                </c:pt>
                <c:pt idx="3722">
                  <c:v>92</c:v>
                </c:pt>
                <c:pt idx="3723">
                  <c:v>37</c:v>
                </c:pt>
                <c:pt idx="3724">
                  <c:v>3</c:v>
                </c:pt>
                <c:pt idx="3725">
                  <c:v>99</c:v>
                </c:pt>
                <c:pt idx="3726">
                  <c:v>172</c:v>
                </c:pt>
                <c:pt idx="3727">
                  <c:v>43</c:v>
                </c:pt>
                <c:pt idx="3728">
                  <c:v>95</c:v>
                </c:pt>
                <c:pt idx="3729">
                  <c:v>85</c:v>
                </c:pt>
                <c:pt idx="3730">
                  <c:v>90</c:v>
                </c:pt>
                <c:pt idx="3731">
                  <c:v>57</c:v>
                </c:pt>
                <c:pt idx="3732">
                  <c:v>56</c:v>
                </c:pt>
                <c:pt idx="3733">
                  <c:v>103</c:v>
                </c:pt>
                <c:pt idx="3734">
                  <c:v>98</c:v>
                </c:pt>
                <c:pt idx="3735">
                  <c:v>30</c:v>
                </c:pt>
                <c:pt idx="3736">
                  <c:v>24</c:v>
                </c:pt>
                <c:pt idx="3737">
                  <c:v>91</c:v>
                </c:pt>
                <c:pt idx="3738">
                  <c:v>23</c:v>
                </c:pt>
                <c:pt idx="3739">
                  <c:v>37</c:v>
                </c:pt>
                <c:pt idx="3740">
                  <c:v>48</c:v>
                </c:pt>
                <c:pt idx="3741">
                  <c:v>11</c:v>
                </c:pt>
                <c:pt idx="3742">
                  <c:v>110</c:v>
                </c:pt>
                <c:pt idx="3743">
                  <c:v>71</c:v>
                </c:pt>
                <c:pt idx="3744">
                  <c:v>49</c:v>
                </c:pt>
                <c:pt idx="3745">
                  <c:v>136</c:v>
                </c:pt>
                <c:pt idx="3746">
                  <c:v>97</c:v>
                </c:pt>
                <c:pt idx="3747">
                  <c:v>24</c:v>
                </c:pt>
                <c:pt idx="3748">
                  <c:v>27</c:v>
                </c:pt>
                <c:pt idx="3749">
                  <c:v>96</c:v>
                </c:pt>
                <c:pt idx="3750">
                  <c:v>96</c:v>
                </c:pt>
                <c:pt idx="3751">
                  <c:v>96</c:v>
                </c:pt>
                <c:pt idx="3752">
                  <c:v>23</c:v>
                </c:pt>
                <c:pt idx="3753">
                  <c:v>104</c:v>
                </c:pt>
                <c:pt idx="3754">
                  <c:v>171</c:v>
                </c:pt>
                <c:pt idx="3755">
                  <c:v>94</c:v>
                </c:pt>
                <c:pt idx="3756">
                  <c:v>59</c:v>
                </c:pt>
                <c:pt idx="3757">
                  <c:v>69</c:v>
                </c:pt>
                <c:pt idx="3758">
                  <c:v>25</c:v>
                </c:pt>
                <c:pt idx="3759">
                  <c:v>100</c:v>
                </c:pt>
                <c:pt idx="3760">
                  <c:v>100</c:v>
                </c:pt>
                <c:pt idx="3761">
                  <c:v>21</c:v>
                </c:pt>
                <c:pt idx="3762">
                  <c:v>40</c:v>
                </c:pt>
                <c:pt idx="3763">
                  <c:v>93</c:v>
                </c:pt>
                <c:pt idx="3764">
                  <c:v>90</c:v>
                </c:pt>
                <c:pt idx="3765">
                  <c:v>92</c:v>
                </c:pt>
                <c:pt idx="3766">
                  <c:v>58</c:v>
                </c:pt>
                <c:pt idx="3767">
                  <c:v>44</c:v>
                </c:pt>
                <c:pt idx="3768">
                  <c:v>106</c:v>
                </c:pt>
                <c:pt idx="3769">
                  <c:v>20</c:v>
                </c:pt>
                <c:pt idx="3770">
                  <c:v>51</c:v>
                </c:pt>
                <c:pt idx="3771">
                  <c:v>134</c:v>
                </c:pt>
                <c:pt idx="3772">
                  <c:v>120</c:v>
                </c:pt>
                <c:pt idx="3773">
                  <c:v>79</c:v>
                </c:pt>
                <c:pt idx="3774">
                  <c:v>41</c:v>
                </c:pt>
                <c:pt idx="3775">
                  <c:v>40</c:v>
                </c:pt>
                <c:pt idx="3776">
                  <c:v>109</c:v>
                </c:pt>
                <c:pt idx="3777">
                  <c:v>30</c:v>
                </c:pt>
                <c:pt idx="3778">
                  <c:v>49</c:v>
                </c:pt>
                <c:pt idx="3779">
                  <c:v>90</c:v>
                </c:pt>
                <c:pt idx="3780">
                  <c:v>103</c:v>
                </c:pt>
                <c:pt idx="3781">
                  <c:v>58</c:v>
                </c:pt>
                <c:pt idx="3782">
                  <c:v>100</c:v>
                </c:pt>
                <c:pt idx="3783">
                  <c:v>95</c:v>
                </c:pt>
                <c:pt idx="3784">
                  <c:v>52</c:v>
                </c:pt>
                <c:pt idx="3785">
                  <c:v>113</c:v>
                </c:pt>
                <c:pt idx="3786">
                  <c:v>56</c:v>
                </c:pt>
                <c:pt idx="3787">
                  <c:v>94</c:v>
                </c:pt>
                <c:pt idx="3788">
                  <c:v>45</c:v>
                </c:pt>
                <c:pt idx="3789">
                  <c:v>43</c:v>
                </c:pt>
                <c:pt idx="3790">
                  <c:v>139</c:v>
                </c:pt>
                <c:pt idx="3791">
                  <c:v>90</c:v>
                </c:pt>
                <c:pt idx="3792">
                  <c:v>143</c:v>
                </c:pt>
                <c:pt idx="3793">
                  <c:v>55</c:v>
                </c:pt>
                <c:pt idx="3794">
                  <c:v>126</c:v>
                </c:pt>
                <c:pt idx="3795">
                  <c:v>121</c:v>
                </c:pt>
                <c:pt idx="3796">
                  <c:v>142</c:v>
                </c:pt>
                <c:pt idx="3797">
                  <c:v>62</c:v>
                </c:pt>
                <c:pt idx="3798">
                  <c:v>95</c:v>
                </c:pt>
                <c:pt idx="3799">
                  <c:v>83</c:v>
                </c:pt>
                <c:pt idx="3800">
                  <c:v>85</c:v>
                </c:pt>
                <c:pt idx="3801">
                  <c:v>37</c:v>
                </c:pt>
                <c:pt idx="3802">
                  <c:v>89</c:v>
                </c:pt>
                <c:pt idx="3803">
                  <c:v>85</c:v>
                </c:pt>
                <c:pt idx="3804">
                  <c:v>60</c:v>
                </c:pt>
                <c:pt idx="3805">
                  <c:v>36</c:v>
                </c:pt>
                <c:pt idx="3806">
                  <c:v>49</c:v>
                </c:pt>
                <c:pt idx="3807">
                  <c:v>47</c:v>
                </c:pt>
                <c:pt idx="3808">
                  <c:v>113</c:v>
                </c:pt>
                <c:pt idx="3809">
                  <c:v>50</c:v>
                </c:pt>
                <c:pt idx="3810">
                  <c:v>30</c:v>
                </c:pt>
                <c:pt idx="3811">
                  <c:v>97</c:v>
                </c:pt>
                <c:pt idx="3812">
                  <c:v>94</c:v>
                </c:pt>
                <c:pt idx="3813">
                  <c:v>106</c:v>
                </c:pt>
                <c:pt idx="3814">
                  <c:v>45</c:v>
                </c:pt>
                <c:pt idx="3815">
                  <c:v>32</c:v>
                </c:pt>
                <c:pt idx="3816">
                  <c:v>105</c:v>
                </c:pt>
                <c:pt idx="3817">
                  <c:v>12</c:v>
                </c:pt>
                <c:pt idx="3818">
                  <c:v>103</c:v>
                </c:pt>
                <c:pt idx="3819">
                  <c:v>13</c:v>
                </c:pt>
                <c:pt idx="3820">
                  <c:v>82</c:v>
                </c:pt>
                <c:pt idx="3821">
                  <c:v>102</c:v>
                </c:pt>
                <c:pt idx="3822">
                  <c:v>90</c:v>
                </c:pt>
                <c:pt idx="3823">
                  <c:v>65</c:v>
                </c:pt>
                <c:pt idx="3824">
                  <c:v>46</c:v>
                </c:pt>
                <c:pt idx="3825">
                  <c:v>40</c:v>
                </c:pt>
                <c:pt idx="3826">
                  <c:v>65</c:v>
                </c:pt>
                <c:pt idx="3827">
                  <c:v>102</c:v>
                </c:pt>
                <c:pt idx="3828">
                  <c:v>113</c:v>
                </c:pt>
                <c:pt idx="3829">
                  <c:v>93</c:v>
                </c:pt>
                <c:pt idx="3830">
                  <c:v>98</c:v>
                </c:pt>
                <c:pt idx="3831">
                  <c:v>85</c:v>
                </c:pt>
                <c:pt idx="3832">
                  <c:v>89</c:v>
                </c:pt>
                <c:pt idx="3833">
                  <c:v>66</c:v>
                </c:pt>
                <c:pt idx="3834">
                  <c:v>87</c:v>
                </c:pt>
                <c:pt idx="3835">
                  <c:v>90</c:v>
                </c:pt>
                <c:pt idx="3836">
                  <c:v>55</c:v>
                </c:pt>
                <c:pt idx="3837">
                  <c:v>44</c:v>
                </c:pt>
                <c:pt idx="3838">
                  <c:v>65</c:v>
                </c:pt>
                <c:pt idx="3839">
                  <c:v>91</c:v>
                </c:pt>
                <c:pt idx="3840">
                  <c:v>93</c:v>
                </c:pt>
                <c:pt idx="3841">
                  <c:v>89</c:v>
                </c:pt>
                <c:pt idx="3842">
                  <c:v>94</c:v>
                </c:pt>
                <c:pt idx="3843">
                  <c:v>90</c:v>
                </c:pt>
                <c:pt idx="3844">
                  <c:v>115</c:v>
                </c:pt>
                <c:pt idx="3845">
                  <c:v>34</c:v>
                </c:pt>
                <c:pt idx="3846">
                  <c:v>103</c:v>
                </c:pt>
                <c:pt idx="3847">
                  <c:v>73</c:v>
                </c:pt>
                <c:pt idx="3848">
                  <c:v>11</c:v>
                </c:pt>
                <c:pt idx="3849">
                  <c:v>48</c:v>
                </c:pt>
                <c:pt idx="3850">
                  <c:v>59</c:v>
                </c:pt>
                <c:pt idx="3851">
                  <c:v>172</c:v>
                </c:pt>
                <c:pt idx="3852">
                  <c:v>87</c:v>
                </c:pt>
                <c:pt idx="3853">
                  <c:v>86</c:v>
                </c:pt>
                <c:pt idx="3854">
                  <c:v>122</c:v>
                </c:pt>
                <c:pt idx="3855">
                  <c:v>63</c:v>
                </c:pt>
                <c:pt idx="3856">
                  <c:v>123</c:v>
                </c:pt>
                <c:pt idx="3857">
                  <c:v>80</c:v>
                </c:pt>
                <c:pt idx="3858">
                  <c:v>90</c:v>
                </c:pt>
                <c:pt idx="3859">
                  <c:v>86</c:v>
                </c:pt>
                <c:pt idx="3860">
                  <c:v>111</c:v>
                </c:pt>
                <c:pt idx="3861">
                  <c:v>69</c:v>
                </c:pt>
                <c:pt idx="3862">
                  <c:v>126</c:v>
                </c:pt>
                <c:pt idx="3863">
                  <c:v>60</c:v>
                </c:pt>
                <c:pt idx="3864">
                  <c:v>81</c:v>
                </c:pt>
                <c:pt idx="3865">
                  <c:v>46</c:v>
                </c:pt>
                <c:pt idx="3866">
                  <c:v>93</c:v>
                </c:pt>
                <c:pt idx="3867">
                  <c:v>89</c:v>
                </c:pt>
                <c:pt idx="3868">
                  <c:v>36</c:v>
                </c:pt>
                <c:pt idx="3869">
                  <c:v>32</c:v>
                </c:pt>
                <c:pt idx="3870">
                  <c:v>100</c:v>
                </c:pt>
                <c:pt idx="3871">
                  <c:v>46</c:v>
                </c:pt>
                <c:pt idx="3872">
                  <c:v>97</c:v>
                </c:pt>
                <c:pt idx="3873">
                  <c:v>135</c:v>
                </c:pt>
                <c:pt idx="3874">
                  <c:v>80</c:v>
                </c:pt>
                <c:pt idx="3875">
                  <c:v>94</c:v>
                </c:pt>
                <c:pt idx="3876">
                  <c:v>123</c:v>
                </c:pt>
                <c:pt idx="3877">
                  <c:v>105</c:v>
                </c:pt>
                <c:pt idx="3878">
                  <c:v>93</c:v>
                </c:pt>
                <c:pt idx="3879">
                  <c:v>75</c:v>
                </c:pt>
                <c:pt idx="3880">
                  <c:v>58</c:v>
                </c:pt>
                <c:pt idx="3881">
                  <c:v>50</c:v>
                </c:pt>
                <c:pt idx="3882">
                  <c:v>50</c:v>
                </c:pt>
                <c:pt idx="3883">
                  <c:v>30</c:v>
                </c:pt>
                <c:pt idx="3884">
                  <c:v>113</c:v>
                </c:pt>
                <c:pt idx="3885">
                  <c:v>118</c:v>
                </c:pt>
                <c:pt idx="3886">
                  <c:v>98</c:v>
                </c:pt>
                <c:pt idx="3887">
                  <c:v>110</c:v>
                </c:pt>
                <c:pt idx="3888">
                  <c:v>97</c:v>
                </c:pt>
                <c:pt idx="3889">
                  <c:v>86</c:v>
                </c:pt>
                <c:pt idx="3890">
                  <c:v>105</c:v>
                </c:pt>
                <c:pt idx="3891">
                  <c:v>110</c:v>
                </c:pt>
                <c:pt idx="3892">
                  <c:v>134</c:v>
                </c:pt>
                <c:pt idx="3893">
                  <c:v>104</c:v>
                </c:pt>
                <c:pt idx="3894">
                  <c:v>50</c:v>
                </c:pt>
                <c:pt idx="3895">
                  <c:v>96</c:v>
                </c:pt>
                <c:pt idx="3896">
                  <c:v>26</c:v>
                </c:pt>
                <c:pt idx="3897">
                  <c:v>83</c:v>
                </c:pt>
                <c:pt idx="3898">
                  <c:v>90</c:v>
                </c:pt>
                <c:pt idx="3899">
                  <c:v>31</c:v>
                </c:pt>
                <c:pt idx="3900">
                  <c:v>112</c:v>
                </c:pt>
                <c:pt idx="3901">
                  <c:v>108</c:v>
                </c:pt>
                <c:pt idx="3902">
                  <c:v>84</c:v>
                </c:pt>
                <c:pt idx="3903">
                  <c:v>20</c:v>
                </c:pt>
                <c:pt idx="3904">
                  <c:v>31</c:v>
                </c:pt>
                <c:pt idx="3905">
                  <c:v>52</c:v>
                </c:pt>
                <c:pt idx="3906">
                  <c:v>130</c:v>
                </c:pt>
                <c:pt idx="3907">
                  <c:v>96</c:v>
                </c:pt>
                <c:pt idx="3908">
                  <c:v>69</c:v>
                </c:pt>
                <c:pt idx="3909">
                  <c:v>118</c:v>
                </c:pt>
                <c:pt idx="3910">
                  <c:v>39</c:v>
                </c:pt>
                <c:pt idx="3911">
                  <c:v>128</c:v>
                </c:pt>
                <c:pt idx="3912">
                  <c:v>53</c:v>
                </c:pt>
                <c:pt idx="3913">
                  <c:v>125</c:v>
                </c:pt>
                <c:pt idx="3914">
                  <c:v>46</c:v>
                </c:pt>
                <c:pt idx="3915">
                  <c:v>128</c:v>
                </c:pt>
                <c:pt idx="3916">
                  <c:v>20</c:v>
                </c:pt>
                <c:pt idx="3917">
                  <c:v>28</c:v>
                </c:pt>
                <c:pt idx="3918">
                  <c:v>95</c:v>
                </c:pt>
                <c:pt idx="3919">
                  <c:v>60</c:v>
                </c:pt>
                <c:pt idx="3920">
                  <c:v>140</c:v>
                </c:pt>
                <c:pt idx="3921">
                  <c:v>37</c:v>
                </c:pt>
                <c:pt idx="3922">
                  <c:v>40</c:v>
                </c:pt>
                <c:pt idx="3923">
                  <c:v>90</c:v>
                </c:pt>
                <c:pt idx="3924">
                  <c:v>50</c:v>
                </c:pt>
                <c:pt idx="3925">
                  <c:v>59</c:v>
                </c:pt>
                <c:pt idx="3926">
                  <c:v>45</c:v>
                </c:pt>
                <c:pt idx="3927">
                  <c:v>50</c:v>
                </c:pt>
                <c:pt idx="3928">
                  <c:v>95</c:v>
                </c:pt>
                <c:pt idx="3929">
                  <c:v>45</c:v>
                </c:pt>
                <c:pt idx="3930">
                  <c:v>45</c:v>
                </c:pt>
                <c:pt idx="3931">
                  <c:v>101</c:v>
                </c:pt>
                <c:pt idx="3932">
                  <c:v>70</c:v>
                </c:pt>
                <c:pt idx="3933">
                  <c:v>24</c:v>
                </c:pt>
                <c:pt idx="3934">
                  <c:v>125</c:v>
                </c:pt>
                <c:pt idx="3935">
                  <c:v>25</c:v>
                </c:pt>
                <c:pt idx="3936">
                  <c:v>28</c:v>
                </c:pt>
                <c:pt idx="3937">
                  <c:v>80</c:v>
                </c:pt>
                <c:pt idx="3938">
                  <c:v>19</c:v>
                </c:pt>
                <c:pt idx="3939">
                  <c:v>88</c:v>
                </c:pt>
                <c:pt idx="3940">
                  <c:v>66</c:v>
                </c:pt>
                <c:pt idx="3941">
                  <c:v>25</c:v>
                </c:pt>
                <c:pt idx="3942">
                  <c:v>102</c:v>
                </c:pt>
                <c:pt idx="3943">
                  <c:v>102</c:v>
                </c:pt>
                <c:pt idx="3944">
                  <c:v>9</c:v>
                </c:pt>
                <c:pt idx="3945">
                  <c:v>29</c:v>
                </c:pt>
                <c:pt idx="3946">
                  <c:v>86</c:v>
                </c:pt>
                <c:pt idx="3947">
                  <c:v>42</c:v>
                </c:pt>
                <c:pt idx="3948">
                  <c:v>122</c:v>
                </c:pt>
                <c:pt idx="3949">
                  <c:v>30</c:v>
                </c:pt>
                <c:pt idx="3950">
                  <c:v>59</c:v>
                </c:pt>
                <c:pt idx="3951">
                  <c:v>58</c:v>
                </c:pt>
                <c:pt idx="3952">
                  <c:v>103</c:v>
                </c:pt>
                <c:pt idx="3953">
                  <c:v>100</c:v>
                </c:pt>
                <c:pt idx="3954">
                  <c:v>82</c:v>
                </c:pt>
                <c:pt idx="3955">
                  <c:v>40</c:v>
                </c:pt>
                <c:pt idx="3956">
                  <c:v>83</c:v>
                </c:pt>
                <c:pt idx="3957">
                  <c:v>49</c:v>
                </c:pt>
                <c:pt idx="3958">
                  <c:v>29</c:v>
                </c:pt>
                <c:pt idx="3959">
                  <c:v>171</c:v>
                </c:pt>
                <c:pt idx="3960">
                  <c:v>72</c:v>
                </c:pt>
                <c:pt idx="3961">
                  <c:v>62</c:v>
                </c:pt>
                <c:pt idx="3962">
                  <c:v>90</c:v>
                </c:pt>
                <c:pt idx="3963">
                  <c:v>125</c:v>
                </c:pt>
                <c:pt idx="3964">
                  <c:v>55</c:v>
                </c:pt>
                <c:pt idx="3965">
                  <c:v>114</c:v>
                </c:pt>
                <c:pt idx="3966">
                  <c:v>81</c:v>
                </c:pt>
                <c:pt idx="3967">
                  <c:v>51</c:v>
                </c:pt>
                <c:pt idx="3968">
                  <c:v>38</c:v>
                </c:pt>
                <c:pt idx="3969">
                  <c:v>139</c:v>
                </c:pt>
                <c:pt idx="3970">
                  <c:v>47</c:v>
                </c:pt>
                <c:pt idx="3971">
                  <c:v>120</c:v>
                </c:pt>
                <c:pt idx="3972">
                  <c:v>93</c:v>
                </c:pt>
                <c:pt idx="3973">
                  <c:v>99</c:v>
                </c:pt>
                <c:pt idx="3974">
                  <c:v>88</c:v>
                </c:pt>
                <c:pt idx="3975">
                  <c:v>45</c:v>
                </c:pt>
                <c:pt idx="3976">
                  <c:v>87</c:v>
                </c:pt>
                <c:pt idx="3977">
                  <c:v>116</c:v>
                </c:pt>
                <c:pt idx="3978">
                  <c:v>115</c:v>
                </c:pt>
                <c:pt idx="3979">
                  <c:v>84</c:v>
                </c:pt>
                <c:pt idx="3980">
                  <c:v>112</c:v>
                </c:pt>
                <c:pt idx="3981">
                  <c:v>104</c:v>
                </c:pt>
                <c:pt idx="3982">
                  <c:v>119</c:v>
                </c:pt>
                <c:pt idx="3983">
                  <c:v>30</c:v>
                </c:pt>
                <c:pt idx="3984">
                  <c:v>108</c:v>
                </c:pt>
                <c:pt idx="3985">
                  <c:v>145</c:v>
                </c:pt>
                <c:pt idx="3986">
                  <c:v>65</c:v>
                </c:pt>
                <c:pt idx="3987">
                  <c:v>41</c:v>
                </c:pt>
                <c:pt idx="3988">
                  <c:v>129</c:v>
                </c:pt>
                <c:pt idx="3989">
                  <c:v>40</c:v>
                </c:pt>
                <c:pt idx="3990">
                  <c:v>106</c:v>
                </c:pt>
                <c:pt idx="3991">
                  <c:v>121</c:v>
                </c:pt>
                <c:pt idx="3992">
                  <c:v>140</c:v>
                </c:pt>
                <c:pt idx="3993">
                  <c:v>68</c:v>
                </c:pt>
                <c:pt idx="3994">
                  <c:v>92</c:v>
                </c:pt>
                <c:pt idx="3995">
                  <c:v>38</c:v>
                </c:pt>
                <c:pt idx="3996">
                  <c:v>13</c:v>
                </c:pt>
                <c:pt idx="3997">
                  <c:v>100</c:v>
                </c:pt>
                <c:pt idx="3998">
                  <c:v>36</c:v>
                </c:pt>
                <c:pt idx="3999">
                  <c:v>115</c:v>
                </c:pt>
                <c:pt idx="4000">
                  <c:v>42</c:v>
                </c:pt>
                <c:pt idx="4001">
                  <c:v>103</c:v>
                </c:pt>
                <c:pt idx="4002">
                  <c:v>101</c:v>
                </c:pt>
                <c:pt idx="4003">
                  <c:v>147</c:v>
                </c:pt>
                <c:pt idx="4004">
                  <c:v>89</c:v>
                </c:pt>
                <c:pt idx="4005">
                  <c:v>118</c:v>
                </c:pt>
                <c:pt idx="4006">
                  <c:v>70</c:v>
                </c:pt>
                <c:pt idx="4007">
                  <c:v>94</c:v>
                </c:pt>
                <c:pt idx="4008">
                  <c:v>90</c:v>
                </c:pt>
                <c:pt idx="4009">
                  <c:v>94</c:v>
                </c:pt>
                <c:pt idx="4010">
                  <c:v>115</c:v>
                </c:pt>
                <c:pt idx="4011">
                  <c:v>66</c:v>
                </c:pt>
                <c:pt idx="4012">
                  <c:v>32</c:v>
                </c:pt>
                <c:pt idx="4013">
                  <c:v>149</c:v>
                </c:pt>
                <c:pt idx="4014">
                  <c:v>45</c:v>
                </c:pt>
                <c:pt idx="4015">
                  <c:v>24</c:v>
                </c:pt>
                <c:pt idx="4016">
                  <c:v>107</c:v>
                </c:pt>
                <c:pt idx="4017">
                  <c:v>6</c:v>
                </c:pt>
                <c:pt idx="4018">
                  <c:v>94</c:v>
                </c:pt>
                <c:pt idx="4019">
                  <c:v>107</c:v>
                </c:pt>
                <c:pt idx="4020">
                  <c:v>82</c:v>
                </c:pt>
                <c:pt idx="4021">
                  <c:v>23</c:v>
                </c:pt>
                <c:pt idx="4022">
                  <c:v>89</c:v>
                </c:pt>
                <c:pt idx="4023">
                  <c:v>51</c:v>
                </c:pt>
                <c:pt idx="4024">
                  <c:v>128</c:v>
                </c:pt>
                <c:pt idx="4025">
                  <c:v>132</c:v>
                </c:pt>
                <c:pt idx="4026">
                  <c:v>90</c:v>
                </c:pt>
                <c:pt idx="4027">
                  <c:v>96</c:v>
                </c:pt>
                <c:pt idx="4028">
                  <c:v>155</c:v>
                </c:pt>
                <c:pt idx="4029">
                  <c:v>63</c:v>
                </c:pt>
                <c:pt idx="4030">
                  <c:v>101</c:v>
                </c:pt>
                <c:pt idx="4031">
                  <c:v>23</c:v>
                </c:pt>
                <c:pt idx="4032">
                  <c:v>84</c:v>
                </c:pt>
                <c:pt idx="4033">
                  <c:v>64</c:v>
                </c:pt>
                <c:pt idx="4034">
                  <c:v>78</c:v>
                </c:pt>
                <c:pt idx="4035">
                  <c:v>150</c:v>
                </c:pt>
                <c:pt idx="4036">
                  <c:v>106</c:v>
                </c:pt>
                <c:pt idx="4037">
                  <c:v>32</c:v>
                </c:pt>
                <c:pt idx="4038">
                  <c:v>97</c:v>
                </c:pt>
                <c:pt idx="4039">
                  <c:v>104</c:v>
                </c:pt>
                <c:pt idx="4040">
                  <c:v>42</c:v>
                </c:pt>
                <c:pt idx="4041">
                  <c:v>101</c:v>
                </c:pt>
                <c:pt idx="4042">
                  <c:v>125</c:v>
                </c:pt>
                <c:pt idx="4043">
                  <c:v>97</c:v>
                </c:pt>
                <c:pt idx="4044">
                  <c:v>96</c:v>
                </c:pt>
                <c:pt idx="4045">
                  <c:v>114</c:v>
                </c:pt>
                <c:pt idx="4046">
                  <c:v>23</c:v>
                </c:pt>
                <c:pt idx="4047">
                  <c:v>63</c:v>
                </c:pt>
                <c:pt idx="4048">
                  <c:v>141</c:v>
                </c:pt>
                <c:pt idx="4049">
                  <c:v>44</c:v>
                </c:pt>
                <c:pt idx="4050">
                  <c:v>60</c:v>
                </c:pt>
                <c:pt idx="4051">
                  <c:v>106</c:v>
                </c:pt>
                <c:pt idx="4052">
                  <c:v>60</c:v>
                </c:pt>
                <c:pt idx="4053">
                  <c:v>65</c:v>
                </c:pt>
                <c:pt idx="4054">
                  <c:v>55</c:v>
                </c:pt>
                <c:pt idx="4055">
                  <c:v>39</c:v>
                </c:pt>
                <c:pt idx="4056">
                  <c:v>138</c:v>
                </c:pt>
                <c:pt idx="4057">
                  <c:v>94</c:v>
                </c:pt>
                <c:pt idx="4058">
                  <c:v>37</c:v>
                </c:pt>
                <c:pt idx="4059">
                  <c:v>113</c:v>
                </c:pt>
                <c:pt idx="4060">
                  <c:v>58</c:v>
                </c:pt>
                <c:pt idx="4061">
                  <c:v>64</c:v>
                </c:pt>
                <c:pt idx="4062">
                  <c:v>95</c:v>
                </c:pt>
                <c:pt idx="4063">
                  <c:v>60</c:v>
                </c:pt>
                <c:pt idx="4064">
                  <c:v>98</c:v>
                </c:pt>
                <c:pt idx="4065">
                  <c:v>82</c:v>
                </c:pt>
                <c:pt idx="4066">
                  <c:v>65</c:v>
                </c:pt>
                <c:pt idx="4067">
                  <c:v>100</c:v>
                </c:pt>
                <c:pt idx="4068">
                  <c:v>151</c:v>
                </c:pt>
                <c:pt idx="4069">
                  <c:v>36</c:v>
                </c:pt>
                <c:pt idx="4070">
                  <c:v>85</c:v>
                </c:pt>
                <c:pt idx="4071">
                  <c:v>68</c:v>
                </c:pt>
                <c:pt idx="4072">
                  <c:v>131</c:v>
                </c:pt>
                <c:pt idx="4073">
                  <c:v>94</c:v>
                </c:pt>
                <c:pt idx="4074">
                  <c:v>54</c:v>
                </c:pt>
                <c:pt idx="4075">
                  <c:v>106</c:v>
                </c:pt>
                <c:pt idx="4076">
                  <c:v>82</c:v>
                </c:pt>
                <c:pt idx="4077">
                  <c:v>121</c:v>
                </c:pt>
                <c:pt idx="4078">
                  <c:v>44</c:v>
                </c:pt>
                <c:pt idx="4079">
                  <c:v>104</c:v>
                </c:pt>
                <c:pt idx="4080">
                  <c:v>107</c:v>
                </c:pt>
                <c:pt idx="4081">
                  <c:v>25</c:v>
                </c:pt>
                <c:pt idx="4082">
                  <c:v>51</c:v>
                </c:pt>
                <c:pt idx="4083">
                  <c:v>120</c:v>
                </c:pt>
                <c:pt idx="4084">
                  <c:v>23</c:v>
                </c:pt>
                <c:pt idx="4085">
                  <c:v>93</c:v>
                </c:pt>
                <c:pt idx="4086">
                  <c:v>90</c:v>
                </c:pt>
                <c:pt idx="4087">
                  <c:v>15</c:v>
                </c:pt>
                <c:pt idx="4088">
                  <c:v>23</c:v>
                </c:pt>
                <c:pt idx="4089">
                  <c:v>46</c:v>
                </c:pt>
                <c:pt idx="4090">
                  <c:v>29</c:v>
                </c:pt>
                <c:pt idx="4091">
                  <c:v>112</c:v>
                </c:pt>
                <c:pt idx="4092">
                  <c:v>100</c:v>
                </c:pt>
                <c:pt idx="4093">
                  <c:v>44</c:v>
                </c:pt>
                <c:pt idx="4094">
                  <c:v>146</c:v>
                </c:pt>
                <c:pt idx="4095">
                  <c:v>9</c:v>
                </c:pt>
                <c:pt idx="4096">
                  <c:v>84</c:v>
                </c:pt>
                <c:pt idx="4097">
                  <c:v>7</c:v>
                </c:pt>
                <c:pt idx="4098">
                  <c:v>141</c:v>
                </c:pt>
                <c:pt idx="4099">
                  <c:v>51</c:v>
                </c:pt>
                <c:pt idx="4100">
                  <c:v>45</c:v>
                </c:pt>
                <c:pt idx="4101">
                  <c:v>111</c:v>
                </c:pt>
                <c:pt idx="4102">
                  <c:v>98</c:v>
                </c:pt>
                <c:pt idx="4103">
                  <c:v>89</c:v>
                </c:pt>
                <c:pt idx="4104">
                  <c:v>75</c:v>
                </c:pt>
                <c:pt idx="4105">
                  <c:v>63</c:v>
                </c:pt>
                <c:pt idx="4106">
                  <c:v>92</c:v>
                </c:pt>
                <c:pt idx="4107">
                  <c:v>73</c:v>
                </c:pt>
                <c:pt idx="4108">
                  <c:v>113</c:v>
                </c:pt>
                <c:pt idx="4109">
                  <c:v>111</c:v>
                </c:pt>
                <c:pt idx="4110">
                  <c:v>130</c:v>
                </c:pt>
                <c:pt idx="4111">
                  <c:v>133</c:v>
                </c:pt>
                <c:pt idx="4112">
                  <c:v>117</c:v>
                </c:pt>
                <c:pt idx="4113">
                  <c:v>23</c:v>
                </c:pt>
                <c:pt idx="4114">
                  <c:v>84</c:v>
                </c:pt>
                <c:pt idx="4115">
                  <c:v>31</c:v>
                </c:pt>
                <c:pt idx="4116">
                  <c:v>23</c:v>
                </c:pt>
                <c:pt idx="4117">
                  <c:v>64</c:v>
                </c:pt>
                <c:pt idx="4118">
                  <c:v>97</c:v>
                </c:pt>
                <c:pt idx="4119">
                  <c:v>140</c:v>
                </c:pt>
                <c:pt idx="4120">
                  <c:v>75</c:v>
                </c:pt>
                <c:pt idx="4121">
                  <c:v>74</c:v>
                </c:pt>
                <c:pt idx="4122">
                  <c:v>22</c:v>
                </c:pt>
                <c:pt idx="4123">
                  <c:v>100</c:v>
                </c:pt>
                <c:pt idx="4124">
                  <c:v>95</c:v>
                </c:pt>
                <c:pt idx="4125">
                  <c:v>28</c:v>
                </c:pt>
                <c:pt idx="4126">
                  <c:v>15</c:v>
                </c:pt>
                <c:pt idx="4127">
                  <c:v>72</c:v>
                </c:pt>
                <c:pt idx="4128">
                  <c:v>134</c:v>
                </c:pt>
                <c:pt idx="4129">
                  <c:v>104</c:v>
                </c:pt>
                <c:pt idx="4130">
                  <c:v>84</c:v>
                </c:pt>
                <c:pt idx="4131">
                  <c:v>100</c:v>
                </c:pt>
                <c:pt idx="4132">
                  <c:v>75</c:v>
                </c:pt>
                <c:pt idx="4133">
                  <c:v>88</c:v>
                </c:pt>
                <c:pt idx="4134">
                  <c:v>126</c:v>
                </c:pt>
                <c:pt idx="4135">
                  <c:v>92</c:v>
                </c:pt>
                <c:pt idx="4136">
                  <c:v>79</c:v>
                </c:pt>
                <c:pt idx="4137">
                  <c:v>72</c:v>
                </c:pt>
                <c:pt idx="4138">
                  <c:v>75</c:v>
                </c:pt>
                <c:pt idx="4139">
                  <c:v>86</c:v>
                </c:pt>
                <c:pt idx="4140">
                  <c:v>108</c:v>
                </c:pt>
                <c:pt idx="4141">
                  <c:v>118</c:v>
                </c:pt>
                <c:pt idx="4142">
                  <c:v>129</c:v>
                </c:pt>
                <c:pt idx="4143">
                  <c:v>92</c:v>
                </c:pt>
                <c:pt idx="4144">
                  <c:v>64</c:v>
                </c:pt>
                <c:pt idx="4145">
                  <c:v>8</c:v>
                </c:pt>
                <c:pt idx="4146">
                  <c:v>35</c:v>
                </c:pt>
                <c:pt idx="4147">
                  <c:v>133</c:v>
                </c:pt>
                <c:pt idx="4148">
                  <c:v>61</c:v>
                </c:pt>
                <c:pt idx="4149">
                  <c:v>58</c:v>
                </c:pt>
                <c:pt idx="4150">
                  <c:v>81</c:v>
                </c:pt>
                <c:pt idx="4151">
                  <c:v>21</c:v>
                </c:pt>
                <c:pt idx="4152">
                  <c:v>102</c:v>
                </c:pt>
                <c:pt idx="4153">
                  <c:v>24</c:v>
                </c:pt>
                <c:pt idx="4154">
                  <c:v>115</c:v>
                </c:pt>
                <c:pt idx="4155">
                  <c:v>119</c:v>
                </c:pt>
                <c:pt idx="4156">
                  <c:v>86</c:v>
                </c:pt>
                <c:pt idx="4157">
                  <c:v>61</c:v>
                </c:pt>
                <c:pt idx="4158">
                  <c:v>98</c:v>
                </c:pt>
                <c:pt idx="4159">
                  <c:v>105</c:v>
                </c:pt>
                <c:pt idx="4160">
                  <c:v>53</c:v>
                </c:pt>
                <c:pt idx="4161">
                  <c:v>98</c:v>
                </c:pt>
                <c:pt idx="4162">
                  <c:v>162</c:v>
                </c:pt>
                <c:pt idx="4163">
                  <c:v>36</c:v>
                </c:pt>
                <c:pt idx="4164">
                  <c:v>96</c:v>
                </c:pt>
                <c:pt idx="4165">
                  <c:v>40</c:v>
                </c:pt>
                <c:pt idx="4166">
                  <c:v>112</c:v>
                </c:pt>
                <c:pt idx="4167">
                  <c:v>100</c:v>
                </c:pt>
                <c:pt idx="4168">
                  <c:v>112</c:v>
                </c:pt>
                <c:pt idx="4169">
                  <c:v>13</c:v>
                </c:pt>
                <c:pt idx="4170">
                  <c:v>120</c:v>
                </c:pt>
                <c:pt idx="4171">
                  <c:v>56</c:v>
                </c:pt>
                <c:pt idx="4172">
                  <c:v>131</c:v>
                </c:pt>
                <c:pt idx="4173">
                  <c:v>69</c:v>
                </c:pt>
                <c:pt idx="4174">
                  <c:v>124</c:v>
                </c:pt>
                <c:pt idx="4175">
                  <c:v>95</c:v>
                </c:pt>
                <c:pt idx="4176">
                  <c:v>135</c:v>
                </c:pt>
                <c:pt idx="4177">
                  <c:v>77</c:v>
                </c:pt>
                <c:pt idx="4178">
                  <c:v>88</c:v>
                </c:pt>
                <c:pt idx="4179">
                  <c:v>104</c:v>
                </c:pt>
                <c:pt idx="4180">
                  <c:v>94</c:v>
                </c:pt>
                <c:pt idx="4181">
                  <c:v>121</c:v>
                </c:pt>
                <c:pt idx="4182">
                  <c:v>45</c:v>
                </c:pt>
                <c:pt idx="4183">
                  <c:v>150</c:v>
                </c:pt>
                <c:pt idx="4184">
                  <c:v>8</c:v>
                </c:pt>
                <c:pt idx="4185">
                  <c:v>92</c:v>
                </c:pt>
                <c:pt idx="4186">
                  <c:v>58</c:v>
                </c:pt>
                <c:pt idx="4187">
                  <c:v>29</c:v>
                </c:pt>
                <c:pt idx="4188">
                  <c:v>101</c:v>
                </c:pt>
                <c:pt idx="4189">
                  <c:v>119</c:v>
                </c:pt>
                <c:pt idx="4190">
                  <c:v>127</c:v>
                </c:pt>
                <c:pt idx="4191">
                  <c:v>82</c:v>
                </c:pt>
                <c:pt idx="4192">
                  <c:v>110</c:v>
                </c:pt>
                <c:pt idx="4193">
                  <c:v>40</c:v>
                </c:pt>
                <c:pt idx="4194">
                  <c:v>39</c:v>
                </c:pt>
                <c:pt idx="4195">
                  <c:v>90</c:v>
                </c:pt>
                <c:pt idx="4196">
                  <c:v>119</c:v>
                </c:pt>
                <c:pt idx="4197">
                  <c:v>29</c:v>
                </c:pt>
                <c:pt idx="4198">
                  <c:v>100</c:v>
                </c:pt>
                <c:pt idx="4199">
                  <c:v>105</c:v>
                </c:pt>
                <c:pt idx="4200">
                  <c:v>107</c:v>
                </c:pt>
                <c:pt idx="4201">
                  <c:v>17</c:v>
                </c:pt>
                <c:pt idx="4202">
                  <c:v>103</c:v>
                </c:pt>
                <c:pt idx="4203">
                  <c:v>64</c:v>
                </c:pt>
                <c:pt idx="4204">
                  <c:v>61</c:v>
                </c:pt>
                <c:pt idx="4205">
                  <c:v>97</c:v>
                </c:pt>
                <c:pt idx="4206">
                  <c:v>128</c:v>
                </c:pt>
                <c:pt idx="4207">
                  <c:v>94</c:v>
                </c:pt>
                <c:pt idx="4208">
                  <c:v>136</c:v>
                </c:pt>
                <c:pt idx="4209">
                  <c:v>44</c:v>
                </c:pt>
                <c:pt idx="4210">
                  <c:v>133</c:v>
                </c:pt>
                <c:pt idx="4211">
                  <c:v>83</c:v>
                </c:pt>
                <c:pt idx="4212">
                  <c:v>24</c:v>
                </c:pt>
                <c:pt idx="4213">
                  <c:v>113</c:v>
                </c:pt>
                <c:pt idx="4214">
                  <c:v>134</c:v>
                </c:pt>
                <c:pt idx="4215">
                  <c:v>20</c:v>
                </c:pt>
                <c:pt idx="4216">
                  <c:v>117</c:v>
                </c:pt>
                <c:pt idx="4217">
                  <c:v>116</c:v>
                </c:pt>
                <c:pt idx="4218">
                  <c:v>24</c:v>
                </c:pt>
                <c:pt idx="4219">
                  <c:v>181</c:v>
                </c:pt>
                <c:pt idx="4220">
                  <c:v>89</c:v>
                </c:pt>
                <c:pt idx="4221">
                  <c:v>122</c:v>
                </c:pt>
                <c:pt idx="4222">
                  <c:v>112</c:v>
                </c:pt>
                <c:pt idx="4223">
                  <c:v>102</c:v>
                </c:pt>
                <c:pt idx="4224">
                  <c:v>63</c:v>
                </c:pt>
                <c:pt idx="4225">
                  <c:v>105</c:v>
                </c:pt>
                <c:pt idx="4226">
                  <c:v>97</c:v>
                </c:pt>
                <c:pt idx="4227">
                  <c:v>46</c:v>
                </c:pt>
                <c:pt idx="4228">
                  <c:v>74</c:v>
                </c:pt>
                <c:pt idx="4229">
                  <c:v>95</c:v>
                </c:pt>
                <c:pt idx="4230">
                  <c:v>115</c:v>
                </c:pt>
                <c:pt idx="4231">
                  <c:v>114</c:v>
                </c:pt>
                <c:pt idx="4232">
                  <c:v>67</c:v>
                </c:pt>
                <c:pt idx="4233">
                  <c:v>108</c:v>
                </c:pt>
                <c:pt idx="4234">
                  <c:v>59</c:v>
                </c:pt>
                <c:pt idx="4235">
                  <c:v>114</c:v>
                </c:pt>
                <c:pt idx="4236">
                  <c:v>21</c:v>
                </c:pt>
                <c:pt idx="4237">
                  <c:v>120</c:v>
                </c:pt>
                <c:pt idx="4238">
                  <c:v>104</c:v>
                </c:pt>
                <c:pt idx="4239">
                  <c:v>128</c:v>
                </c:pt>
                <c:pt idx="4240">
                  <c:v>106</c:v>
                </c:pt>
                <c:pt idx="4241">
                  <c:v>24</c:v>
                </c:pt>
                <c:pt idx="4242">
                  <c:v>140</c:v>
                </c:pt>
                <c:pt idx="4243">
                  <c:v>95</c:v>
                </c:pt>
                <c:pt idx="4244">
                  <c:v>108</c:v>
                </c:pt>
                <c:pt idx="4245">
                  <c:v>81</c:v>
                </c:pt>
                <c:pt idx="4246">
                  <c:v>43</c:v>
                </c:pt>
                <c:pt idx="4247">
                  <c:v>8</c:v>
                </c:pt>
                <c:pt idx="4248">
                  <c:v>123</c:v>
                </c:pt>
                <c:pt idx="4249">
                  <c:v>110</c:v>
                </c:pt>
                <c:pt idx="4250">
                  <c:v>17</c:v>
                </c:pt>
                <c:pt idx="4251">
                  <c:v>51</c:v>
                </c:pt>
                <c:pt idx="4252">
                  <c:v>95</c:v>
                </c:pt>
                <c:pt idx="4253">
                  <c:v>94</c:v>
                </c:pt>
                <c:pt idx="4254">
                  <c:v>26</c:v>
                </c:pt>
                <c:pt idx="4255">
                  <c:v>129</c:v>
                </c:pt>
                <c:pt idx="4256">
                  <c:v>51</c:v>
                </c:pt>
                <c:pt idx="4257">
                  <c:v>82</c:v>
                </c:pt>
                <c:pt idx="4258">
                  <c:v>3</c:v>
                </c:pt>
                <c:pt idx="4259">
                  <c:v>137</c:v>
                </c:pt>
                <c:pt idx="4260">
                  <c:v>113</c:v>
                </c:pt>
                <c:pt idx="4261">
                  <c:v>108</c:v>
                </c:pt>
                <c:pt idx="4262">
                  <c:v>41</c:v>
                </c:pt>
                <c:pt idx="4263">
                  <c:v>92</c:v>
                </c:pt>
                <c:pt idx="4264">
                  <c:v>110</c:v>
                </c:pt>
                <c:pt idx="4265">
                  <c:v>108</c:v>
                </c:pt>
                <c:pt idx="4266">
                  <c:v>126</c:v>
                </c:pt>
                <c:pt idx="4267">
                  <c:v>60</c:v>
                </c:pt>
                <c:pt idx="4268">
                  <c:v>103</c:v>
                </c:pt>
                <c:pt idx="4269">
                  <c:v>107</c:v>
                </c:pt>
                <c:pt idx="4270">
                  <c:v>128</c:v>
                </c:pt>
                <c:pt idx="4271">
                  <c:v>85</c:v>
                </c:pt>
                <c:pt idx="4272">
                  <c:v>42</c:v>
                </c:pt>
                <c:pt idx="4273">
                  <c:v>89</c:v>
                </c:pt>
                <c:pt idx="4274">
                  <c:v>111</c:v>
                </c:pt>
                <c:pt idx="4275">
                  <c:v>118</c:v>
                </c:pt>
                <c:pt idx="4276">
                  <c:v>130</c:v>
                </c:pt>
                <c:pt idx="4277">
                  <c:v>120</c:v>
                </c:pt>
                <c:pt idx="4278">
                  <c:v>85</c:v>
                </c:pt>
                <c:pt idx="4279">
                  <c:v>104</c:v>
                </c:pt>
                <c:pt idx="4280">
                  <c:v>87</c:v>
                </c:pt>
                <c:pt idx="4281">
                  <c:v>81</c:v>
                </c:pt>
                <c:pt idx="4282">
                  <c:v>109</c:v>
                </c:pt>
                <c:pt idx="4283">
                  <c:v>90</c:v>
                </c:pt>
                <c:pt idx="4284">
                  <c:v>77</c:v>
                </c:pt>
                <c:pt idx="4285">
                  <c:v>96</c:v>
                </c:pt>
                <c:pt idx="4286">
                  <c:v>99</c:v>
                </c:pt>
                <c:pt idx="4287">
                  <c:v>95</c:v>
                </c:pt>
                <c:pt idx="4288">
                  <c:v>23</c:v>
                </c:pt>
                <c:pt idx="4289">
                  <c:v>45</c:v>
                </c:pt>
                <c:pt idx="4290">
                  <c:v>28</c:v>
                </c:pt>
                <c:pt idx="4291">
                  <c:v>27</c:v>
                </c:pt>
                <c:pt idx="4292">
                  <c:v>52</c:v>
                </c:pt>
                <c:pt idx="4293">
                  <c:v>68</c:v>
                </c:pt>
                <c:pt idx="4294">
                  <c:v>106</c:v>
                </c:pt>
                <c:pt idx="4295">
                  <c:v>128</c:v>
                </c:pt>
                <c:pt idx="4296">
                  <c:v>126</c:v>
                </c:pt>
                <c:pt idx="4297">
                  <c:v>52</c:v>
                </c:pt>
                <c:pt idx="4298">
                  <c:v>85</c:v>
                </c:pt>
                <c:pt idx="4299">
                  <c:v>97</c:v>
                </c:pt>
                <c:pt idx="4300">
                  <c:v>61</c:v>
                </c:pt>
                <c:pt idx="4301">
                  <c:v>126</c:v>
                </c:pt>
                <c:pt idx="4302">
                  <c:v>88</c:v>
                </c:pt>
                <c:pt idx="4303">
                  <c:v>24</c:v>
                </c:pt>
                <c:pt idx="4304">
                  <c:v>51</c:v>
                </c:pt>
                <c:pt idx="4305">
                  <c:v>41</c:v>
                </c:pt>
                <c:pt idx="4306">
                  <c:v>92</c:v>
                </c:pt>
                <c:pt idx="4307">
                  <c:v>121</c:v>
                </c:pt>
                <c:pt idx="4308">
                  <c:v>47</c:v>
                </c:pt>
                <c:pt idx="4309">
                  <c:v>52</c:v>
                </c:pt>
                <c:pt idx="4310">
                  <c:v>64</c:v>
                </c:pt>
                <c:pt idx="4311">
                  <c:v>138</c:v>
                </c:pt>
                <c:pt idx="4312">
                  <c:v>34</c:v>
                </c:pt>
                <c:pt idx="4313">
                  <c:v>61</c:v>
                </c:pt>
                <c:pt idx="4314">
                  <c:v>50</c:v>
                </c:pt>
                <c:pt idx="4315">
                  <c:v>98</c:v>
                </c:pt>
                <c:pt idx="4316">
                  <c:v>26</c:v>
                </c:pt>
                <c:pt idx="4317">
                  <c:v>26</c:v>
                </c:pt>
                <c:pt idx="4318">
                  <c:v>54</c:v>
                </c:pt>
                <c:pt idx="4319">
                  <c:v>93</c:v>
                </c:pt>
                <c:pt idx="4320">
                  <c:v>85</c:v>
                </c:pt>
                <c:pt idx="4321">
                  <c:v>54</c:v>
                </c:pt>
                <c:pt idx="4322">
                  <c:v>101</c:v>
                </c:pt>
                <c:pt idx="4323">
                  <c:v>114</c:v>
                </c:pt>
                <c:pt idx="4324">
                  <c:v>48</c:v>
                </c:pt>
                <c:pt idx="4325">
                  <c:v>101</c:v>
                </c:pt>
                <c:pt idx="4326">
                  <c:v>122</c:v>
                </c:pt>
                <c:pt idx="4327">
                  <c:v>111</c:v>
                </c:pt>
                <c:pt idx="4328">
                  <c:v>41</c:v>
                </c:pt>
                <c:pt idx="4329">
                  <c:v>113</c:v>
                </c:pt>
                <c:pt idx="4330">
                  <c:v>117</c:v>
                </c:pt>
                <c:pt idx="4331">
                  <c:v>47</c:v>
                </c:pt>
                <c:pt idx="4332">
                  <c:v>54</c:v>
                </c:pt>
                <c:pt idx="4333">
                  <c:v>44</c:v>
                </c:pt>
                <c:pt idx="4334">
                  <c:v>44</c:v>
                </c:pt>
                <c:pt idx="4335">
                  <c:v>52</c:v>
                </c:pt>
                <c:pt idx="4336">
                  <c:v>46</c:v>
                </c:pt>
                <c:pt idx="4337">
                  <c:v>92</c:v>
                </c:pt>
                <c:pt idx="4338">
                  <c:v>139</c:v>
                </c:pt>
                <c:pt idx="4339">
                  <c:v>102</c:v>
                </c:pt>
                <c:pt idx="4340">
                  <c:v>43</c:v>
                </c:pt>
                <c:pt idx="4341">
                  <c:v>27</c:v>
                </c:pt>
                <c:pt idx="4342">
                  <c:v>61</c:v>
                </c:pt>
                <c:pt idx="4343">
                  <c:v>54</c:v>
                </c:pt>
                <c:pt idx="4344">
                  <c:v>97</c:v>
                </c:pt>
                <c:pt idx="4345">
                  <c:v>128</c:v>
                </c:pt>
                <c:pt idx="4346">
                  <c:v>91</c:v>
                </c:pt>
                <c:pt idx="4347">
                  <c:v>50</c:v>
                </c:pt>
                <c:pt idx="4348">
                  <c:v>157</c:v>
                </c:pt>
                <c:pt idx="4349">
                  <c:v>38</c:v>
                </c:pt>
                <c:pt idx="4350">
                  <c:v>106</c:v>
                </c:pt>
                <c:pt idx="4351">
                  <c:v>66</c:v>
                </c:pt>
                <c:pt idx="4352">
                  <c:v>104</c:v>
                </c:pt>
                <c:pt idx="4353">
                  <c:v>93</c:v>
                </c:pt>
                <c:pt idx="4354">
                  <c:v>15</c:v>
                </c:pt>
                <c:pt idx="4355">
                  <c:v>119</c:v>
                </c:pt>
                <c:pt idx="4356">
                  <c:v>117</c:v>
                </c:pt>
                <c:pt idx="4357">
                  <c:v>130</c:v>
                </c:pt>
                <c:pt idx="4358">
                  <c:v>41</c:v>
                </c:pt>
                <c:pt idx="4359">
                  <c:v>112</c:v>
                </c:pt>
                <c:pt idx="4360">
                  <c:v>90</c:v>
                </c:pt>
                <c:pt idx="4361">
                  <c:v>93</c:v>
                </c:pt>
                <c:pt idx="4362">
                  <c:v>114</c:v>
                </c:pt>
                <c:pt idx="4363">
                  <c:v>45</c:v>
                </c:pt>
                <c:pt idx="4364">
                  <c:v>45</c:v>
                </c:pt>
                <c:pt idx="4365">
                  <c:v>89</c:v>
                </c:pt>
                <c:pt idx="4366">
                  <c:v>46</c:v>
                </c:pt>
                <c:pt idx="4367">
                  <c:v>47</c:v>
                </c:pt>
                <c:pt idx="4368">
                  <c:v>52</c:v>
                </c:pt>
                <c:pt idx="4369">
                  <c:v>49</c:v>
                </c:pt>
                <c:pt idx="4370">
                  <c:v>100</c:v>
                </c:pt>
                <c:pt idx="4371">
                  <c:v>24</c:v>
                </c:pt>
                <c:pt idx="4372">
                  <c:v>60</c:v>
                </c:pt>
                <c:pt idx="4373">
                  <c:v>85</c:v>
                </c:pt>
                <c:pt idx="4374">
                  <c:v>129</c:v>
                </c:pt>
                <c:pt idx="4375">
                  <c:v>54</c:v>
                </c:pt>
                <c:pt idx="4376">
                  <c:v>83</c:v>
                </c:pt>
                <c:pt idx="4377">
                  <c:v>98</c:v>
                </c:pt>
                <c:pt idx="4378">
                  <c:v>89</c:v>
                </c:pt>
                <c:pt idx="4379">
                  <c:v>28</c:v>
                </c:pt>
                <c:pt idx="4380">
                  <c:v>46</c:v>
                </c:pt>
                <c:pt idx="4381">
                  <c:v>9</c:v>
                </c:pt>
                <c:pt idx="4382">
                  <c:v>127</c:v>
                </c:pt>
                <c:pt idx="4383">
                  <c:v>114</c:v>
                </c:pt>
                <c:pt idx="4384">
                  <c:v>86</c:v>
                </c:pt>
                <c:pt idx="4385">
                  <c:v>140</c:v>
                </c:pt>
                <c:pt idx="4386">
                  <c:v>30</c:v>
                </c:pt>
                <c:pt idx="4387">
                  <c:v>113</c:v>
                </c:pt>
                <c:pt idx="4388">
                  <c:v>55</c:v>
                </c:pt>
                <c:pt idx="4389">
                  <c:v>125</c:v>
                </c:pt>
                <c:pt idx="4390">
                  <c:v>148</c:v>
                </c:pt>
                <c:pt idx="4391">
                  <c:v>62</c:v>
                </c:pt>
                <c:pt idx="4392">
                  <c:v>93</c:v>
                </c:pt>
                <c:pt idx="4393">
                  <c:v>39</c:v>
                </c:pt>
                <c:pt idx="4394">
                  <c:v>101</c:v>
                </c:pt>
                <c:pt idx="4395">
                  <c:v>47</c:v>
                </c:pt>
                <c:pt idx="4396">
                  <c:v>29</c:v>
                </c:pt>
                <c:pt idx="4397">
                  <c:v>87</c:v>
                </c:pt>
                <c:pt idx="4398">
                  <c:v>45</c:v>
                </c:pt>
                <c:pt idx="4399">
                  <c:v>100</c:v>
                </c:pt>
                <c:pt idx="4400">
                  <c:v>107</c:v>
                </c:pt>
                <c:pt idx="4401">
                  <c:v>27</c:v>
                </c:pt>
                <c:pt idx="4402">
                  <c:v>68</c:v>
                </c:pt>
                <c:pt idx="4403">
                  <c:v>57</c:v>
                </c:pt>
                <c:pt idx="4404">
                  <c:v>102</c:v>
                </c:pt>
                <c:pt idx="4405">
                  <c:v>49</c:v>
                </c:pt>
                <c:pt idx="4406">
                  <c:v>57</c:v>
                </c:pt>
                <c:pt idx="4407">
                  <c:v>30</c:v>
                </c:pt>
                <c:pt idx="4408">
                  <c:v>111</c:v>
                </c:pt>
                <c:pt idx="4409">
                  <c:v>90</c:v>
                </c:pt>
                <c:pt idx="4410">
                  <c:v>53</c:v>
                </c:pt>
                <c:pt idx="4411">
                  <c:v>106</c:v>
                </c:pt>
                <c:pt idx="4412">
                  <c:v>118</c:v>
                </c:pt>
                <c:pt idx="4413">
                  <c:v>46</c:v>
                </c:pt>
                <c:pt idx="4414">
                  <c:v>35</c:v>
                </c:pt>
                <c:pt idx="4415">
                  <c:v>52</c:v>
                </c:pt>
                <c:pt idx="4416">
                  <c:v>42</c:v>
                </c:pt>
                <c:pt idx="4417">
                  <c:v>76</c:v>
                </c:pt>
                <c:pt idx="4418">
                  <c:v>113</c:v>
                </c:pt>
                <c:pt idx="4419">
                  <c:v>103</c:v>
                </c:pt>
                <c:pt idx="4420">
                  <c:v>52</c:v>
                </c:pt>
                <c:pt idx="4421">
                  <c:v>139</c:v>
                </c:pt>
                <c:pt idx="4422">
                  <c:v>67</c:v>
                </c:pt>
                <c:pt idx="4423">
                  <c:v>87</c:v>
                </c:pt>
                <c:pt idx="4424">
                  <c:v>102</c:v>
                </c:pt>
                <c:pt idx="4425">
                  <c:v>85</c:v>
                </c:pt>
                <c:pt idx="4426">
                  <c:v>102</c:v>
                </c:pt>
                <c:pt idx="4427">
                  <c:v>138</c:v>
                </c:pt>
                <c:pt idx="4428">
                  <c:v>51</c:v>
                </c:pt>
                <c:pt idx="4429">
                  <c:v>110</c:v>
                </c:pt>
                <c:pt idx="4430">
                  <c:v>51</c:v>
                </c:pt>
                <c:pt idx="4431">
                  <c:v>99</c:v>
                </c:pt>
                <c:pt idx="4432">
                  <c:v>98</c:v>
                </c:pt>
                <c:pt idx="4433">
                  <c:v>41</c:v>
                </c:pt>
                <c:pt idx="4434">
                  <c:v>53</c:v>
                </c:pt>
                <c:pt idx="4435">
                  <c:v>99</c:v>
                </c:pt>
                <c:pt idx="4436">
                  <c:v>50</c:v>
                </c:pt>
                <c:pt idx="4437">
                  <c:v>88</c:v>
                </c:pt>
                <c:pt idx="4438">
                  <c:v>62</c:v>
                </c:pt>
                <c:pt idx="4439">
                  <c:v>125</c:v>
                </c:pt>
                <c:pt idx="4440">
                  <c:v>118</c:v>
                </c:pt>
                <c:pt idx="4441">
                  <c:v>27</c:v>
                </c:pt>
                <c:pt idx="4442">
                  <c:v>112</c:v>
                </c:pt>
                <c:pt idx="4443">
                  <c:v>41</c:v>
                </c:pt>
                <c:pt idx="4444">
                  <c:v>58</c:v>
                </c:pt>
                <c:pt idx="4445">
                  <c:v>26</c:v>
                </c:pt>
                <c:pt idx="4446">
                  <c:v>112</c:v>
                </c:pt>
                <c:pt idx="4447">
                  <c:v>131</c:v>
                </c:pt>
                <c:pt idx="4448">
                  <c:v>114</c:v>
                </c:pt>
                <c:pt idx="4449">
                  <c:v>47</c:v>
                </c:pt>
                <c:pt idx="4450">
                  <c:v>31</c:v>
                </c:pt>
                <c:pt idx="4451">
                  <c:v>25</c:v>
                </c:pt>
                <c:pt idx="4452">
                  <c:v>83</c:v>
                </c:pt>
                <c:pt idx="4453">
                  <c:v>110</c:v>
                </c:pt>
                <c:pt idx="4454">
                  <c:v>86</c:v>
                </c:pt>
                <c:pt idx="4455">
                  <c:v>98</c:v>
                </c:pt>
                <c:pt idx="4456">
                  <c:v>81</c:v>
                </c:pt>
                <c:pt idx="4457">
                  <c:v>121</c:v>
                </c:pt>
                <c:pt idx="4458">
                  <c:v>132</c:v>
                </c:pt>
                <c:pt idx="4459">
                  <c:v>102</c:v>
                </c:pt>
                <c:pt idx="4460">
                  <c:v>50</c:v>
                </c:pt>
                <c:pt idx="4461">
                  <c:v>92</c:v>
                </c:pt>
                <c:pt idx="4462">
                  <c:v>91</c:v>
                </c:pt>
                <c:pt idx="4463">
                  <c:v>88</c:v>
                </c:pt>
                <c:pt idx="4464">
                  <c:v>44</c:v>
                </c:pt>
                <c:pt idx="4465">
                  <c:v>20</c:v>
                </c:pt>
                <c:pt idx="4466">
                  <c:v>162</c:v>
                </c:pt>
                <c:pt idx="4467">
                  <c:v>92</c:v>
                </c:pt>
                <c:pt idx="4468">
                  <c:v>45</c:v>
                </c:pt>
                <c:pt idx="4469">
                  <c:v>95</c:v>
                </c:pt>
                <c:pt idx="4470">
                  <c:v>95</c:v>
                </c:pt>
                <c:pt idx="4471">
                  <c:v>103</c:v>
                </c:pt>
                <c:pt idx="4472">
                  <c:v>30</c:v>
                </c:pt>
                <c:pt idx="4473">
                  <c:v>107</c:v>
                </c:pt>
                <c:pt idx="4474">
                  <c:v>94</c:v>
                </c:pt>
                <c:pt idx="4475">
                  <c:v>25</c:v>
                </c:pt>
                <c:pt idx="4476">
                  <c:v>29</c:v>
                </c:pt>
                <c:pt idx="4477">
                  <c:v>116</c:v>
                </c:pt>
                <c:pt idx="4478">
                  <c:v>55</c:v>
                </c:pt>
                <c:pt idx="4479">
                  <c:v>90</c:v>
                </c:pt>
                <c:pt idx="4480">
                  <c:v>30</c:v>
                </c:pt>
                <c:pt idx="4481">
                  <c:v>43</c:v>
                </c:pt>
                <c:pt idx="4482">
                  <c:v>107</c:v>
                </c:pt>
                <c:pt idx="4483">
                  <c:v>107</c:v>
                </c:pt>
                <c:pt idx="4484">
                  <c:v>88</c:v>
                </c:pt>
                <c:pt idx="4485">
                  <c:v>40</c:v>
                </c:pt>
                <c:pt idx="4486">
                  <c:v>104</c:v>
                </c:pt>
                <c:pt idx="4487">
                  <c:v>45</c:v>
                </c:pt>
                <c:pt idx="4488">
                  <c:v>78</c:v>
                </c:pt>
                <c:pt idx="4489">
                  <c:v>117</c:v>
                </c:pt>
                <c:pt idx="4490">
                  <c:v>121</c:v>
                </c:pt>
                <c:pt idx="4491">
                  <c:v>94</c:v>
                </c:pt>
                <c:pt idx="4492">
                  <c:v>118</c:v>
                </c:pt>
                <c:pt idx="4493">
                  <c:v>69</c:v>
                </c:pt>
                <c:pt idx="4494">
                  <c:v>129</c:v>
                </c:pt>
                <c:pt idx="4495">
                  <c:v>136</c:v>
                </c:pt>
                <c:pt idx="4496">
                  <c:v>110</c:v>
                </c:pt>
                <c:pt idx="4497">
                  <c:v>126</c:v>
                </c:pt>
                <c:pt idx="4498">
                  <c:v>72</c:v>
                </c:pt>
                <c:pt idx="4499">
                  <c:v>34</c:v>
                </c:pt>
                <c:pt idx="4500">
                  <c:v>55</c:v>
                </c:pt>
                <c:pt idx="4501">
                  <c:v>86</c:v>
                </c:pt>
                <c:pt idx="4502">
                  <c:v>46</c:v>
                </c:pt>
                <c:pt idx="4503">
                  <c:v>44</c:v>
                </c:pt>
                <c:pt idx="4504">
                  <c:v>50</c:v>
                </c:pt>
                <c:pt idx="4505">
                  <c:v>44</c:v>
                </c:pt>
                <c:pt idx="4506">
                  <c:v>53</c:v>
                </c:pt>
                <c:pt idx="4507">
                  <c:v>92</c:v>
                </c:pt>
                <c:pt idx="4508">
                  <c:v>91</c:v>
                </c:pt>
                <c:pt idx="4509">
                  <c:v>109</c:v>
                </c:pt>
                <c:pt idx="4510">
                  <c:v>87</c:v>
                </c:pt>
                <c:pt idx="4511">
                  <c:v>94</c:v>
                </c:pt>
                <c:pt idx="4512">
                  <c:v>21</c:v>
                </c:pt>
                <c:pt idx="4513">
                  <c:v>29</c:v>
                </c:pt>
                <c:pt idx="4514">
                  <c:v>69</c:v>
                </c:pt>
                <c:pt idx="4515">
                  <c:v>96</c:v>
                </c:pt>
                <c:pt idx="4516">
                  <c:v>98</c:v>
                </c:pt>
                <c:pt idx="4517">
                  <c:v>106</c:v>
                </c:pt>
                <c:pt idx="4518">
                  <c:v>125</c:v>
                </c:pt>
                <c:pt idx="4519">
                  <c:v>80</c:v>
                </c:pt>
                <c:pt idx="4520">
                  <c:v>26</c:v>
                </c:pt>
                <c:pt idx="4521">
                  <c:v>109</c:v>
                </c:pt>
                <c:pt idx="4522">
                  <c:v>26</c:v>
                </c:pt>
                <c:pt idx="4523">
                  <c:v>111</c:v>
                </c:pt>
                <c:pt idx="4524">
                  <c:v>138</c:v>
                </c:pt>
                <c:pt idx="4525">
                  <c:v>93</c:v>
                </c:pt>
                <c:pt idx="4526">
                  <c:v>59</c:v>
                </c:pt>
                <c:pt idx="4527">
                  <c:v>32</c:v>
                </c:pt>
                <c:pt idx="4528">
                  <c:v>60</c:v>
                </c:pt>
                <c:pt idx="4529">
                  <c:v>95</c:v>
                </c:pt>
                <c:pt idx="4530">
                  <c:v>49</c:v>
                </c:pt>
                <c:pt idx="4531">
                  <c:v>147</c:v>
                </c:pt>
                <c:pt idx="4532">
                  <c:v>105</c:v>
                </c:pt>
                <c:pt idx="4533">
                  <c:v>49</c:v>
                </c:pt>
                <c:pt idx="4534">
                  <c:v>25</c:v>
                </c:pt>
                <c:pt idx="4535">
                  <c:v>60</c:v>
                </c:pt>
                <c:pt idx="4536">
                  <c:v>24</c:v>
                </c:pt>
                <c:pt idx="4537">
                  <c:v>137</c:v>
                </c:pt>
                <c:pt idx="4538">
                  <c:v>118</c:v>
                </c:pt>
                <c:pt idx="4539">
                  <c:v>109</c:v>
                </c:pt>
                <c:pt idx="4540">
                  <c:v>93</c:v>
                </c:pt>
                <c:pt idx="4541">
                  <c:v>23</c:v>
                </c:pt>
                <c:pt idx="4542">
                  <c:v>163</c:v>
                </c:pt>
                <c:pt idx="4543">
                  <c:v>17</c:v>
                </c:pt>
                <c:pt idx="4544">
                  <c:v>50</c:v>
                </c:pt>
                <c:pt idx="4545">
                  <c:v>23</c:v>
                </c:pt>
                <c:pt idx="4546">
                  <c:v>124</c:v>
                </c:pt>
                <c:pt idx="4547">
                  <c:v>43</c:v>
                </c:pt>
                <c:pt idx="4548">
                  <c:v>125</c:v>
                </c:pt>
                <c:pt idx="4549">
                  <c:v>29</c:v>
                </c:pt>
                <c:pt idx="4550">
                  <c:v>23</c:v>
                </c:pt>
                <c:pt idx="4551">
                  <c:v>108</c:v>
                </c:pt>
                <c:pt idx="4552">
                  <c:v>93</c:v>
                </c:pt>
                <c:pt idx="4553">
                  <c:v>98</c:v>
                </c:pt>
                <c:pt idx="4554">
                  <c:v>39</c:v>
                </c:pt>
                <c:pt idx="4555">
                  <c:v>118</c:v>
                </c:pt>
                <c:pt idx="4556">
                  <c:v>103</c:v>
                </c:pt>
                <c:pt idx="4557">
                  <c:v>45</c:v>
                </c:pt>
                <c:pt idx="4558">
                  <c:v>54</c:v>
                </c:pt>
                <c:pt idx="4559">
                  <c:v>73</c:v>
                </c:pt>
                <c:pt idx="4560">
                  <c:v>103</c:v>
                </c:pt>
                <c:pt idx="4561">
                  <c:v>7</c:v>
                </c:pt>
                <c:pt idx="4562">
                  <c:v>71</c:v>
                </c:pt>
                <c:pt idx="4563">
                  <c:v>24</c:v>
                </c:pt>
                <c:pt idx="4564">
                  <c:v>90</c:v>
                </c:pt>
                <c:pt idx="4565">
                  <c:v>40</c:v>
                </c:pt>
                <c:pt idx="4566">
                  <c:v>32</c:v>
                </c:pt>
                <c:pt idx="4567">
                  <c:v>110</c:v>
                </c:pt>
                <c:pt idx="4568">
                  <c:v>95</c:v>
                </c:pt>
                <c:pt idx="4569">
                  <c:v>138</c:v>
                </c:pt>
                <c:pt idx="4570">
                  <c:v>40</c:v>
                </c:pt>
                <c:pt idx="4571">
                  <c:v>129</c:v>
                </c:pt>
                <c:pt idx="4572">
                  <c:v>24</c:v>
                </c:pt>
                <c:pt idx="4573">
                  <c:v>86</c:v>
                </c:pt>
                <c:pt idx="4574">
                  <c:v>61</c:v>
                </c:pt>
                <c:pt idx="4575">
                  <c:v>19</c:v>
                </c:pt>
                <c:pt idx="4576">
                  <c:v>26</c:v>
                </c:pt>
                <c:pt idx="4577">
                  <c:v>25</c:v>
                </c:pt>
                <c:pt idx="4578">
                  <c:v>48</c:v>
                </c:pt>
                <c:pt idx="4579">
                  <c:v>38</c:v>
                </c:pt>
                <c:pt idx="4580">
                  <c:v>96</c:v>
                </c:pt>
                <c:pt idx="4581">
                  <c:v>112</c:v>
                </c:pt>
                <c:pt idx="4582">
                  <c:v>99</c:v>
                </c:pt>
                <c:pt idx="4583">
                  <c:v>44</c:v>
                </c:pt>
                <c:pt idx="4584">
                  <c:v>131</c:v>
                </c:pt>
                <c:pt idx="4585">
                  <c:v>95</c:v>
                </c:pt>
                <c:pt idx="4586">
                  <c:v>24</c:v>
                </c:pt>
                <c:pt idx="4587">
                  <c:v>43</c:v>
                </c:pt>
                <c:pt idx="4588">
                  <c:v>59</c:v>
                </c:pt>
                <c:pt idx="4589">
                  <c:v>51</c:v>
                </c:pt>
                <c:pt idx="4590">
                  <c:v>92</c:v>
                </c:pt>
                <c:pt idx="4591">
                  <c:v>96</c:v>
                </c:pt>
                <c:pt idx="4592">
                  <c:v>97</c:v>
                </c:pt>
                <c:pt idx="4593">
                  <c:v>81</c:v>
                </c:pt>
                <c:pt idx="4594">
                  <c:v>30</c:v>
                </c:pt>
                <c:pt idx="4595">
                  <c:v>85</c:v>
                </c:pt>
                <c:pt idx="4596">
                  <c:v>29</c:v>
                </c:pt>
                <c:pt idx="4597">
                  <c:v>69</c:v>
                </c:pt>
                <c:pt idx="4598">
                  <c:v>100</c:v>
                </c:pt>
                <c:pt idx="4599">
                  <c:v>114</c:v>
                </c:pt>
                <c:pt idx="4600">
                  <c:v>55</c:v>
                </c:pt>
                <c:pt idx="4601">
                  <c:v>69</c:v>
                </c:pt>
                <c:pt idx="4602">
                  <c:v>99</c:v>
                </c:pt>
                <c:pt idx="4603">
                  <c:v>60</c:v>
                </c:pt>
                <c:pt idx="4604">
                  <c:v>25</c:v>
                </c:pt>
                <c:pt idx="4605">
                  <c:v>158</c:v>
                </c:pt>
                <c:pt idx="4606">
                  <c:v>47</c:v>
                </c:pt>
                <c:pt idx="4607">
                  <c:v>123</c:v>
                </c:pt>
                <c:pt idx="4608">
                  <c:v>23</c:v>
                </c:pt>
                <c:pt idx="4609">
                  <c:v>115</c:v>
                </c:pt>
                <c:pt idx="4610">
                  <c:v>43</c:v>
                </c:pt>
                <c:pt idx="4611">
                  <c:v>91</c:v>
                </c:pt>
                <c:pt idx="4612">
                  <c:v>39</c:v>
                </c:pt>
                <c:pt idx="4613">
                  <c:v>90</c:v>
                </c:pt>
                <c:pt idx="4614">
                  <c:v>54</c:v>
                </c:pt>
                <c:pt idx="4615">
                  <c:v>89</c:v>
                </c:pt>
                <c:pt idx="4616">
                  <c:v>59</c:v>
                </c:pt>
                <c:pt idx="4617">
                  <c:v>51</c:v>
                </c:pt>
                <c:pt idx="4618">
                  <c:v>94</c:v>
                </c:pt>
                <c:pt idx="4619">
                  <c:v>69</c:v>
                </c:pt>
                <c:pt idx="4620">
                  <c:v>49</c:v>
                </c:pt>
                <c:pt idx="4621">
                  <c:v>60</c:v>
                </c:pt>
                <c:pt idx="4622">
                  <c:v>66</c:v>
                </c:pt>
                <c:pt idx="4623">
                  <c:v>84</c:v>
                </c:pt>
                <c:pt idx="4624">
                  <c:v>81</c:v>
                </c:pt>
                <c:pt idx="4625">
                  <c:v>107</c:v>
                </c:pt>
                <c:pt idx="4626">
                  <c:v>112</c:v>
                </c:pt>
                <c:pt idx="4627">
                  <c:v>85</c:v>
                </c:pt>
                <c:pt idx="4628">
                  <c:v>87</c:v>
                </c:pt>
                <c:pt idx="4629">
                  <c:v>29</c:v>
                </c:pt>
                <c:pt idx="4630">
                  <c:v>96</c:v>
                </c:pt>
                <c:pt idx="4631">
                  <c:v>45</c:v>
                </c:pt>
                <c:pt idx="4632">
                  <c:v>130</c:v>
                </c:pt>
                <c:pt idx="4633">
                  <c:v>47</c:v>
                </c:pt>
                <c:pt idx="4634">
                  <c:v>42</c:v>
                </c:pt>
                <c:pt idx="4635">
                  <c:v>19</c:v>
                </c:pt>
                <c:pt idx="4636">
                  <c:v>101</c:v>
                </c:pt>
                <c:pt idx="4637">
                  <c:v>42</c:v>
                </c:pt>
                <c:pt idx="4638">
                  <c:v>85</c:v>
                </c:pt>
                <c:pt idx="4639">
                  <c:v>107</c:v>
                </c:pt>
                <c:pt idx="4640">
                  <c:v>25</c:v>
                </c:pt>
                <c:pt idx="4641">
                  <c:v>40</c:v>
                </c:pt>
                <c:pt idx="4642">
                  <c:v>29</c:v>
                </c:pt>
                <c:pt idx="4643">
                  <c:v>46</c:v>
                </c:pt>
                <c:pt idx="4644">
                  <c:v>106</c:v>
                </c:pt>
                <c:pt idx="4645">
                  <c:v>97</c:v>
                </c:pt>
                <c:pt idx="4646">
                  <c:v>109</c:v>
                </c:pt>
                <c:pt idx="4647">
                  <c:v>45</c:v>
                </c:pt>
                <c:pt idx="4648">
                  <c:v>47</c:v>
                </c:pt>
                <c:pt idx="4649">
                  <c:v>34</c:v>
                </c:pt>
                <c:pt idx="4650">
                  <c:v>35</c:v>
                </c:pt>
                <c:pt idx="4651">
                  <c:v>12</c:v>
                </c:pt>
                <c:pt idx="4652">
                  <c:v>12</c:v>
                </c:pt>
                <c:pt idx="4653">
                  <c:v>87</c:v>
                </c:pt>
                <c:pt idx="4654">
                  <c:v>43</c:v>
                </c:pt>
                <c:pt idx="4655">
                  <c:v>107</c:v>
                </c:pt>
                <c:pt idx="4656">
                  <c:v>112</c:v>
                </c:pt>
                <c:pt idx="4657">
                  <c:v>26</c:v>
                </c:pt>
                <c:pt idx="4658">
                  <c:v>32</c:v>
                </c:pt>
                <c:pt idx="4659">
                  <c:v>52</c:v>
                </c:pt>
                <c:pt idx="4660">
                  <c:v>23</c:v>
                </c:pt>
                <c:pt idx="4661">
                  <c:v>42</c:v>
                </c:pt>
                <c:pt idx="4662">
                  <c:v>64</c:v>
                </c:pt>
                <c:pt idx="4663">
                  <c:v>98</c:v>
                </c:pt>
                <c:pt idx="4664">
                  <c:v>116</c:v>
                </c:pt>
                <c:pt idx="4665">
                  <c:v>83</c:v>
                </c:pt>
                <c:pt idx="4666">
                  <c:v>69</c:v>
                </c:pt>
                <c:pt idx="4667">
                  <c:v>60</c:v>
                </c:pt>
                <c:pt idx="4668">
                  <c:v>30</c:v>
                </c:pt>
                <c:pt idx="4669">
                  <c:v>71</c:v>
                </c:pt>
                <c:pt idx="4670">
                  <c:v>57</c:v>
                </c:pt>
                <c:pt idx="4671">
                  <c:v>39</c:v>
                </c:pt>
                <c:pt idx="4672">
                  <c:v>109</c:v>
                </c:pt>
                <c:pt idx="4673">
                  <c:v>32</c:v>
                </c:pt>
                <c:pt idx="4674">
                  <c:v>24</c:v>
                </c:pt>
                <c:pt idx="4675">
                  <c:v>40</c:v>
                </c:pt>
                <c:pt idx="4676">
                  <c:v>30</c:v>
                </c:pt>
                <c:pt idx="4677">
                  <c:v>41</c:v>
                </c:pt>
                <c:pt idx="4678">
                  <c:v>46</c:v>
                </c:pt>
                <c:pt idx="4679">
                  <c:v>30</c:v>
                </c:pt>
                <c:pt idx="4680">
                  <c:v>104</c:v>
                </c:pt>
                <c:pt idx="4681">
                  <c:v>11</c:v>
                </c:pt>
                <c:pt idx="4682">
                  <c:v>112</c:v>
                </c:pt>
                <c:pt idx="4683">
                  <c:v>104</c:v>
                </c:pt>
                <c:pt idx="4684">
                  <c:v>104</c:v>
                </c:pt>
                <c:pt idx="4685">
                  <c:v>30</c:v>
                </c:pt>
                <c:pt idx="4686">
                  <c:v>22</c:v>
                </c:pt>
                <c:pt idx="4687">
                  <c:v>30</c:v>
                </c:pt>
                <c:pt idx="4688">
                  <c:v>125</c:v>
                </c:pt>
                <c:pt idx="4689">
                  <c:v>112</c:v>
                </c:pt>
                <c:pt idx="4690">
                  <c:v>107</c:v>
                </c:pt>
                <c:pt idx="4691">
                  <c:v>54</c:v>
                </c:pt>
                <c:pt idx="4692">
                  <c:v>112</c:v>
                </c:pt>
                <c:pt idx="4693">
                  <c:v>30</c:v>
                </c:pt>
                <c:pt idx="4694">
                  <c:v>44</c:v>
                </c:pt>
                <c:pt idx="4695">
                  <c:v>44</c:v>
                </c:pt>
                <c:pt idx="4696">
                  <c:v>108</c:v>
                </c:pt>
                <c:pt idx="4697">
                  <c:v>151</c:v>
                </c:pt>
                <c:pt idx="4698">
                  <c:v>84</c:v>
                </c:pt>
                <c:pt idx="4699">
                  <c:v>90</c:v>
                </c:pt>
                <c:pt idx="4700">
                  <c:v>13</c:v>
                </c:pt>
                <c:pt idx="4701">
                  <c:v>97</c:v>
                </c:pt>
                <c:pt idx="4702">
                  <c:v>50</c:v>
                </c:pt>
                <c:pt idx="4703">
                  <c:v>22</c:v>
                </c:pt>
                <c:pt idx="4704">
                  <c:v>66</c:v>
                </c:pt>
                <c:pt idx="4705">
                  <c:v>58</c:v>
                </c:pt>
                <c:pt idx="4706">
                  <c:v>142</c:v>
                </c:pt>
                <c:pt idx="4707">
                  <c:v>59</c:v>
                </c:pt>
                <c:pt idx="4708">
                  <c:v>24</c:v>
                </c:pt>
                <c:pt idx="4709">
                  <c:v>96</c:v>
                </c:pt>
                <c:pt idx="4710">
                  <c:v>100</c:v>
                </c:pt>
                <c:pt idx="4711">
                  <c:v>104</c:v>
                </c:pt>
                <c:pt idx="4712">
                  <c:v>40</c:v>
                </c:pt>
                <c:pt idx="4713">
                  <c:v>125</c:v>
                </c:pt>
                <c:pt idx="4714">
                  <c:v>24</c:v>
                </c:pt>
                <c:pt idx="4715">
                  <c:v>94</c:v>
                </c:pt>
                <c:pt idx="4716">
                  <c:v>102</c:v>
                </c:pt>
                <c:pt idx="4717">
                  <c:v>106</c:v>
                </c:pt>
                <c:pt idx="4718">
                  <c:v>57</c:v>
                </c:pt>
                <c:pt idx="4719">
                  <c:v>52</c:v>
                </c:pt>
                <c:pt idx="4720">
                  <c:v>28</c:v>
                </c:pt>
                <c:pt idx="4721">
                  <c:v>2</c:v>
                </c:pt>
                <c:pt idx="4722">
                  <c:v>30</c:v>
                </c:pt>
                <c:pt idx="4723">
                  <c:v>106</c:v>
                </c:pt>
                <c:pt idx="4724">
                  <c:v>12</c:v>
                </c:pt>
                <c:pt idx="4725">
                  <c:v>95</c:v>
                </c:pt>
                <c:pt idx="4726">
                  <c:v>45</c:v>
                </c:pt>
                <c:pt idx="4727">
                  <c:v>12</c:v>
                </c:pt>
                <c:pt idx="4728">
                  <c:v>43</c:v>
                </c:pt>
                <c:pt idx="4729">
                  <c:v>115</c:v>
                </c:pt>
                <c:pt idx="4730">
                  <c:v>107</c:v>
                </c:pt>
                <c:pt idx="4731">
                  <c:v>95</c:v>
                </c:pt>
                <c:pt idx="4732">
                  <c:v>14</c:v>
                </c:pt>
                <c:pt idx="4733">
                  <c:v>80</c:v>
                </c:pt>
                <c:pt idx="4734">
                  <c:v>23</c:v>
                </c:pt>
                <c:pt idx="4735">
                  <c:v>31</c:v>
                </c:pt>
                <c:pt idx="4736">
                  <c:v>48</c:v>
                </c:pt>
                <c:pt idx="4737">
                  <c:v>60</c:v>
                </c:pt>
                <c:pt idx="4738">
                  <c:v>41</c:v>
                </c:pt>
                <c:pt idx="4739">
                  <c:v>101</c:v>
                </c:pt>
                <c:pt idx="4740">
                  <c:v>49</c:v>
                </c:pt>
                <c:pt idx="4741">
                  <c:v>38</c:v>
                </c:pt>
                <c:pt idx="4742">
                  <c:v>36</c:v>
                </c:pt>
                <c:pt idx="4743">
                  <c:v>101</c:v>
                </c:pt>
                <c:pt idx="4744">
                  <c:v>41</c:v>
                </c:pt>
                <c:pt idx="4745">
                  <c:v>110</c:v>
                </c:pt>
                <c:pt idx="4746">
                  <c:v>89</c:v>
                </c:pt>
                <c:pt idx="4747">
                  <c:v>14</c:v>
                </c:pt>
                <c:pt idx="4748">
                  <c:v>113</c:v>
                </c:pt>
                <c:pt idx="4749">
                  <c:v>43</c:v>
                </c:pt>
                <c:pt idx="4750">
                  <c:v>126</c:v>
                </c:pt>
                <c:pt idx="4751">
                  <c:v>27</c:v>
                </c:pt>
                <c:pt idx="4752">
                  <c:v>35</c:v>
                </c:pt>
                <c:pt idx="4753">
                  <c:v>78</c:v>
                </c:pt>
                <c:pt idx="4754">
                  <c:v>110</c:v>
                </c:pt>
                <c:pt idx="4755">
                  <c:v>69</c:v>
                </c:pt>
                <c:pt idx="4756">
                  <c:v>73</c:v>
                </c:pt>
                <c:pt idx="4757">
                  <c:v>84</c:v>
                </c:pt>
                <c:pt idx="4758">
                  <c:v>131</c:v>
                </c:pt>
                <c:pt idx="4759">
                  <c:v>83</c:v>
                </c:pt>
                <c:pt idx="4760">
                  <c:v>63</c:v>
                </c:pt>
                <c:pt idx="4761">
                  <c:v>23</c:v>
                </c:pt>
                <c:pt idx="4762">
                  <c:v>53</c:v>
                </c:pt>
                <c:pt idx="4763">
                  <c:v>50</c:v>
                </c:pt>
                <c:pt idx="4764">
                  <c:v>102</c:v>
                </c:pt>
                <c:pt idx="4765">
                  <c:v>50</c:v>
                </c:pt>
                <c:pt idx="4766">
                  <c:v>94</c:v>
                </c:pt>
                <c:pt idx="4767">
                  <c:v>145</c:v>
                </c:pt>
                <c:pt idx="4768">
                  <c:v>37</c:v>
                </c:pt>
                <c:pt idx="4769">
                  <c:v>44</c:v>
                </c:pt>
                <c:pt idx="4770">
                  <c:v>30</c:v>
                </c:pt>
                <c:pt idx="4771">
                  <c:v>54</c:v>
                </c:pt>
                <c:pt idx="4772">
                  <c:v>102</c:v>
                </c:pt>
                <c:pt idx="4773">
                  <c:v>8</c:v>
                </c:pt>
                <c:pt idx="4774">
                  <c:v>129</c:v>
                </c:pt>
                <c:pt idx="4775">
                  <c:v>74</c:v>
                </c:pt>
                <c:pt idx="4776">
                  <c:v>36</c:v>
                </c:pt>
                <c:pt idx="4777">
                  <c:v>13</c:v>
                </c:pt>
                <c:pt idx="4778">
                  <c:v>31</c:v>
                </c:pt>
                <c:pt idx="4779">
                  <c:v>95</c:v>
                </c:pt>
                <c:pt idx="4780">
                  <c:v>101</c:v>
                </c:pt>
                <c:pt idx="4781">
                  <c:v>89</c:v>
                </c:pt>
                <c:pt idx="4782">
                  <c:v>110</c:v>
                </c:pt>
                <c:pt idx="4783">
                  <c:v>128</c:v>
                </c:pt>
                <c:pt idx="4784">
                  <c:v>56</c:v>
                </c:pt>
                <c:pt idx="4785">
                  <c:v>23</c:v>
                </c:pt>
                <c:pt idx="4786">
                  <c:v>179</c:v>
                </c:pt>
                <c:pt idx="4787">
                  <c:v>30</c:v>
                </c:pt>
                <c:pt idx="4788">
                  <c:v>101</c:v>
                </c:pt>
                <c:pt idx="4789">
                  <c:v>136</c:v>
                </c:pt>
                <c:pt idx="4790">
                  <c:v>30</c:v>
                </c:pt>
                <c:pt idx="4791">
                  <c:v>51</c:v>
                </c:pt>
                <c:pt idx="4792">
                  <c:v>32</c:v>
                </c:pt>
                <c:pt idx="4793">
                  <c:v>104</c:v>
                </c:pt>
                <c:pt idx="4794">
                  <c:v>43</c:v>
                </c:pt>
                <c:pt idx="4795">
                  <c:v>48</c:v>
                </c:pt>
                <c:pt idx="4796">
                  <c:v>53</c:v>
                </c:pt>
                <c:pt idx="4797">
                  <c:v>24</c:v>
                </c:pt>
                <c:pt idx="4798">
                  <c:v>23</c:v>
                </c:pt>
                <c:pt idx="4799">
                  <c:v>27</c:v>
                </c:pt>
                <c:pt idx="4800">
                  <c:v>63</c:v>
                </c:pt>
                <c:pt idx="4801">
                  <c:v>150</c:v>
                </c:pt>
                <c:pt idx="4802">
                  <c:v>101</c:v>
                </c:pt>
                <c:pt idx="4803">
                  <c:v>38</c:v>
                </c:pt>
                <c:pt idx="4804">
                  <c:v>117</c:v>
                </c:pt>
                <c:pt idx="4805">
                  <c:v>50</c:v>
                </c:pt>
                <c:pt idx="4806">
                  <c:v>149</c:v>
                </c:pt>
                <c:pt idx="4807">
                  <c:v>48</c:v>
                </c:pt>
                <c:pt idx="4808">
                  <c:v>106</c:v>
                </c:pt>
                <c:pt idx="4809">
                  <c:v>98</c:v>
                </c:pt>
                <c:pt idx="4810">
                  <c:v>36</c:v>
                </c:pt>
                <c:pt idx="4811">
                  <c:v>13</c:v>
                </c:pt>
                <c:pt idx="4812">
                  <c:v>88</c:v>
                </c:pt>
                <c:pt idx="4813">
                  <c:v>38</c:v>
                </c:pt>
                <c:pt idx="4814">
                  <c:v>37</c:v>
                </c:pt>
                <c:pt idx="4815">
                  <c:v>25</c:v>
                </c:pt>
                <c:pt idx="4816">
                  <c:v>69</c:v>
                </c:pt>
                <c:pt idx="4817">
                  <c:v>35</c:v>
                </c:pt>
                <c:pt idx="4818">
                  <c:v>85</c:v>
                </c:pt>
                <c:pt idx="4819">
                  <c:v>32</c:v>
                </c:pt>
                <c:pt idx="4820">
                  <c:v>60</c:v>
                </c:pt>
                <c:pt idx="4821">
                  <c:v>80</c:v>
                </c:pt>
                <c:pt idx="4822">
                  <c:v>56</c:v>
                </c:pt>
                <c:pt idx="4823">
                  <c:v>119</c:v>
                </c:pt>
                <c:pt idx="4824">
                  <c:v>30</c:v>
                </c:pt>
                <c:pt idx="4825">
                  <c:v>38</c:v>
                </c:pt>
                <c:pt idx="4826">
                  <c:v>24</c:v>
                </c:pt>
                <c:pt idx="4827">
                  <c:v>30</c:v>
                </c:pt>
                <c:pt idx="4828">
                  <c:v>32</c:v>
                </c:pt>
                <c:pt idx="4829">
                  <c:v>19</c:v>
                </c:pt>
                <c:pt idx="4830">
                  <c:v>109</c:v>
                </c:pt>
                <c:pt idx="4831">
                  <c:v>93</c:v>
                </c:pt>
                <c:pt idx="4832">
                  <c:v>79</c:v>
                </c:pt>
                <c:pt idx="4833">
                  <c:v>105</c:v>
                </c:pt>
                <c:pt idx="4834">
                  <c:v>25</c:v>
                </c:pt>
                <c:pt idx="4835">
                  <c:v>104</c:v>
                </c:pt>
                <c:pt idx="4836">
                  <c:v>105</c:v>
                </c:pt>
                <c:pt idx="4837">
                  <c:v>19</c:v>
                </c:pt>
                <c:pt idx="4838">
                  <c:v>32</c:v>
                </c:pt>
                <c:pt idx="4839">
                  <c:v>95</c:v>
                </c:pt>
                <c:pt idx="4840">
                  <c:v>128</c:v>
                </c:pt>
                <c:pt idx="4841">
                  <c:v>31</c:v>
                </c:pt>
                <c:pt idx="4842">
                  <c:v>59</c:v>
                </c:pt>
                <c:pt idx="4843">
                  <c:v>157</c:v>
                </c:pt>
                <c:pt idx="4844">
                  <c:v>63</c:v>
                </c:pt>
                <c:pt idx="4845">
                  <c:v>81</c:v>
                </c:pt>
                <c:pt idx="4846">
                  <c:v>96</c:v>
                </c:pt>
                <c:pt idx="4847">
                  <c:v>88</c:v>
                </c:pt>
                <c:pt idx="4848">
                  <c:v>61</c:v>
                </c:pt>
                <c:pt idx="4849">
                  <c:v>126</c:v>
                </c:pt>
                <c:pt idx="4850">
                  <c:v>37</c:v>
                </c:pt>
                <c:pt idx="4851">
                  <c:v>112</c:v>
                </c:pt>
                <c:pt idx="4852">
                  <c:v>100</c:v>
                </c:pt>
                <c:pt idx="4853">
                  <c:v>64</c:v>
                </c:pt>
                <c:pt idx="4854">
                  <c:v>45</c:v>
                </c:pt>
                <c:pt idx="4855">
                  <c:v>30</c:v>
                </c:pt>
                <c:pt idx="4856">
                  <c:v>105</c:v>
                </c:pt>
                <c:pt idx="4857">
                  <c:v>32</c:v>
                </c:pt>
                <c:pt idx="4858">
                  <c:v>101</c:v>
                </c:pt>
                <c:pt idx="4859">
                  <c:v>61</c:v>
                </c:pt>
                <c:pt idx="4860">
                  <c:v>136</c:v>
                </c:pt>
                <c:pt idx="4861">
                  <c:v>68</c:v>
                </c:pt>
                <c:pt idx="4862">
                  <c:v>86</c:v>
                </c:pt>
                <c:pt idx="4863">
                  <c:v>124</c:v>
                </c:pt>
                <c:pt idx="4864">
                  <c:v>95</c:v>
                </c:pt>
                <c:pt idx="4865">
                  <c:v>89</c:v>
                </c:pt>
                <c:pt idx="4866">
                  <c:v>91</c:v>
                </c:pt>
                <c:pt idx="4867">
                  <c:v>28</c:v>
                </c:pt>
                <c:pt idx="4868">
                  <c:v>44</c:v>
                </c:pt>
                <c:pt idx="4869">
                  <c:v>117</c:v>
                </c:pt>
                <c:pt idx="4870">
                  <c:v>99</c:v>
                </c:pt>
                <c:pt idx="4871">
                  <c:v>23</c:v>
                </c:pt>
                <c:pt idx="4872">
                  <c:v>98</c:v>
                </c:pt>
                <c:pt idx="4873">
                  <c:v>22</c:v>
                </c:pt>
                <c:pt idx="4874">
                  <c:v>116</c:v>
                </c:pt>
                <c:pt idx="4875">
                  <c:v>52</c:v>
                </c:pt>
                <c:pt idx="4876">
                  <c:v>22</c:v>
                </c:pt>
                <c:pt idx="4877">
                  <c:v>60</c:v>
                </c:pt>
                <c:pt idx="4878">
                  <c:v>91</c:v>
                </c:pt>
                <c:pt idx="4879">
                  <c:v>62</c:v>
                </c:pt>
                <c:pt idx="4880">
                  <c:v>28</c:v>
                </c:pt>
                <c:pt idx="4881">
                  <c:v>104</c:v>
                </c:pt>
                <c:pt idx="4882">
                  <c:v>52</c:v>
                </c:pt>
                <c:pt idx="4883">
                  <c:v>35</c:v>
                </c:pt>
                <c:pt idx="4884">
                  <c:v>63</c:v>
                </c:pt>
                <c:pt idx="4885">
                  <c:v>90</c:v>
                </c:pt>
                <c:pt idx="4886">
                  <c:v>47</c:v>
                </c:pt>
                <c:pt idx="4887">
                  <c:v>106</c:v>
                </c:pt>
                <c:pt idx="4888">
                  <c:v>102</c:v>
                </c:pt>
                <c:pt idx="4889">
                  <c:v>70</c:v>
                </c:pt>
                <c:pt idx="4890">
                  <c:v>97</c:v>
                </c:pt>
                <c:pt idx="4891">
                  <c:v>34</c:v>
                </c:pt>
                <c:pt idx="4892">
                  <c:v>30</c:v>
                </c:pt>
                <c:pt idx="4893">
                  <c:v>129</c:v>
                </c:pt>
                <c:pt idx="4894">
                  <c:v>39</c:v>
                </c:pt>
                <c:pt idx="4895">
                  <c:v>11</c:v>
                </c:pt>
                <c:pt idx="4896">
                  <c:v>84</c:v>
                </c:pt>
                <c:pt idx="4897">
                  <c:v>90</c:v>
                </c:pt>
                <c:pt idx="4898">
                  <c:v>151</c:v>
                </c:pt>
                <c:pt idx="4899">
                  <c:v>64</c:v>
                </c:pt>
                <c:pt idx="4900">
                  <c:v>99</c:v>
                </c:pt>
                <c:pt idx="4901">
                  <c:v>46</c:v>
                </c:pt>
                <c:pt idx="4902">
                  <c:v>92</c:v>
                </c:pt>
                <c:pt idx="4903">
                  <c:v>25</c:v>
                </c:pt>
                <c:pt idx="4904">
                  <c:v>58</c:v>
                </c:pt>
                <c:pt idx="4905">
                  <c:v>99</c:v>
                </c:pt>
                <c:pt idx="4906">
                  <c:v>67</c:v>
                </c:pt>
                <c:pt idx="4907">
                  <c:v>92</c:v>
                </c:pt>
                <c:pt idx="4908">
                  <c:v>96</c:v>
                </c:pt>
                <c:pt idx="4909">
                  <c:v>59</c:v>
                </c:pt>
                <c:pt idx="4910">
                  <c:v>96</c:v>
                </c:pt>
                <c:pt idx="4911">
                  <c:v>135</c:v>
                </c:pt>
                <c:pt idx="4912">
                  <c:v>95</c:v>
                </c:pt>
                <c:pt idx="4913">
                  <c:v>120</c:v>
                </c:pt>
                <c:pt idx="4914">
                  <c:v>105</c:v>
                </c:pt>
                <c:pt idx="4915">
                  <c:v>31</c:v>
                </c:pt>
                <c:pt idx="4916">
                  <c:v>106</c:v>
                </c:pt>
                <c:pt idx="4917">
                  <c:v>101</c:v>
                </c:pt>
                <c:pt idx="4918">
                  <c:v>130</c:v>
                </c:pt>
                <c:pt idx="4919">
                  <c:v>115</c:v>
                </c:pt>
                <c:pt idx="4920">
                  <c:v>26</c:v>
                </c:pt>
                <c:pt idx="4921">
                  <c:v>5</c:v>
                </c:pt>
                <c:pt idx="4922">
                  <c:v>70</c:v>
                </c:pt>
                <c:pt idx="4923">
                  <c:v>32</c:v>
                </c:pt>
                <c:pt idx="4924">
                  <c:v>124</c:v>
                </c:pt>
                <c:pt idx="4925">
                  <c:v>40</c:v>
                </c:pt>
                <c:pt idx="4926">
                  <c:v>54</c:v>
                </c:pt>
                <c:pt idx="4927">
                  <c:v>107</c:v>
                </c:pt>
                <c:pt idx="4928">
                  <c:v>33</c:v>
                </c:pt>
                <c:pt idx="4929">
                  <c:v>102</c:v>
                </c:pt>
                <c:pt idx="4930">
                  <c:v>47</c:v>
                </c:pt>
                <c:pt idx="4931">
                  <c:v>108</c:v>
                </c:pt>
                <c:pt idx="4932">
                  <c:v>72</c:v>
                </c:pt>
                <c:pt idx="4933">
                  <c:v>104</c:v>
                </c:pt>
                <c:pt idx="4934">
                  <c:v>32</c:v>
                </c:pt>
                <c:pt idx="4935">
                  <c:v>33</c:v>
                </c:pt>
                <c:pt idx="4936">
                  <c:v>69</c:v>
                </c:pt>
                <c:pt idx="4937">
                  <c:v>170</c:v>
                </c:pt>
                <c:pt idx="4938">
                  <c:v>105</c:v>
                </c:pt>
                <c:pt idx="4939">
                  <c:v>110</c:v>
                </c:pt>
                <c:pt idx="4940">
                  <c:v>111</c:v>
                </c:pt>
                <c:pt idx="4941">
                  <c:v>27</c:v>
                </c:pt>
                <c:pt idx="4942">
                  <c:v>117</c:v>
                </c:pt>
                <c:pt idx="4943">
                  <c:v>94</c:v>
                </c:pt>
                <c:pt idx="4944">
                  <c:v>23</c:v>
                </c:pt>
                <c:pt idx="4945">
                  <c:v>59</c:v>
                </c:pt>
                <c:pt idx="4946">
                  <c:v>45</c:v>
                </c:pt>
                <c:pt idx="4947">
                  <c:v>99</c:v>
                </c:pt>
                <c:pt idx="4948">
                  <c:v>97</c:v>
                </c:pt>
                <c:pt idx="4949">
                  <c:v>134</c:v>
                </c:pt>
                <c:pt idx="4950">
                  <c:v>85</c:v>
                </c:pt>
                <c:pt idx="4951">
                  <c:v>49</c:v>
                </c:pt>
                <c:pt idx="4952">
                  <c:v>123</c:v>
                </c:pt>
                <c:pt idx="4953">
                  <c:v>86</c:v>
                </c:pt>
                <c:pt idx="4954">
                  <c:v>12</c:v>
                </c:pt>
                <c:pt idx="4955">
                  <c:v>38</c:v>
                </c:pt>
                <c:pt idx="4956">
                  <c:v>61</c:v>
                </c:pt>
                <c:pt idx="4957">
                  <c:v>15</c:v>
                </c:pt>
                <c:pt idx="4958">
                  <c:v>14</c:v>
                </c:pt>
                <c:pt idx="4959">
                  <c:v>72</c:v>
                </c:pt>
                <c:pt idx="4960">
                  <c:v>103</c:v>
                </c:pt>
                <c:pt idx="4961">
                  <c:v>51</c:v>
                </c:pt>
                <c:pt idx="4962">
                  <c:v>90</c:v>
                </c:pt>
                <c:pt idx="4963">
                  <c:v>38</c:v>
                </c:pt>
                <c:pt idx="4964">
                  <c:v>120</c:v>
                </c:pt>
                <c:pt idx="4965">
                  <c:v>101</c:v>
                </c:pt>
                <c:pt idx="4966">
                  <c:v>163</c:v>
                </c:pt>
                <c:pt idx="4967">
                  <c:v>82</c:v>
                </c:pt>
                <c:pt idx="4968">
                  <c:v>115</c:v>
                </c:pt>
                <c:pt idx="4969">
                  <c:v>141</c:v>
                </c:pt>
                <c:pt idx="4970">
                  <c:v>97</c:v>
                </c:pt>
                <c:pt idx="4971">
                  <c:v>142</c:v>
                </c:pt>
                <c:pt idx="4972">
                  <c:v>15</c:v>
                </c:pt>
                <c:pt idx="4973">
                  <c:v>96</c:v>
                </c:pt>
                <c:pt idx="4974">
                  <c:v>35</c:v>
                </c:pt>
                <c:pt idx="4975">
                  <c:v>63</c:v>
                </c:pt>
                <c:pt idx="4976">
                  <c:v>64</c:v>
                </c:pt>
                <c:pt idx="4977">
                  <c:v>47</c:v>
                </c:pt>
                <c:pt idx="4978">
                  <c:v>25</c:v>
                </c:pt>
                <c:pt idx="4979">
                  <c:v>85</c:v>
                </c:pt>
                <c:pt idx="4980">
                  <c:v>15</c:v>
                </c:pt>
                <c:pt idx="4981">
                  <c:v>94</c:v>
                </c:pt>
                <c:pt idx="4982">
                  <c:v>55</c:v>
                </c:pt>
                <c:pt idx="4983">
                  <c:v>68</c:v>
                </c:pt>
                <c:pt idx="4984">
                  <c:v>111</c:v>
                </c:pt>
                <c:pt idx="4985">
                  <c:v>102</c:v>
                </c:pt>
                <c:pt idx="4986">
                  <c:v>90</c:v>
                </c:pt>
                <c:pt idx="4987">
                  <c:v>52</c:v>
                </c:pt>
                <c:pt idx="4988">
                  <c:v>34</c:v>
                </c:pt>
                <c:pt idx="4989">
                  <c:v>103</c:v>
                </c:pt>
                <c:pt idx="4990">
                  <c:v>110</c:v>
                </c:pt>
                <c:pt idx="4991">
                  <c:v>58</c:v>
                </c:pt>
                <c:pt idx="4992">
                  <c:v>23</c:v>
                </c:pt>
                <c:pt idx="4993">
                  <c:v>91</c:v>
                </c:pt>
                <c:pt idx="4994">
                  <c:v>65</c:v>
                </c:pt>
                <c:pt idx="4995">
                  <c:v>90</c:v>
                </c:pt>
                <c:pt idx="4996">
                  <c:v>98</c:v>
                </c:pt>
                <c:pt idx="4997">
                  <c:v>97</c:v>
                </c:pt>
                <c:pt idx="4998">
                  <c:v>102</c:v>
                </c:pt>
                <c:pt idx="4999">
                  <c:v>112</c:v>
                </c:pt>
                <c:pt idx="5000">
                  <c:v>115</c:v>
                </c:pt>
                <c:pt idx="5001">
                  <c:v>9</c:v>
                </c:pt>
                <c:pt idx="5002">
                  <c:v>114</c:v>
                </c:pt>
                <c:pt idx="5003">
                  <c:v>25</c:v>
                </c:pt>
                <c:pt idx="5004">
                  <c:v>46</c:v>
                </c:pt>
                <c:pt idx="5005">
                  <c:v>39</c:v>
                </c:pt>
                <c:pt idx="5006">
                  <c:v>60</c:v>
                </c:pt>
                <c:pt idx="5007">
                  <c:v>97</c:v>
                </c:pt>
                <c:pt idx="5008">
                  <c:v>91</c:v>
                </c:pt>
                <c:pt idx="5009">
                  <c:v>87</c:v>
                </c:pt>
                <c:pt idx="5010">
                  <c:v>40</c:v>
                </c:pt>
                <c:pt idx="5011">
                  <c:v>98</c:v>
                </c:pt>
                <c:pt idx="5012">
                  <c:v>105</c:v>
                </c:pt>
                <c:pt idx="5013">
                  <c:v>89</c:v>
                </c:pt>
                <c:pt idx="5014">
                  <c:v>13</c:v>
                </c:pt>
                <c:pt idx="5015">
                  <c:v>102</c:v>
                </c:pt>
                <c:pt idx="5016">
                  <c:v>91</c:v>
                </c:pt>
                <c:pt idx="5017">
                  <c:v>99</c:v>
                </c:pt>
                <c:pt idx="5018">
                  <c:v>122</c:v>
                </c:pt>
                <c:pt idx="5019">
                  <c:v>26</c:v>
                </c:pt>
                <c:pt idx="5020">
                  <c:v>124</c:v>
                </c:pt>
                <c:pt idx="5021">
                  <c:v>94</c:v>
                </c:pt>
                <c:pt idx="5022">
                  <c:v>101</c:v>
                </c:pt>
                <c:pt idx="5023">
                  <c:v>155</c:v>
                </c:pt>
                <c:pt idx="5024">
                  <c:v>95</c:v>
                </c:pt>
                <c:pt idx="5025">
                  <c:v>127</c:v>
                </c:pt>
                <c:pt idx="5026">
                  <c:v>99</c:v>
                </c:pt>
                <c:pt idx="5027">
                  <c:v>110</c:v>
                </c:pt>
                <c:pt idx="5028">
                  <c:v>99</c:v>
                </c:pt>
                <c:pt idx="5029">
                  <c:v>60</c:v>
                </c:pt>
                <c:pt idx="5030">
                  <c:v>89</c:v>
                </c:pt>
                <c:pt idx="5031">
                  <c:v>20</c:v>
                </c:pt>
                <c:pt idx="5032">
                  <c:v>63</c:v>
                </c:pt>
                <c:pt idx="5033">
                  <c:v>41</c:v>
                </c:pt>
                <c:pt idx="5034">
                  <c:v>94</c:v>
                </c:pt>
                <c:pt idx="5035">
                  <c:v>49</c:v>
                </c:pt>
                <c:pt idx="5036">
                  <c:v>96</c:v>
                </c:pt>
                <c:pt idx="5037">
                  <c:v>127</c:v>
                </c:pt>
                <c:pt idx="5038">
                  <c:v>93</c:v>
                </c:pt>
                <c:pt idx="5039">
                  <c:v>113</c:v>
                </c:pt>
                <c:pt idx="5040">
                  <c:v>55</c:v>
                </c:pt>
                <c:pt idx="5041">
                  <c:v>20</c:v>
                </c:pt>
                <c:pt idx="5042">
                  <c:v>88</c:v>
                </c:pt>
                <c:pt idx="5043">
                  <c:v>49</c:v>
                </c:pt>
                <c:pt idx="5044">
                  <c:v>90</c:v>
                </c:pt>
                <c:pt idx="5045">
                  <c:v>153</c:v>
                </c:pt>
                <c:pt idx="5046">
                  <c:v>61</c:v>
                </c:pt>
                <c:pt idx="5047">
                  <c:v>70</c:v>
                </c:pt>
                <c:pt idx="5048">
                  <c:v>113</c:v>
                </c:pt>
                <c:pt idx="5049">
                  <c:v>90</c:v>
                </c:pt>
                <c:pt idx="5050">
                  <c:v>113</c:v>
                </c:pt>
                <c:pt idx="5051">
                  <c:v>47</c:v>
                </c:pt>
                <c:pt idx="5052">
                  <c:v>76</c:v>
                </c:pt>
                <c:pt idx="5053">
                  <c:v>85</c:v>
                </c:pt>
                <c:pt idx="5054">
                  <c:v>84</c:v>
                </c:pt>
                <c:pt idx="5055">
                  <c:v>112</c:v>
                </c:pt>
                <c:pt idx="5056">
                  <c:v>26</c:v>
                </c:pt>
                <c:pt idx="5057">
                  <c:v>27</c:v>
                </c:pt>
                <c:pt idx="5058">
                  <c:v>25</c:v>
                </c:pt>
                <c:pt idx="5059">
                  <c:v>85</c:v>
                </c:pt>
                <c:pt idx="5060">
                  <c:v>122</c:v>
                </c:pt>
                <c:pt idx="5061">
                  <c:v>100</c:v>
                </c:pt>
                <c:pt idx="5062">
                  <c:v>110</c:v>
                </c:pt>
                <c:pt idx="5063">
                  <c:v>115</c:v>
                </c:pt>
                <c:pt idx="5064">
                  <c:v>102</c:v>
                </c:pt>
                <c:pt idx="5065">
                  <c:v>90</c:v>
                </c:pt>
                <c:pt idx="5066">
                  <c:v>158</c:v>
                </c:pt>
                <c:pt idx="5067">
                  <c:v>100</c:v>
                </c:pt>
                <c:pt idx="5068">
                  <c:v>48</c:v>
                </c:pt>
                <c:pt idx="5069">
                  <c:v>148</c:v>
                </c:pt>
                <c:pt idx="5070">
                  <c:v>103</c:v>
                </c:pt>
                <c:pt idx="5071">
                  <c:v>96</c:v>
                </c:pt>
                <c:pt idx="5072">
                  <c:v>96</c:v>
                </c:pt>
                <c:pt idx="5073">
                  <c:v>86</c:v>
                </c:pt>
                <c:pt idx="5074">
                  <c:v>145</c:v>
                </c:pt>
                <c:pt idx="5075">
                  <c:v>89</c:v>
                </c:pt>
                <c:pt idx="5076">
                  <c:v>105</c:v>
                </c:pt>
                <c:pt idx="5077">
                  <c:v>41</c:v>
                </c:pt>
                <c:pt idx="5078">
                  <c:v>144</c:v>
                </c:pt>
                <c:pt idx="5079">
                  <c:v>95</c:v>
                </c:pt>
                <c:pt idx="5080">
                  <c:v>34</c:v>
                </c:pt>
                <c:pt idx="5081">
                  <c:v>45</c:v>
                </c:pt>
                <c:pt idx="5082">
                  <c:v>93</c:v>
                </c:pt>
                <c:pt idx="5083">
                  <c:v>34</c:v>
                </c:pt>
                <c:pt idx="5084">
                  <c:v>123</c:v>
                </c:pt>
                <c:pt idx="5085">
                  <c:v>94</c:v>
                </c:pt>
                <c:pt idx="5086">
                  <c:v>25</c:v>
                </c:pt>
                <c:pt idx="5087">
                  <c:v>121</c:v>
                </c:pt>
                <c:pt idx="5088">
                  <c:v>93</c:v>
                </c:pt>
                <c:pt idx="5089">
                  <c:v>30</c:v>
                </c:pt>
                <c:pt idx="5090">
                  <c:v>139</c:v>
                </c:pt>
                <c:pt idx="5091">
                  <c:v>112</c:v>
                </c:pt>
                <c:pt idx="5092">
                  <c:v>64</c:v>
                </c:pt>
                <c:pt idx="5093">
                  <c:v>50</c:v>
                </c:pt>
                <c:pt idx="5094">
                  <c:v>110</c:v>
                </c:pt>
                <c:pt idx="5095">
                  <c:v>49</c:v>
                </c:pt>
                <c:pt idx="5096">
                  <c:v>98</c:v>
                </c:pt>
                <c:pt idx="5097">
                  <c:v>96</c:v>
                </c:pt>
                <c:pt idx="5098">
                  <c:v>89</c:v>
                </c:pt>
                <c:pt idx="5099">
                  <c:v>101</c:v>
                </c:pt>
                <c:pt idx="5100">
                  <c:v>23</c:v>
                </c:pt>
                <c:pt idx="5101">
                  <c:v>72</c:v>
                </c:pt>
                <c:pt idx="5102">
                  <c:v>45</c:v>
                </c:pt>
                <c:pt idx="5103">
                  <c:v>92</c:v>
                </c:pt>
                <c:pt idx="5104">
                  <c:v>99</c:v>
                </c:pt>
                <c:pt idx="5105">
                  <c:v>92</c:v>
                </c:pt>
                <c:pt idx="5106">
                  <c:v>37</c:v>
                </c:pt>
                <c:pt idx="5107">
                  <c:v>114</c:v>
                </c:pt>
                <c:pt idx="5108">
                  <c:v>89</c:v>
                </c:pt>
                <c:pt idx="5109">
                  <c:v>119</c:v>
                </c:pt>
                <c:pt idx="5110">
                  <c:v>90</c:v>
                </c:pt>
                <c:pt idx="5111">
                  <c:v>106</c:v>
                </c:pt>
                <c:pt idx="5112">
                  <c:v>93</c:v>
                </c:pt>
                <c:pt idx="5113">
                  <c:v>101</c:v>
                </c:pt>
                <c:pt idx="5114">
                  <c:v>45</c:v>
                </c:pt>
                <c:pt idx="5115">
                  <c:v>115</c:v>
                </c:pt>
                <c:pt idx="5116">
                  <c:v>107</c:v>
                </c:pt>
                <c:pt idx="5117">
                  <c:v>108</c:v>
                </c:pt>
                <c:pt idx="5118">
                  <c:v>100</c:v>
                </c:pt>
                <c:pt idx="5119">
                  <c:v>88</c:v>
                </c:pt>
              </c:numCache>
            </c:numRef>
          </c:xVal>
          <c:yVal>
            <c:numRef>
              <c:f>'PIVOT TABLE AND CHARTS-2'!$W$5:$W$5124</c:f>
              <c:numCache>
                <c:formatCode>General</c:formatCode>
                <c:ptCount val="5120"/>
                <c:pt idx="0">
                  <c:v>8.3000000000000007</c:v>
                </c:pt>
                <c:pt idx="1">
                  <c:v>8.1999999999999993</c:v>
                </c:pt>
                <c:pt idx="2">
                  <c:v>8</c:v>
                </c:pt>
                <c:pt idx="3">
                  <c:v>8.1</c:v>
                </c:pt>
                <c:pt idx="4">
                  <c:v>8.8000000000000007</c:v>
                </c:pt>
                <c:pt idx="5">
                  <c:v>7.7</c:v>
                </c:pt>
                <c:pt idx="6">
                  <c:v>7.8</c:v>
                </c:pt>
                <c:pt idx="7">
                  <c:v>5.8</c:v>
                </c:pt>
                <c:pt idx="8">
                  <c:v>7.7</c:v>
                </c:pt>
                <c:pt idx="9">
                  <c:v>7.3</c:v>
                </c:pt>
                <c:pt idx="10">
                  <c:v>7.5</c:v>
                </c:pt>
                <c:pt idx="11">
                  <c:v>7.6</c:v>
                </c:pt>
                <c:pt idx="12">
                  <c:v>8.1</c:v>
                </c:pt>
                <c:pt idx="13">
                  <c:v>6.9</c:v>
                </c:pt>
                <c:pt idx="14">
                  <c:v>7.5</c:v>
                </c:pt>
                <c:pt idx="15">
                  <c:v>7.5</c:v>
                </c:pt>
                <c:pt idx="16">
                  <c:v>7.2</c:v>
                </c:pt>
                <c:pt idx="17">
                  <c:v>7.5</c:v>
                </c:pt>
                <c:pt idx="18">
                  <c:v>6.2</c:v>
                </c:pt>
                <c:pt idx="19">
                  <c:v>7.6</c:v>
                </c:pt>
                <c:pt idx="20">
                  <c:v>6.4</c:v>
                </c:pt>
                <c:pt idx="21">
                  <c:v>6.7</c:v>
                </c:pt>
                <c:pt idx="22">
                  <c:v>7.2</c:v>
                </c:pt>
                <c:pt idx="23">
                  <c:v>6.8</c:v>
                </c:pt>
                <c:pt idx="24">
                  <c:v>9</c:v>
                </c:pt>
                <c:pt idx="25">
                  <c:v>6.7</c:v>
                </c:pt>
                <c:pt idx="26">
                  <c:v>2.1</c:v>
                </c:pt>
                <c:pt idx="27">
                  <c:v>7.4</c:v>
                </c:pt>
                <c:pt idx="28">
                  <c:v>7.2</c:v>
                </c:pt>
                <c:pt idx="29">
                  <c:v>6.9</c:v>
                </c:pt>
                <c:pt idx="30">
                  <c:v>6.5</c:v>
                </c:pt>
                <c:pt idx="31">
                  <c:v>6.5</c:v>
                </c:pt>
                <c:pt idx="32">
                  <c:v>6.2</c:v>
                </c:pt>
                <c:pt idx="33">
                  <c:v>7.8</c:v>
                </c:pt>
                <c:pt idx="34">
                  <c:v>6.2</c:v>
                </c:pt>
                <c:pt idx="35">
                  <c:v>6.7</c:v>
                </c:pt>
                <c:pt idx="36">
                  <c:v>6.2</c:v>
                </c:pt>
                <c:pt idx="37">
                  <c:v>6.8</c:v>
                </c:pt>
                <c:pt idx="38">
                  <c:v>4.5999999999999996</c:v>
                </c:pt>
                <c:pt idx="39">
                  <c:v>4.2</c:v>
                </c:pt>
                <c:pt idx="40">
                  <c:v>5.0999999999999996</c:v>
                </c:pt>
                <c:pt idx="41">
                  <c:v>6.9</c:v>
                </c:pt>
                <c:pt idx="42">
                  <c:v>8.9</c:v>
                </c:pt>
                <c:pt idx="43">
                  <c:v>8.1</c:v>
                </c:pt>
                <c:pt idx="44">
                  <c:v>8.3000000000000007</c:v>
                </c:pt>
                <c:pt idx="45">
                  <c:v>7.7</c:v>
                </c:pt>
                <c:pt idx="46">
                  <c:v>6.7</c:v>
                </c:pt>
                <c:pt idx="47">
                  <c:v>8.3000000000000007</c:v>
                </c:pt>
                <c:pt idx="48">
                  <c:v>6.7</c:v>
                </c:pt>
                <c:pt idx="49">
                  <c:v>7.4</c:v>
                </c:pt>
                <c:pt idx="50">
                  <c:v>6.9</c:v>
                </c:pt>
                <c:pt idx="51">
                  <c:v>7.8</c:v>
                </c:pt>
                <c:pt idx="52">
                  <c:v>6.5</c:v>
                </c:pt>
                <c:pt idx="53">
                  <c:v>6.6</c:v>
                </c:pt>
                <c:pt idx="54">
                  <c:v>6.5</c:v>
                </c:pt>
                <c:pt idx="55">
                  <c:v>7.1</c:v>
                </c:pt>
                <c:pt idx="56">
                  <c:v>6.7</c:v>
                </c:pt>
                <c:pt idx="57">
                  <c:v>7.6</c:v>
                </c:pt>
                <c:pt idx="58">
                  <c:v>4.9000000000000004</c:v>
                </c:pt>
                <c:pt idx="59">
                  <c:v>6.7</c:v>
                </c:pt>
                <c:pt idx="60">
                  <c:v>6.4</c:v>
                </c:pt>
                <c:pt idx="61">
                  <c:v>6.1</c:v>
                </c:pt>
                <c:pt idx="62">
                  <c:v>7.4</c:v>
                </c:pt>
                <c:pt idx="63">
                  <c:v>7.2</c:v>
                </c:pt>
                <c:pt idx="64">
                  <c:v>7.3</c:v>
                </c:pt>
                <c:pt idx="65">
                  <c:v>7.2</c:v>
                </c:pt>
                <c:pt idx="66">
                  <c:v>6</c:v>
                </c:pt>
                <c:pt idx="67">
                  <c:v>7.9</c:v>
                </c:pt>
                <c:pt idx="68">
                  <c:v>6</c:v>
                </c:pt>
                <c:pt idx="69">
                  <c:v>6</c:v>
                </c:pt>
                <c:pt idx="70">
                  <c:v>8</c:v>
                </c:pt>
                <c:pt idx="71">
                  <c:v>7.7</c:v>
                </c:pt>
                <c:pt idx="72">
                  <c:v>7.6</c:v>
                </c:pt>
                <c:pt idx="73">
                  <c:v>8.1</c:v>
                </c:pt>
                <c:pt idx="74">
                  <c:v>6.7</c:v>
                </c:pt>
                <c:pt idx="75">
                  <c:v>7</c:v>
                </c:pt>
                <c:pt idx="76">
                  <c:v>6.5</c:v>
                </c:pt>
                <c:pt idx="77">
                  <c:v>7.2</c:v>
                </c:pt>
                <c:pt idx="78">
                  <c:v>5.6</c:v>
                </c:pt>
                <c:pt idx="79">
                  <c:v>6.6</c:v>
                </c:pt>
                <c:pt idx="80">
                  <c:v>8.6999999999999993</c:v>
                </c:pt>
                <c:pt idx="81">
                  <c:v>7.1</c:v>
                </c:pt>
                <c:pt idx="82">
                  <c:v>6.5</c:v>
                </c:pt>
                <c:pt idx="83">
                  <c:v>6.3</c:v>
                </c:pt>
                <c:pt idx="84">
                  <c:v>5.0999999999999996</c:v>
                </c:pt>
                <c:pt idx="85">
                  <c:v>5.8</c:v>
                </c:pt>
                <c:pt idx="86">
                  <c:v>4.8</c:v>
                </c:pt>
                <c:pt idx="87">
                  <c:v>6.1</c:v>
                </c:pt>
                <c:pt idx="88">
                  <c:v>6.3</c:v>
                </c:pt>
                <c:pt idx="89">
                  <c:v>6.2</c:v>
                </c:pt>
                <c:pt idx="90">
                  <c:v>3.8</c:v>
                </c:pt>
                <c:pt idx="91">
                  <c:v>6.1</c:v>
                </c:pt>
                <c:pt idx="92">
                  <c:v>5.2</c:v>
                </c:pt>
                <c:pt idx="93">
                  <c:v>5.4</c:v>
                </c:pt>
                <c:pt idx="94">
                  <c:v>7.3</c:v>
                </c:pt>
                <c:pt idx="95">
                  <c:v>6.3</c:v>
                </c:pt>
                <c:pt idx="96">
                  <c:v>6.5</c:v>
                </c:pt>
                <c:pt idx="97">
                  <c:v>7.4</c:v>
                </c:pt>
                <c:pt idx="98">
                  <c:v>8.4</c:v>
                </c:pt>
                <c:pt idx="99">
                  <c:v>7.6</c:v>
                </c:pt>
                <c:pt idx="100">
                  <c:v>8.8000000000000007</c:v>
                </c:pt>
                <c:pt idx="101">
                  <c:v>7</c:v>
                </c:pt>
                <c:pt idx="102">
                  <c:v>8.8000000000000007</c:v>
                </c:pt>
                <c:pt idx="103">
                  <c:v>8.6</c:v>
                </c:pt>
                <c:pt idx="104">
                  <c:v>8.9</c:v>
                </c:pt>
                <c:pt idx="105">
                  <c:v>8.1</c:v>
                </c:pt>
                <c:pt idx="106">
                  <c:v>7.8</c:v>
                </c:pt>
                <c:pt idx="107">
                  <c:v>7.8</c:v>
                </c:pt>
                <c:pt idx="108">
                  <c:v>8.1999999999999993</c:v>
                </c:pt>
                <c:pt idx="109">
                  <c:v>7.1</c:v>
                </c:pt>
                <c:pt idx="110">
                  <c:v>6.7</c:v>
                </c:pt>
                <c:pt idx="111">
                  <c:v>7.3</c:v>
                </c:pt>
                <c:pt idx="112">
                  <c:v>8.5</c:v>
                </c:pt>
                <c:pt idx="113">
                  <c:v>7.8</c:v>
                </c:pt>
                <c:pt idx="114">
                  <c:v>7.7</c:v>
                </c:pt>
                <c:pt idx="115">
                  <c:v>6.5</c:v>
                </c:pt>
                <c:pt idx="116">
                  <c:v>6.5</c:v>
                </c:pt>
                <c:pt idx="117">
                  <c:v>6.2</c:v>
                </c:pt>
                <c:pt idx="118">
                  <c:v>6.6</c:v>
                </c:pt>
                <c:pt idx="119">
                  <c:v>6.4</c:v>
                </c:pt>
                <c:pt idx="120">
                  <c:v>7.1</c:v>
                </c:pt>
                <c:pt idx="121">
                  <c:v>7.5</c:v>
                </c:pt>
                <c:pt idx="122">
                  <c:v>7.2</c:v>
                </c:pt>
                <c:pt idx="123">
                  <c:v>7.3</c:v>
                </c:pt>
                <c:pt idx="124">
                  <c:v>7.6</c:v>
                </c:pt>
                <c:pt idx="125">
                  <c:v>7.2</c:v>
                </c:pt>
                <c:pt idx="126">
                  <c:v>7.9</c:v>
                </c:pt>
                <c:pt idx="127">
                  <c:v>6.9</c:v>
                </c:pt>
                <c:pt idx="128">
                  <c:v>7.5</c:v>
                </c:pt>
                <c:pt idx="129">
                  <c:v>7.1</c:v>
                </c:pt>
                <c:pt idx="130">
                  <c:v>6.8</c:v>
                </c:pt>
                <c:pt idx="131">
                  <c:v>7.2</c:v>
                </c:pt>
                <c:pt idx="132">
                  <c:v>6.5</c:v>
                </c:pt>
                <c:pt idx="133">
                  <c:v>6</c:v>
                </c:pt>
                <c:pt idx="134">
                  <c:v>4.5</c:v>
                </c:pt>
                <c:pt idx="135">
                  <c:v>7.2</c:v>
                </c:pt>
                <c:pt idx="136">
                  <c:v>6.6</c:v>
                </c:pt>
                <c:pt idx="137">
                  <c:v>5.6</c:v>
                </c:pt>
                <c:pt idx="138">
                  <c:v>7.3</c:v>
                </c:pt>
                <c:pt idx="139">
                  <c:v>4.8</c:v>
                </c:pt>
                <c:pt idx="140">
                  <c:v>6.9</c:v>
                </c:pt>
                <c:pt idx="141">
                  <c:v>6.5</c:v>
                </c:pt>
                <c:pt idx="142">
                  <c:v>5.7</c:v>
                </c:pt>
                <c:pt idx="143">
                  <c:v>6</c:v>
                </c:pt>
                <c:pt idx="144">
                  <c:v>3.8</c:v>
                </c:pt>
                <c:pt idx="145">
                  <c:v>5.8</c:v>
                </c:pt>
                <c:pt idx="146">
                  <c:v>5.4</c:v>
                </c:pt>
                <c:pt idx="147">
                  <c:v>8</c:v>
                </c:pt>
                <c:pt idx="148">
                  <c:v>5.2</c:v>
                </c:pt>
                <c:pt idx="149">
                  <c:v>5.6</c:v>
                </c:pt>
                <c:pt idx="150">
                  <c:v>5.9</c:v>
                </c:pt>
                <c:pt idx="151">
                  <c:v>6.2</c:v>
                </c:pt>
                <c:pt idx="152">
                  <c:v>7</c:v>
                </c:pt>
                <c:pt idx="153">
                  <c:v>4.7</c:v>
                </c:pt>
                <c:pt idx="154">
                  <c:v>6.4</c:v>
                </c:pt>
                <c:pt idx="155">
                  <c:v>4.5</c:v>
                </c:pt>
                <c:pt idx="156">
                  <c:v>4.7</c:v>
                </c:pt>
                <c:pt idx="157">
                  <c:v>4.7</c:v>
                </c:pt>
                <c:pt idx="158">
                  <c:v>6.5</c:v>
                </c:pt>
                <c:pt idx="159">
                  <c:v>5.7</c:v>
                </c:pt>
                <c:pt idx="160">
                  <c:v>6.2</c:v>
                </c:pt>
                <c:pt idx="161">
                  <c:v>8</c:v>
                </c:pt>
                <c:pt idx="162">
                  <c:v>6.5</c:v>
                </c:pt>
                <c:pt idx="163">
                  <c:v>6.6</c:v>
                </c:pt>
                <c:pt idx="164">
                  <c:v>7.2</c:v>
                </c:pt>
                <c:pt idx="165">
                  <c:v>4.5</c:v>
                </c:pt>
                <c:pt idx="166">
                  <c:v>7.9</c:v>
                </c:pt>
                <c:pt idx="167">
                  <c:v>6.8</c:v>
                </c:pt>
                <c:pt idx="168">
                  <c:v>6.8</c:v>
                </c:pt>
                <c:pt idx="169">
                  <c:v>8.5</c:v>
                </c:pt>
                <c:pt idx="170">
                  <c:v>7</c:v>
                </c:pt>
                <c:pt idx="171">
                  <c:v>7.9</c:v>
                </c:pt>
                <c:pt idx="172">
                  <c:v>6.4</c:v>
                </c:pt>
                <c:pt idx="173">
                  <c:v>6.7</c:v>
                </c:pt>
                <c:pt idx="174">
                  <c:v>7.6</c:v>
                </c:pt>
                <c:pt idx="175">
                  <c:v>7.4</c:v>
                </c:pt>
                <c:pt idx="176">
                  <c:v>7.4</c:v>
                </c:pt>
                <c:pt idx="177">
                  <c:v>7.8</c:v>
                </c:pt>
                <c:pt idx="178">
                  <c:v>5.9</c:v>
                </c:pt>
                <c:pt idx="179">
                  <c:v>7.8</c:v>
                </c:pt>
                <c:pt idx="180">
                  <c:v>7.5</c:v>
                </c:pt>
                <c:pt idx="181">
                  <c:v>4.7</c:v>
                </c:pt>
                <c:pt idx="182">
                  <c:v>7.1</c:v>
                </c:pt>
                <c:pt idx="183">
                  <c:v>4</c:v>
                </c:pt>
                <c:pt idx="184">
                  <c:v>7.2</c:v>
                </c:pt>
                <c:pt idx="185">
                  <c:v>8.1</c:v>
                </c:pt>
                <c:pt idx="186">
                  <c:v>7.6</c:v>
                </c:pt>
                <c:pt idx="187">
                  <c:v>7.6</c:v>
                </c:pt>
                <c:pt idx="188">
                  <c:v>4.8</c:v>
                </c:pt>
                <c:pt idx="189">
                  <c:v>5.4</c:v>
                </c:pt>
                <c:pt idx="190">
                  <c:v>6.5</c:v>
                </c:pt>
                <c:pt idx="191">
                  <c:v>6.2</c:v>
                </c:pt>
                <c:pt idx="192">
                  <c:v>9</c:v>
                </c:pt>
                <c:pt idx="193">
                  <c:v>6.2</c:v>
                </c:pt>
                <c:pt idx="194">
                  <c:v>7.6</c:v>
                </c:pt>
                <c:pt idx="195">
                  <c:v>5.5</c:v>
                </c:pt>
                <c:pt idx="196">
                  <c:v>6.1</c:v>
                </c:pt>
                <c:pt idx="197">
                  <c:v>6.4</c:v>
                </c:pt>
                <c:pt idx="198">
                  <c:v>5.5</c:v>
                </c:pt>
                <c:pt idx="199">
                  <c:v>7.5</c:v>
                </c:pt>
                <c:pt idx="200">
                  <c:v>5.4</c:v>
                </c:pt>
                <c:pt idx="201">
                  <c:v>6.9</c:v>
                </c:pt>
                <c:pt idx="202">
                  <c:v>5.5</c:v>
                </c:pt>
                <c:pt idx="203">
                  <c:v>6.6</c:v>
                </c:pt>
                <c:pt idx="204">
                  <c:v>7.8</c:v>
                </c:pt>
                <c:pt idx="205">
                  <c:v>4.5</c:v>
                </c:pt>
                <c:pt idx="206">
                  <c:v>7.3</c:v>
                </c:pt>
                <c:pt idx="207">
                  <c:v>6.6</c:v>
                </c:pt>
                <c:pt idx="208">
                  <c:v>6.6</c:v>
                </c:pt>
                <c:pt idx="209">
                  <c:v>6.1</c:v>
                </c:pt>
                <c:pt idx="210">
                  <c:v>7.8</c:v>
                </c:pt>
                <c:pt idx="211">
                  <c:v>7.8</c:v>
                </c:pt>
                <c:pt idx="212">
                  <c:v>5.9</c:v>
                </c:pt>
                <c:pt idx="213">
                  <c:v>6.7</c:v>
                </c:pt>
                <c:pt idx="214">
                  <c:v>8.1999999999999993</c:v>
                </c:pt>
                <c:pt idx="215">
                  <c:v>6.1</c:v>
                </c:pt>
                <c:pt idx="216">
                  <c:v>6.5</c:v>
                </c:pt>
                <c:pt idx="217">
                  <c:v>4.5</c:v>
                </c:pt>
                <c:pt idx="218">
                  <c:v>7.9</c:v>
                </c:pt>
                <c:pt idx="219">
                  <c:v>6.7</c:v>
                </c:pt>
                <c:pt idx="220">
                  <c:v>6.9</c:v>
                </c:pt>
                <c:pt idx="221">
                  <c:v>3.6</c:v>
                </c:pt>
                <c:pt idx="222">
                  <c:v>6.2</c:v>
                </c:pt>
                <c:pt idx="223">
                  <c:v>5</c:v>
                </c:pt>
                <c:pt idx="224">
                  <c:v>6</c:v>
                </c:pt>
                <c:pt idx="225">
                  <c:v>4.5999999999999996</c:v>
                </c:pt>
                <c:pt idx="226">
                  <c:v>5.9</c:v>
                </c:pt>
                <c:pt idx="227">
                  <c:v>9.5</c:v>
                </c:pt>
                <c:pt idx="228">
                  <c:v>8.1999999999999993</c:v>
                </c:pt>
                <c:pt idx="229">
                  <c:v>7.8</c:v>
                </c:pt>
                <c:pt idx="230">
                  <c:v>8.6999999999999993</c:v>
                </c:pt>
                <c:pt idx="231">
                  <c:v>7.6</c:v>
                </c:pt>
                <c:pt idx="232">
                  <c:v>8.6</c:v>
                </c:pt>
                <c:pt idx="233">
                  <c:v>8.1</c:v>
                </c:pt>
                <c:pt idx="234">
                  <c:v>7.8</c:v>
                </c:pt>
                <c:pt idx="235">
                  <c:v>8.5</c:v>
                </c:pt>
                <c:pt idx="236">
                  <c:v>8.4</c:v>
                </c:pt>
                <c:pt idx="237">
                  <c:v>8.5</c:v>
                </c:pt>
                <c:pt idx="238">
                  <c:v>7.1</c:v>
                </c:pt>
                <c:pt idx="239">
                  <c:v>6.5</c:v>
                </c:pt>
                <c:pt idx="240">
                  <c:v>8.6999999999999993</c:v>
                </c:pt>
                <c:pt idx="241">
                  <c:v>8.5</c:v>
                </c:pt>
                <c:pt idx="242">
                  <c:v>8.3000000000000007</c:v>
                </c:pt>
                <c:pt idx="243">
                  <c:v>9.3000000000000007</c:v>
                </c:pt>
                <c:pt idx="244">
                  <c:v>8.8000000000000007</c:v>
                </c:pt>
                <c:pt idx="245">
                  <c:v>6.6</c:v>
                </c:pt>
                <c:pt idx="246">
                  <c:v>8.1</c:v>
                </c:pt>
                <c:pt idx="247">
                  <c:v>8.6999999999999993</c:v>
                </c:pt>
                <c:pt idx="248">
                  <c:v>8</c:v>
                </c:pt>
                <c:pt idx="249">
                  <c:v>7.2</c:v>
                </c:pt>
                <c:pt idx="250">
                  <c:v>7.6</c:v>
                </c:pt>
                <c:pt idx="251">
                  <c:v>7.2</c:v>
                </c:pt>
                <c:pt idx="252">
                  <c:v>6.6</c:v>
                </c:pt>
                <c:pt idx="253">
                  <c:v>6.1</c:v>
                </c:pt>
                <c:pt idx="254">
                  <c:v>9</c:v>
                </c:pt>
                <c:pt idx="255">
                  <c:v>6.5</c:v>
                </c:pt>
                <c:pt idx="256">
                  <c:v>7.7</c:v>
                </c:pt>
                <c:pt idx="257">
                  <c:v>6.6</c:v>
                </c:pt>
                <c:pt idx="258">
                  <c:v>6.1</c:v>
                </c:pt>
                <c:pt idx="259">
                  <c:v>7</c:v>
                </c:pt>
                <c:pt idx="260">
                  <c:v>7.8</c:v>
                </c:pt>
                <c:pt idx="261">
                  <c:v>7.7</c:v>
                </c:pt>
                <c:pt idx="262">
                  <c:v>8.4</c:v>
                </c:pt>
                <c:pt idx="263">
                  <c:v>7.5</c:v>
                </c:pt>
                <c:pt idx="264">
                  <c:v>7.2</c:v>
                </c:pt>
                <c:pt idx="265">
                  <c:v>8</c:v>
                </c:pt>
                <c:pt idx="266">
                  <c:v>8</c:v>
                </c:pt>
                <c:pt idx="267">
                  <c:v>7</c:v>
                </c:pt>
                <c:pt idx="268">
                  <c:v>5.6</c:v>
                </c:pt>
                <c:pt idx="269">
                  <c:v>7.6</c:v>
                </c:pt>
                <c:pt idx="270">
                  <c:v>7.6</c:v>
                </c:pt>
                <c:pt idx="271">
                  <c:v>7.2</c:v>
                </c:pt>
                <c:pt idx="272">
                  <c:v>8.8000000000000007</c:v>
                </c:pt>
                <c:pt idx="273">
                  <c:v>6.7</c:v>
                </c:pt>
                <c:pt idx="274">
                  <c:v>5.9</c:v>
                </c:pt>
                <c:pt idx="275">
                  <c:v>7.6</c:v>
                </c:pt>
                <c:pt idx="276">
                  <c:v>6.6</c:v>
                </c:pt>
                <c:pt idx="277">
                  <c:v>7.1</c:v>
                </c:pt>
                <c:pt idx="278">
                  <c:v>8.6</c:v>
                </c:pt>
                <c:pt idx="279">
                  <c:v>8.1</c:v>
                </c:pt>
                <c:pt idx="280">
                  <c:v>7.6</c:v>
                </c:pt>
                <c:pt idx="281">
                  <c:v>7</c:v>
                </c:pt>
                <c:pt idx="282">
                  <c:v>7.6</c:v>
                </c:pt>
                <c:pt idx="283">
                  <c:v>8.5</c:v>
                </c:pt>
                <c:pt idx="284">
                  <c:v>7.8</c:v>
                </c:pt>
                <c:pt idx="285">
                  <c:v>6.7</c:v>
                </c:pt>
                <c:pt idx="286">
                  <c:v>6.9</c:v>
                </c:pt>
                <c:pt idx="287">
                  <c:v>6.8</c:v>
                </c:pt>
                <c:pt idx="288">
                  <c:v>7.3</c:v>
                </c:pt>
                <c:pt idx="289">
                  <c:v>7.9</c:v>
                </c:pt>
                <c:pt idx="290">
                  <c:v>6.3</c:v>
                </c:pt>
                <c:pt idx="291">
                  <c:v>6.7</c:v>
                </c:pt>
                <c:pt idx="292">
                  <c:v>7.3</c:v>
                </c:pt>
                <c:pt idx="293">
                  <c:v>7.1</c:v>
                </c:pt>
                <c:pt idx="294">
                  <c:v>7.3</c:v>
                </c:pt>
                <c:pt idx="295">
                  <c:v>5.8</c:v>
                </c:pt>
                <c:pt idx="296">
                  <c:v>6.3</c:v>
                </c:pt>
                <c:pt idx="297">
                  <c:v>6.9</c:v>
                </c:pt>
                <c:pt idx="298">
                  <c:v>8.3000000000000007</c:v>
                </c:pt>
                <c:pt idx="299">
                  <c:v>6.7</c:v>
                </c:pt>
                <c:pt idx="300">
                  <c:v>6.3</c:v>
                </c:pt>
                <c:pt idx="301">
                  <c:v>8</c:v>
                </c:pt>
                <c:pt idx="302">
                  <c:v>6.8</c:v>
                </c:pt>
                <c:pt idx="303">
                  <c:v>6.3</c:v>
                </c:pt>
                <c:pt idx="304">
                  <c:v>6.2</c:v>
                </c:pt>
                <c:pt idx="305">
                  <c:v>6.5</c:v>
                </c:pt>
                <c:pt idx="306">
                  <c:v>5.9</c:v>
                </c:pt>
                <c:pt idx="307">
                  <c:v>6.7</c:v>
                </c:pt>
                <c:pt idx="308">
                  <c:v>8.3000000000000007</c:v>
                </c:pt>
                <c:pt idx="309">
                  <c:v>6.8</c:v>
                </c:pt>
                <c:pt idx="310">
                  <c:v>7</c:v>
                </c:pt>
                <c:pt idx="311">
                  <c:v>5.7</c:v>
                </c:pt>
                <c:pt idx="312">
                  <c:v>6.8</c:v>
                </c:pt>
                <c:pt idx="313">
                  <c:v>8.6999999999999993</c:v>
                </c:pt>
                <c:pt idx="314">
                  <c:v>6.5</c:v>
                </c:pt>
                <c:pt idx="315">
                  <c:v>5</c:v>
                </c:pt>
                <c:pt idx="316">
                  <c:v>6.5</c:v>
                </c:pt>
                <c:pt idx="317">
                  <c:v>4</c:v>
                </c:pt>
                <c:pt idx="318">
                  <c:v>5.8</c:v>
                </c:pt>
                <c:pt idx="319">
                  <c:v>5.6</c:v>
                </c:pt>
                <c:pt idx="320">
                  <c:v>5.9</c:v>
                </c:pt>
                <c:pt idx="321">
                  <c:v>6.4</c:v>
                </c:pt>
                <c:pt idx="322">
                  <c:v>8</c:v>
                </c:pt>
                <c:pt idx="323">
                  <c:v>7.3</c:v>
                </c:pt>
                <c:pt idx="324">
                  <c:v>5.8</c:v>
                </c:pt>
                <c:pt idx="325">
                  <c:v>5.5</c:v>
                </c:pt>
                <c:pt idx="326">
                  <c:v>6</c:v>
                </c:pt>
                <c:pt idx="327">
                  <c:v>5.4</c:v>
                </c:pt>
                <c:pt idx="328">
                  <c:v>5.0999999999999996</c:v>
                </c:pt>
                <c:pt idx="329">
                  <c:v>5.0999999999999996</c:v>
                </c:pt>
                <c:pt idx="330">
                  <c:v>6.7</c:v>
                </c:pt>
                <c:pt idx="331">
                  <c:v>5.5</c:v>
                </c:pt>
                <c:pt idx="332">
                  <c:v>7.4</c:v>
                </c:pt>
                <c:pt idx="333">
                  <c:v>5.7</c:v>
                </c:pt>
                <c:pt idx="334">
                  <c:v>7.9</c:v>
                </c:pt>
                <c:pt idx="335">
                  <c:v>7.3</c:v>
                </c:pt>
                <c:pt idx="336">
                  <c:v>7.1</c:v>
                </c:pt>
                <c:pt idx="337">
                  <c:v>5.9</c:v>
                </c:pt>
                <c:pt idx="338">
                  <c:v>7.6</c:v>
                </c:pt>
                <c:pt idx="339">
                  <c:v>6.3</c:v>
                </c:pt>
                <c:pt idx="340">
                  <c:v>5.0999999999999996</c:v>
                </c:pt>
                <c:pt idx="341">
                  <c:v>6.2</c:v>
                </c:pt>
                <c:pt idx="342">
                  <c:v>6.1</c:v>
                </c:pt>
                <c:pt idx="343">
                  <c:v>6.2</c:v>
                </c:pt>
                <c:pt idx="344">
                  <c:v>6.5</c:v>
                </c:pt>
                <c:pt idx="345">
                  <c:v>5.5</c:v>
                </c:pt>
                <c:pt idx="346">
                  <c:v>7.3</c:v>
                </c:pt>
                <c:pt idx="347">
                  <c:v>8.9</c:v>
                </c:pt>
                <c:pt idx="348">
                  <c:v>8.4</c:v>
                </c:pt>
                <c:pt idx="349">
                  <c:v>8.6</c:v>
                </c:pt>
                <c:pt idx="350">
                  <c:v>7.2</c:v>
                </c:pt>
                <c:pt idx="351">
                  <c:v>8.3000000000000007</c:v>
                </c:pt>
                <c:pt idx="352">
                  <c:v>7.6</c:v>
                </c:pt>
                <c:pt idx="353">
                  <c:v>4.8</c:v>
                </c:pt>
                <c:pt idx="354">
                  <c:v>7</c:v>
                </c:pt>
                <c:pt idx="355">
                  <c:v>7.4</c:v>
                </c:pt>
                <c:pt idx="356">
                  <c:v>6.8</c:v>
                </c:pt>
                <c:pt idx="357">
                  <c:v>6.6</c:v>
                </c:pt>
                <c:pt idx="358">
                  <c:v>6.1</c:v>
                </c:pt>
                <c:pt idx="359">
                  <c:v>6.6</c:v>
                </c:pt>
                <c:pt idx="360">
                  <c:v>7.9</c:v>
                </c:pt>
                <c:pt idx="361">
                  <c:v>6.2</c:v>
                </c:pt>
                <c:pt idx="362">
                  <c:v>5.0999999999999996</c:v>
                </c:pt>
                <c:pt idx="363">
                  <c:v>6.3</c:v>
                </c:pt>
                <c:pt idx="364">
                  <c:v>5.8</c:v>
                </c:pt>
                <c:pt idx="365">
                  <c:v>7.6</c:v>
                </c:pt>
                <c:pt idx="366">
                  <c:v>6.5</c:v>
                </c:pt>
                <c:pt idx="367">
                  <c:v>5.5</c:v>
                </c:pt>
                <c:pt idx="368">
                  <c:v>7.6</c:v>
                </c:pt>
                <c:pt idx="369">
                  <c:v>8</c:v>
                </c:pt>
                <c:pt idx="370">
                  <c:v>5.9</c:v>
                </c:pt>
                <c:pt idx="372">
                  <c:v>6</c:v>
                </c:pt>
                <c:pt idx="373">
                  <c:v>5.9</c:v>
                </c:pt>
                <c:pt idx="374">
                  <c:v>8</c:v>
                </c:pt>
                <c:pt idx="375">
                  <c:v>6.6</c:v>
                </c:pt>
                <c:pt idx="376">
                  <c:v>8.1</c:v>
                </c:pt>
                <c:pt idx="377">
                  <c:v>6.2</c:v>
                </c:pt>
                <c:pt idx="378">
                  <c:v>6.7</c:v>
                </c:pt>
                <c:pt idx="379">
                  <c:v>5.8</c:v>
                </c:pt>
                <c:pt idx="380">
                  <c:v>6.9</c:v>
                </c:pt>
                <c:pt idx="381">
                  <c:v>8.3000000000000007</c:v>
                </c:pt>
                <c:pt idx="382">
                  <c:v>5.6</c:v>
                </c:pt>
                <c:pt idx="383">
                  <c:v>3.9</c:v>
                </c:pt>
                <c:pt idx="384">
                  <c:v>8.4</c:v>
                </c:pt>
                <c:pt idx="385">
                  <c:v>5.6</c:v>
                </c:pt>
                <c:pt idx="386">
                  <c:v>7.6</c:v>
                </c:pt>
                <c:pt idx="387">
                  <c:v>6.6</c:v>
                </c:pt>
                <c:pt idx="388">
                  <c:v>7.7</c:v>
                </c:pt>
                <c:pt idx="389">
                  <c:v>6.7</c:v>
                </c:pt>
                <c:pt idx="390">
                  <c:v>7.5</c:v>
                </c:pt>
                <c:pt idx="391">
                  <c:v>7.6</c:v>
                </c:pt>
                <c:pt idx="392">
                  <c:v>8.3000000000000007</c:v>
                </c:pt>
                <c:pt idx="393">
                  <c:v>8.1</c:v>
                </c:pt>
                <c:pt idx="394">
                  <c:v>7</c:v>
                </c:pt>
                <c:pt idx="395">
                  <c:v>8.1999999999999993</c:v>
                </c:pt>
                <c:pt idx="396">
                  <c:v>7.4</c:v>
                </c:pt>
                <c:pt idx="397">
                  <c:v>5.4</c:v>
                </c:pt>
                <c:pt idx="398">
                  <c:v>7.8</c:v>
                </c:pt>
                <c:pt idx="399">
                  <c:v>5.5</c:v>
                </c:pt>
                <c:pt idx="400">
                  <c:v>5.0999999999999996</c:v>
                </c:pt>
                <c:pt idx="401">
                  <c:v>7.3</c:v>
                </c:pt>
                <c:pt idx="402">
                  <c:v>4.9000000000000004</c:v>
                </c:pt>
                <c:pt idx="403">
                  <c:v>7.8</c:v>
                </c:pt>
                <c:pt idx="404">
                  <c:v>6.5</c:v>
                </c:pt>
                <c:pt idx="405">
                  <c:v>7.5</c:v>
                </c:pt>
                <c:pt idx="406">
                  <c:v>5.3</c:v>
                </c:pt>
                <c:pt idx="407">
                  <c:v>6.4</c:v>
                </c:pt>
                <c:pt idx="408">
                  <c:v>8.1</c:v>
                </c:pt>
                <c:pt idx="409">
                  <c:v>7.6</c:v>
                </c:pt>
                <c:pt idx="410">
                  <c:v>6.3</c:v>
                </c:pt>
                <c:pt idx="411">
                  <c:v>6.9</c:v>
                </c:pt>
                <c:pt idx="412">
                  <c:v>3.6</c:v>
                </c:pt>
                <c:pt idx="413">
                  <c:v>7.5</c:v>
                </c:pt>
                <c:pt idx="414">
                  <c:v>5.4</c:v>
                </c:pt>
                <c:pt idx="415">
                  <c:v>5.6</c:v>
                </c:pt>
                <c:pt idx="416">
                  <c:v>5.6</c:v>
                </c:pt>
                <c:pt idx="417">
                  <c:v>7.3</c:v>
                </c:pt>
                <c:pt idx="418">
                  <c:v>7.9</c:v>
                </c:pt>
                <c:pt idx="419">
                  <c:v>6.8</c:v>
                </c:pt>
                <c:pt idx="420">
                  <c:v>7.4</c:v>
                </c:pt>
                <c:pt idx="421">
                  <c:v>7.4</c:v>
                </c:pt>
                <c:pt idx="422">
                  <c:v>6.7</c:v>
                </c:pt>
                <c:pt idx="423">
                  <c:v>7.1</c:v>
                </c:pt>
                <c:pt idx="424">
                  <c:v>8</c:v>
                </c:pt>
                <c:pt idx="425">
                  <c:v>5.6</c:v>
                </c:pt>
                <c:pt idx="426">
                  <c:v>7.5</c:v>
                </c:pt>
                <c:pt idx="427">
                  <c:v>3.9</c:v>
                </c:pt>
                <c:pt idx="428">
                  <c:v>7</c:v>
                </c:pt>
                <c:pt idx="429">
                  <c:v>6.7</c:v>
                </c:pt>
                <c:pt idx="430">
                  <c:v>7.9</c:v>
                </c:pt>
                <c:pt idx="431">
                  <c:v>8.1</c:v>
                </c:pt>
                <c:pt idx="432">
                  <c:v>4.8</c:v>
                </c:pt>
                <c:pt idx="433">
                  <c:v>6.5</c:v>
                </c:pt>
                <c:pt idx="434">
                  <c:v>6.6</c:v>
                </c:pt>
                <c:pt idx="435">
                  <c:v>6.6</c:v>
                </c:pt>
                <c:pt idx="436">
                  <c:v>6.3</c:v>
                </c:pt>
                <c:pt idx="437">
                  <c:v>5.9</c:v>
                </c:pt>
                <c:pt idx="438">
                  <c:v>5.0999999999999996</c:v>
                </c:pt>
                <c:pt idx="439">
                  <c:v>6.9</c:v>
                </c:pt>
                <c:pt idx="440">
                  <c:v>4.0999999999999996</c:v>
                </c:pt>
                <c:pt idx="441">
                  <c:v>5.8</c:v>
                </c:pt>
                <c:pt idx="442">
                  <c:v>6.4</c:v>
                </c:pt>
                <c:pt idx="443">
                  <c:v>4.5</c:v>
                </c:pt>
                <c:pt idx="444">
                  <c:v>7.6</c:v>
                </c:pt>
                <c:pt idx="445">
                  <c:v>6.3</c:v>
                </c:pt>
                <c:pt idx="446">
                  <c:v>7</c:v>
                </c:pt>
                <c:pt idx="447">
                  <c:v>6.1</c:v>
                </c:pt>
                <c:pt idx="448">
                  <c:v>7.2</c:v>
                </c:pt>
                <c:pt idx="449">
                  <c:v>6.6</c:v>
                </c:pt>
                <c:pt idx="450">
                  <c:v>6.6</c:v>
                </c:pt>
                <c:pt idx="451">
                  <c:v>6.4</c:v>
                </c:pt>
                <c:pt idx="452">
                  <c:v>7.9</c:v>
                </c:pt>
                <c:pt idx="453">
                  <c:v>6.5</c:v>
                </c:pt>
                <c:pt idx="454">
                  <c:v>6.3</c:v>
                </c:pt>
                <c:pt idx="455">
                  <c:v>7</c:v>
                </c:pt>
                <c:pt idx="456">
                  <c:v>6.9</c:v>
                </c:pt>
                <c:pt idx="457">
                  <c:v>7.4</c:v>
                </c:pt>
                <c:pt idx="458">
                  <c:v>8.1</c:v>
                </c:pt>
                <c:pt idx="459">
                  <c:v>7.3</c:v>
                </c:pt>
                <c:pt idx="460">
                  <c:v>7.4</c:v>
                </c:pt>
                <c:pt idx="461">
                  <c:v>7.1</c:v>
                </c:pt>
                <c:pt idx="462">
                  <c:v>4.4000000000000004</c:v>
                </c:pt>
                <c:pt idx="463">
                  <c:v>8.6999999999999993</c:v>
                </c:pt>
                <c:pt idx="464">
                  <c:v>6.9</c:v>
                </c:pt>
                <c:pt idx="465">
                  <c:v>6.8</c:v>
                </c:pt>
                <c:pt idx="466">
                  <c:v>7</c:v>
                </c:pt>
                <c:pt idx="467">
                  <c:v>5.4</c:v>
                </c:pt>
                <c:pt idx="468">
                  <c:v>5.9</c:v>
                </c:pt>
                <c:pt idx="469">
                  <c:v>6.2</c:v>
                </c:pt>
                <c:pt idx="470">
                  <c:v>7.1</c:v>
                </c:pt>
                <c:pt idx="471">
                  <c:v>7.7</c:v>
                </c:pt>
                <c:pt idx="472">
                  <c:v>7</c:v>
                </c:pt>
                <c:pt idx="473">
                  <c:v>7.6</c:v>
                </c:pt>
                <c:pt idx="474">
                  <c:v>7</c:v>
                </c:pt>
                <c:pt idx="475">
                  <c:v>6.9</c:v>
                </c:pt>
                <c:pt idx="476">
                  <c:v>7.2</c:v>
                </c:pt>
                <c:pt idx="477">
                  <c:v>6.6</c:v>
                </c:pt>
                <c:pt idx="478">
                  <c:v>7.1</c:v>
                </c:pt>
                <c:pt idx="479">
                  <c:v>7.2</c:v>
                </c:pt>
                <c:pt idx="480">
                  <c:v>8.1</c:v>
                </c:pt>
                <c:pt idx="481">
                  <c:v>7.4</c:v>
                </c:pt>
                <c:pt idx="482">
                  <c:v>8.1</c:v>
                </c:pt>
                <c:pt idx="483">
                  <c:v>4.7</c:v>
                </c:pt>
                <c:pt idx="484">
                  <c:v>8</c:v>
                </c:pt>
                <c:pt idx="485">
                  <c:v>5.4</c:v>
                </c:pt>
                <c:pt idx="486">
                  <c:v>6.1</c:v>
                </c:pt>
                <c:pt idx="487">
                  <c:v>7.9</c:v>
                </c:pt>
                <c:pt idx="488">
                  <c:v>7.5</c:v>
                </c:pt>
                <c:pt idx="489">
                  <c:v>7.3</c:v>
                </c:pt>
                <c:pt idx="490">
                  <c:v>6.2</c:v>
                </c:pt>
                <c:pt idx="491">
                  <c:v>7.4</c:v>
                </c:pt>
                <c:pt idx="492">
                  <c:v>8.6999999999999993</c:v>
                </c:pt>
                <c:pt idx="493">
                  <c:v>7.7</c:v>
                </c:pt>
                <c:pt idx="494">
                  <c:v>7.1</c:v>
                </c:pt>
                <c:pt idx="495">
                  <c:v>6</c:v>
                </c:pt>
                <c:pt idx="496">
                  <c:v>8.4</c:v>
                </c:pt>
                <c:pt idx="497">
                  <c:v>7.4</c:v>
                </c:pt>
                <c:pt idx="498">
                  <c:v>6.6</c:v>
                </c:pt>
                <c:pt idx="499">
                  <c:v>6.6</c:v>
                </c:pt>
                <c:pt idx="500">
                  <c:v>5.0999999999999996</c:v>
                </c:pt>
                <c:pt idx="501">
                  <c:v>7.7</c:v>
                </c:pt>
                <c:pt idx="502">
                  <c:v>8</c:v>
                </c:pt>
                <c:pt idx="503">
                  <c:v>6.6</c:v>
                </c:pt>
                <c:pt idx="504">
                  <c:v>7.2</c:v>
                </c:pt>
                <c:pt idx="505">
                  <c:v>5.5</c:v>
                </c:pt>
                <c:pt idx="506">
                  <c:v>8</c:v>
                </c:pt>
                <c:pt idx="507">
                  <c:v>5.2</c:v>
                </c:pt>
                <c:pt idx="508">
                  <c:v>7.9</c:v>
                </c:pt>
                <c:pt idx="509">
                  <c:v>7.6</c:v>
                </c:pt>
                <c:pt idx="510">
                  <c:v>6.2</c:v>
                </c:pt>
                <c:pt idx="511">
                  <c:v>7.2</c:v>
                </c:pt>
                <c:pt idx="512">
                  <c:v>7.4</c:v>
                </c:pt>
                <c:pt idx="513">
                  <c:v>7.7</c:v>
                </c:pt>
                <c:pt idx="514">
                  <c:v>7</c:v>
                </c:pt>
                <c:pt idx="515">
                  <c:v>5.3</c:v>
                </c:pt>
                <c:pt idx="516">
                  <c:v>7.4</c:v>
                </c:pt>
                <c:pt idx="517">
                  <c:v>6.3</c:v>
                </c:pt>
                <c:pt idx="518">
                  <c:v>6.1</c:v>
                </c:pt>
                <c:pt idx="519">
                  <c:v>7.2</c:v>
                </c:pt>
                <c:pt idx="520">
                  <c:v>7.6</c:v>
                </c:pt>
                <c:pt idx="521">
                  <c:v>7.4</c:v>
                </c:pt>
                <c:pt idx="522">
                  <c:v>7.4</c:v>
                </c:pt>
                <c:pt idx="523">
                  <c:v>7.2</c:v>
                </c:pt>
                <c:pt idx="524">
                  <c:v>7.5</c:v>
                </c:pt>
                <c:pt idx="525">
                  <c:v>8</c:v>
                </c:pt>
                <c:pt idx="526">
                  <c:v>7.4</c:v>
                </c:pt>
                <c:pt idx="527">
                  <c:v>7.3</c:v>
                </c:pt>
                <c:pt idx="528">
                  <c:v>8.5</c:v>
                </c:pt>
                <c:pt idx="529">
                  <c:v>7.4</c:v>
                </c:pt>
                <c:pt idx="530">
                  <c:v>7.2</c:v>
                </c:pt>
                <c:pt idx="531">
                  <c:v>4.0999999999999996</c:v>
                </c:pt>
                <c:pt idx="533">
                  <c:v>7.5</c:v>
                </c:pt>
                <c:pt idx="534">
                  <c:v>6.9</c:v>
                </c:pt>
                <c:pt idx="535">
                  <c:v>7.6</c:v>
                </c:pt>
                <c:pt idx="536">
                  <c:v>7.4</c:v>
                </c:pt>
                <c:pt idx="537">
                  <c:v>7.1</c:v>
                </c:pt>
                <c:pt idx="538">
                  <c:v>7.1</c:v>
                </c:pt>
                <c:pt idx="539">
                  <c:v>7.9</c:v>
                </c:pt>
                <c:pt idx="540">
                  <c:v>6.3</c:v>
                </c:pt>
                <c:pt idx="541">
                  <c:v>5</c:v>
                </c:pt>
                <c:pt idx="542">
                  <c:v>6.8</c:v>
                </c:pt>
                <c:pt idx="543">
                  <c:v>7.3</c:v>
                </c:pt>
                <c:pt idx="544">
                  <c:v>6.3</c:v>
                </c:pt>
                <c:pt idx="545">
                  <c:v>7.1</c:v>
                </c:pt>
                <c:pt idx="546">
                  <c:v>6.9</c:v>
                </c:pt>
                <c:pt idx="547">
                  <c:v>7.4</c:v>
                </c:pt>
                <c:pt idx="548">
                  <c:v>7.8</c:v>
                </c:pt>
                <c:pt idx="549">
                  <c:v>7.8</c:v>
                </c:pt>
                <c:pt idx="550">
                  <c:v>6.3</c:v>
                </c:pt>
                <c:pt idx="551">
                  <c:v>6.8</c:v>
                </c:pt>
                <c:pt idx="552">
                  <c:v>7.5</c:v>
                </c:pt>
                <c:pt idx="553">
                  <c:v>5.3</c:v>
                </c:pt>
                <c:pt idx="554">
                  <c:v>7.6</c:v>
                </c:pt>
                <c:pt idx="555">
                  <c:v>7.4</c:v>
                </c:pt>
                <c:pt idx="556">
                  <c:v>6.8</c:v>
                </c:pt>
                <c:pt idx="557">
                  <c:v>6.2</c:v>
                </c:pt>
                <c:pt idx="558">
                  <c:v>4.4000000000000004</c:v>
                </c:pt>
                <c:pt idx="559">
                  <c:v>6.6</c:v>
                </c:pt>
                <c:pt idx="560">
                  <c:v>5.7</c:v>
                </c:pt>
                <c:pt idx="561">
                  <c:v>7.5</c:v>
                </c:pt>
                <c:pt idx="562">
                  <c:v>7.3</c:v>
                </c:pt>
                <c:pt idx="563">
                  <c:v>7.2</c:v>
                </c:pt>
                <c:pt idx="564">
                  <c:v>8.6999999999999993</c:v>
                </c:pt>
                <c:pt idx="565">
                  <c:v>7.8</c:v>
                </c:pt>
                <c:pt idx="566">
                  <c:v>6.5</c:v>
                </c:pt>
                <c:pt idx="567">
                  <c:v>7.7</c:v>
                </c:pt>
                <c:pt idx="568">
                  <c:v>7.6</c:v>
                </c:pt>
                <c:pt idx="569">
                  <c:v>8.3000000000000007</c:v>
                </c:pt>
                <c:pt idx="570">
                  <c:v>6.1</c:v>
                </c:pt>
                <c:pt idx="572">
                  <c:v>8.1</c:v>
                </c:pt>
                <c:pt idx="573">
                  <c:v>7</c:v>
                </c:pt>
                <c:pt idx="574">
                  <c:v>6.9</c:v>
                </c:pt>
                <c:pt idx="575">
                  <c:v>8.1</c:v>
                </c:pt>
                <c:pt idx="576">
                  <c:v>7</c:v>
                </c:pt>
                <c:pt idx="577">
                  <c:v>5.6</c:v>
                </c:pt>
                <c:pt idx="578">
                  <c:v>6.8</c:v>
                </c:pt>
                <c:pt idx="579">
                  <c:v>7.1</c:v>
                </c:pt>
                <c:pt idx="580">
                  <c:v>7.2</c:v>
                </c:pt>
                <c:pt idx="581">
                  <c:v>8</c:v>
                </c:pt>
                <c:pt idx="582">
                  <c:v>8.4</c:v>
                </c:pt>
                <c:pt idx="583">
                  <c:v>7.2</c:v>
                </c:pt>
                <c:pt idx="584">
                  <c:v>5.2</c:v>
                </c:pt>
                <c:pt idx="585">
                  <c:v>7.9</c:v>
                </c:pt>
                <c:pt idx="586">
                  <c:v>5.2</c:v>
                </c:pt>
                <c:pt idx="587">
                  <c:v>2.9</c:v>
                </c:pt>
                <c:pt idx="588">
                  <c:v>5.2</c:v>
                </c:pt>
                <c:pt idx="589">
                  <c:v>4.2</c:v>
                </c:pt>
                <c:pt idx="590">
                  <c:v>5.0999999999999996</c:v>
                </c:pt>
                <c:pt idx="591">
                  <c:v>6.8</c:v>
                </c:pt>
                <c:pt idx="592">
                  <c:v>8.4</c:v>
                </c:pt>
                <c:pt idx="593">
                  <c:v>5.6</c:v>
                </c:pt>
                <c:pt idx="594">
                  <c:v>5.5</c:v>
                </c:pt>
                <c:pt idx="595">
                  <c:v>6.9</c:v>
                </c:pt>
                <c:pt idx="596">
                  <c:v>8</c:v>
                </c:pt>
                <c:pt idx="597">
                  <c:v>5.3</c:v>
                </c:pt>
                <c:pt idx="598">
                  <c:v>6.4</c:v>
                </c:pt>
                <c:pt idx="599">
                  <c:v>4.3</c:v>
                </c:pt>
                <c:pt idx="600">
                  <c:v>7.3</c:v>
                </c:pt>
                <c:pt idx="601">
                  <c:v>5.2</c:v>
                </c:pt>
                <c:pt idx="602">
                  <c:v>3.5</c:v>
                </c:pt>
                <c:pt idx="603">
                  <c:v>7</c:v>
                </c:pt>
                <c:pt idx="604">
                  <c:v>5.6</c:v>
                </c:pt>
                <c:pt idx="605">
                  <c:v>6.4</c:v>
                </c:pt>
                <c:pt idx="606">
                  <c:v>4.8</c:v>
                </c:pt>
                <c:pt idx="607">
                  <c:v>6.5</c:v>
                </c:pt>
                <c:pt idx="608">
                  <c:v>2.9</c:v>
                </c:pt>
                <c:pt idx="609">
                  <c:v>6.7</c:v>
                </c:pt>
                <c:pt idx="610">
                  <c:v>4.8</c:v>
                </c:pt>
                <c:pt idx="611">
                  <c:v>5.6</c:v>
                </c:pt>
                <c:pt idx="612">
                  <c:v>6.5</c:v>
                </c:pt>
                <c:pt idx="613">
                  <c:v>6.4</c:v>
                </c:pt>
                <c:pt idx="614">
                  <c:v>6.4</c:v>
                </c:pt>
                <c:pt idx="615">
                  <c:v>6.3</c:v>
                </c:pt>
                <c:pt idx="616">
                  <c:v>7.1</c:v>
                </c:pt>
                <c:pt idx="617">
                  <c:v>7.4</c:v>
                </c:pt>
                <c:pt idx="618">
                  <c:v>7.3</c:v>
                </c:pt>
                <c:pt idx="619">
                  <c:v>5.9</c:v>
                </c:pt>
                <c:pt idx="620">
                  <c:v>6.3</c:v>
                </c:pt>
                <c:pt idx="621">
                  <c:v>5.6</c:v>
                </c:pt>
                <c:pt idx="622">
                  <c:v>7.7</c:v>
                </c:pt>
                <c:pt idx="623">
                  <c:v>6.6</c:v>
                </c:pt>
                <c:pt idx="624">
                  <c:v>7.6</c:v>
                </c:pt>
                <c:pt idx="625">
                  <c:v>4.3</c:v>
                </c:pt>
                <c:pt idx="626">
                  <c:v>8.4</c:v>
                </c:pt>
                <c:pt idx="627">
                  <c:v>5.5</c:v>
                </c:pt>
                <c:pt idx="628">
                  <c:v>4.8</c:v>
                </c:pt>
                <c:pt idx="629">
                  <c:v>7.4</c:v>
                </c:pt>
                <c:pt idx="630">
                  <c:v>5.2</c:v>
                </c:pt>
                <c:pt idx="631">
                  <c:v>6.8</c:v>
                </c:pt>
                <c:pt idx="632">
                  <c:v>3.4</c:v>
                </c:pt>
                <c:pt idx="633">
                  <c:v>5.4</c:v>
                </c:pt>
                <c:pt idx="634">
                  <c:v>7.1</c:v>
                </c:pt>
                <c:pt idx="635">
                  <c:v>6.7</c:v>
                </c:pt>
                <c:pt idx="636">
                  <c:v>5.5</c:v>
                </c:pt>
                <c:pt idx="637">
                  <c:v>6.7</c:v>
                </c:pt>
                <c:pt idx="638">
                  <c:v>7</c:v>
                </c:pt>
                <c:pt idx="639">
                  <c:v>6.9</c:v>
                </c:pt>
                <c:pt idx="640">
                  <c:v>6.4</c:v>
                </c:pt>
                <c:pt idx="641">
                  <c:v>6.5</c:v>
                </c:pt>
                <c:pt idx="642">
                  <c:v>6.1</c:v>
                </c:pt>
                <c:pt idx="643">
                  <c:v>8</c:v>
                </c:pt>
                <c:pt idx="645">
                  <c:v>6.3</c:v>
                </c:pt>
                <c:pt idx="646">
                  <c:v>6.4</c:v>
                </c:pt>
                <c:pt idx="648">
                  <c:v>5.7</c:v>
                </c:pt>
                <c:pt idx="649">
                  <c:v>6.1</c:v>
                </c:pt>
                <c:pt idx="650">
                  <c:v>6.5</c:v>
                </c:pt>
                <c:pt idx="651">
                  <c:v>7.4</c:v>
                </c:pt>
                <c:pt idx="652">
                  <c:v>8.5</c:v>
                </c:pt>
                <c:pt idx="653">
                  <c:v>5.4</c:v>
                </c:pt>
                <c:pt idx="654">
                  <c:v>7.4</c:v>
                </c:pt>
                <c:pt idx="655">
                  <c:v>7.7</c:v>
                </c:pt>
                <c:pt idx="656">
                  <c:v>8.8000000000000007</c:v>
                </c:pt>
                <c:pt idx="657">
                  <c:v>7.1</c:v>
                </c:pt>
                <c:pt idx="658">
                  <c:v>8.4</c:v>
                </c:pt>
                <c:pt idx="659">
                  <c:v>8.3000000000000007</c:v>
                </c:pt>
                <c:pt idx="660">
                  <c:v>7.4</c:v>
                </c:pt>
                <c:pt idx="661">
                  <c:v>8.6</c:v>
                </c:pt>
                <c:pt idx="662">
                  <c:v>7.8</c:v>
                </c:pt>
                <c:pt idx="663">
                  <c:v>7.7</c:v>
                </c:pt>
                <c:pt idx="664">
                  <c:v>8.3000000000000007</c:v>
                </c:pt>
                <c:pt idx="665">
                  <c:v>7.7</c:v>
                </c:pt>
                <c:pt idx="666">
                  <c:v>7.4</c:v>
                </c:pt>
                <c:pt idx="667">
                  <c:v>8.4</c:v>
                </c:pt>
                <c:pt idx="668">
                  <c:v>8.1999999999999993</c:v>
                </c:pt>
                <c:pt idx="669">
                  <c:v>9</c:v>
                </c:pt>
                <c:pt idx="670">
                  <c:v>7.5</c:v>
                </c:pt>
                <c:pt idx="671">
                  <c:v>7.5</c:v>
                </c:pt>
                <c:pt idx="672">
                  <c:v>7.8</c:v>
                </c:pt>
                <c:pt idx="673">
                  <c:v>6.8</c:v>
                </c:pt>
                <c:pt idx="674">
                  <c:v>5.8</c:v>
                </c:pt>
                <c:pt idx="675">
                  <c:v>6.2</c:v>
                </c:pt>
                <c:pt idx="676">
                  <c:v>6.4</c:v>
                </c:pt>
                <c:pt idx="677">
                  <c:v>6.2</c:v>
                </c:pt>
                <c:pt idx="678">
                  <c:v>7.4</c:v>
                </c:pt>
                <c:pt idx="679">
                  <c:v>7.7</c:v>
                </c:pt>
                <c:pt idx="680">
                  <c:v>8.4</c:v>
                </c:pt>
                <c:pt idx="681">
                  <c:v>7.6</c:v>
                </c:pt>
                <c:pt idx="682">
                  <c:v>6</c:v>
                </c:pt>
                <c:pt idx="683">
                  <c:v>7.9</c:v>
                </c:pt>
                <c:pt idx="684">
                  <c:v>7.2</c:v>
                </c:pt>
                <c:pt idx="685">
                  <c:v>6.2</c:v>
                </c:pt>
                <c:pt idx="686">
                  <c:v>8.3000000000000007</c:v>
                </c:pt>
                <c:pt idx="687">
                  <c:v>6.6</c:v>
                </c:pt>
                <c:pt idx="688">
                  <c:v>7.5</c:v>
                </c:pt>
                <c:pt idx="689">
                  <c:v>7</c:v>
                </c:pt>
                <c:pt idx="690">
                  <c:v>6.4</c:v>
                </c:pt>
                <c:pt idx="691">
                  <c:v>5.9</c:v>
                </c:pt>
                <c:pt idx="692">
                  <c:v>6.6</c:v>
                </c:pt>
                <c:pt idx="693">
                  <c:v>6.4</c:v>
                </c:pt>
                <c:pt idx="694">
                  <c:v>4.5</c:v>
                </c:pt>
                <c:pt idx="695">
                  <c:v>5.9</c:v>
                </c:pt>
                <c:pt idx="696">
                  <c:v>8</c:v>
                </c:pt>
                <c:pt idx="697">
                  <c:v>7.9</c:v>
                </c:pt>
                <c:pt idx="698">
                  <c:v>7.4</c:v>
                </c:pt>
                <c:pt idx="699">
                  <c:v>6.8</c:v>
                </c:pt>
                <c:pt idx="700">
                  <c:v>7.3</c:v>
                </c:pt>
                <c:pt idx="701">
                  <c:v>8.1999999999999993</c:v>
                </c:pt>
                <c:pt idx="702">
                  <c:v>6</c:v>
                </c:pt>
                <c:pt idx="703">
                  <c:v>7.5</c:v>
                </c:pt>
                <c:pt idx="704">
                  <c:v>7.3</c:v>
                </c:pt>
                <c:pt idx="705">
                  <c:v>4.0999999999999996</c:v>
                </c:pt>
                <c:pt idx="706">
                  <c:v>6.2</c:v>
                </c:pt>
                <c:pt idx="707">
                  <c:v>8.1999999999999993</c:v>
                </c:pt>
                <c:pt idx="708">
                  <c:v>7.8</c:v>
                </c:pt>
                <c:pt idx="709">
                  <c:v>5.9</c:v>
                </c:pt>
                <c:pt idx="710">
                  <c:v>6.1</c:v>
                </c:pt>
                <c:pt idx="711">
                  <c:v>5.4</c:v>
                </c:pt>
                <c:pt idx="712">
                  <c:v>6.9</c:v>
                </c:pt>
                <c:pt idx="713">
                  <c:v>8.3000000000000007</c:v>
                </c:pt>
                <c:pt idx="714">
                  <c:v>5.6</c:v>
                </c:pt>
                <c:pt idx="715">
                  <c:v>5.4</c:v>
                </c:pt>
                <c:pt idx="716">
                  <c:v>3.3</c:v>
                </c:pt>
                <c:pt idx="717">
                  <c:v>6.4</c:v>
                </c:pt>
                <c:pt idx="718">
                  <c:v>8.1</c:v>
                </c:pt>
                <c:pt idx="719">
                  <c:v>8.1999999999999993</c:v>
                </c:pt>
                <c:pt idx="720">
                  <c:v>6.2</c:v>
                </c:pt>
                <c:pt idx="721">
                  <c:v>7.8</c:v>
                </c:pt>
                <c:pt idx="722">
                  <c:v>5</c:v>
                </c:pt>
                <c:pt idx="723">
                  <c:v>7.1</c:v>
                </c:pt>
                <c:pt idx="724">
                  <c:v>7.5</c:v>
                </c:pt>
                <c:pt idx="725">
                  <c:v>8</c:v>
                </c:pt>
                <c:pt idx="726">
                  <c:v>5.7</c:v>
                </c:pt>
                <c:pt idx="727">
                  <c:v>7.4</c:v>
                </c:pt>
                <c:pt idx="728">
                  <c:v>7.6</c:v>
                </c:pt>
                <c:pt idx="729">
                  <c:v>6.8</c:v>
                </c:pt>
                <c:pt idx="730">
                  <c:v>7.7</c:v>
                </c:pt>
                <c:pt idx="731">
                  <c:v>8</c:v>
                </c:pt>
                <c:pt idx="732">
                  <c:v>8.4</c:v>
                </c:pt>
                <c:pt idx="733">
                  <c:v>8.1999999999999993</c:v>
                </c:pt>
                <c:pt idx="734">
                  <c:v>7.4</c:v>
                </c:pt>
                <c:pt idx="735">
                  <c:v>7.1</c:v>
                </c:pt>
                <c:pt idx="736">
                  <c:v>7.2</c:v>
                </c:pt>
                <c:pt idx="737">
                  <c:v>7.4</c:v>
                </c:pt>
                <c:pt idx="738">
                  <c:v>6.3</c:v>
                </c:pt>
                <c:pt idx="739">
                  <c:v>6.5</c:v>
                </c:pt>
                <c:pt idx="740">
                  <c:v>8.1</c:v>
                </c:pt>
                <c:pt idx="741">
                  <c:v>5.8</c:v>
                </c:pt>
                <c:pt idx="742">
                  <c:v>8</c:v>
                </c:pt>
                <c:pt idx="743">
                  <c:v>7.7</c:v>
                </c:pt>
                <c:pt idx="744">
                  <c:v>6.8</c:v>
                </c:pt>
                <c:pt idx="745">
                  <c:v>7.1</c:v>
                </c:pt>
                <c:pt idx="746">
                  <c:v>8.1999999999999993</c:v>
                </c:pt>
                <c:pt idx="747">
                  <c:v>8.1</c:v>
                </c:pt>
                <c:pt idx="748">
                  <c:v>6.8</c:v>
                </c:pt>
                <c:pt idx="749">
                  <c:v>6.1</c:v>
                </c:pt>
                <c:pt idx="750">
                  <c:v>6.3</c:v>
                </c:pt>
                <c:pt idx="751">
                  <c:v>5.9</c:v>
                </c:pt>
                <c:pt idx="752">
                  <c:v>5.8</c:v>
                </c:pt>
                <c:pt idx="753">
                  <c:v>6.6</c:v>
                </c:pt>
                <c:pt idx="754">
                  <c:v>7.6</c:v>
                </c:pt>
                <c:pt idx="755">
                  <c:v>7.1</c:v>
                </c:pt>
                <c:pt idx="756">
                  <c:v>7</c:v>
                </c:pt>
                <c:pt idx="757">
                  <c:v>6.4</c:v>
                </c:pt>
                <c:pt idx="758">
                  <c:v>6.7</c:v>
                </c:pt>
                <c:pt idx="759">
                  <c:v>6.5</c:v>
                </c:pt>
                <c:pt idx="760">
                  <c:v>7.7</c:v>
                </c:pt>
                <c:pt idx="761">
                  <c:v>6.1</c:v>
                </c:pt>
                <c:pt idx="762">
                  <c:v>6.4</c:v>
                </c:pt>
                <c:pt idx="763">
                  <c:v>7.8</c:v>
                </c:pt>
                <c:pt idx="764">
                  <c:v>7.4</c:v>
                </c:pt>
                <c:pt idx="765">
                  <c:v>7.1</c:v>
                </c:pt>
                <c:pt idx="766">
                  <c:v>4.7</c:v>
                </c:pt>
                <c:pt idx="767">
                  <c:v>7</c:v>
                </c:pt>
                <c:pt idx="768">
                  <c:v>7.4</c:v>
                </c:pt>
                <c:pt idx="769">
                  <c:v>7.5</c:v>
                </c:pt>
                <c:pt idx="770">
                  <c:v>6.6</c:v>
                </c:pt>
                <c:pt idx="771">
                  <c:v>5</c:v>
                </c:pt>
                <c:pt idx="772">
                  <c:v>7.3</c:v>
                </c:pt>
                <c:pt idx="773">
                  <c:v>6.4</c:v>
                </c:pt>
                <c:pt idx="774">
                  <c:v>8.5</c:v>
                </c:pt>
                <c:pt idx="775">
                  <c:v>5.9</c:v>
                </c:pt>
                <c:pt idx="776">
                  <c:v>5.4</c:v>
                </c:pt>
                <c:pt idx="777">
                  <c:v>8.1</c:v>
                </c:pt>
                <c:pt idx="778">
                  <c:v>6</c:v>
                </c:pt>
                <c:pt idx="779">
                  <c:v>7.3</c:v>
                </c:pt>
                <c:pt idx="780">
                  <c:v>6.4</c:v>
                </c:pt>
                <c:pt idx="781">
                  <c:v>5.2</c:v>
                </c:pt>
                <c:pt idx="782">
                  <c:v>6</c:v>
                </c:pt>
                <c:pt idx="784">
                  <c:v>6.6</c:v>
                </c:pt>
                <c:pt idx="785">
                  <c:v>4.5999999999999996</c:v>
                </c:pt>
                <c:pt idx="786">
                  <c:v>7.3</c:v>
                </c:pt>
                <c:pt idx="787">
                  <c:v>8.1999999999999993</c:v>
                </c:pt>
                <c:pt idx="788">
                  <c:v>5.3</c:v>
                </c:pt>
                <c:pt idx="789">
                  <c:v>5.2</c:v>
                </c:pt>
                <c:pt idx="790">
                  <c:v>6.9</c:v>
                </c:pt>
                <c:pt idx="791">
                  <c:v>6.9</c:v>
                </c:pt>
                <c:pt idx="792">
                  <c:v>6.7</c:v>
                </c:pt>
                <c:pt idx="793">
                  <c:v>6.7</c:v>
                </c:pt>
                <c:pt idx="794">
                  <c:v>5.0999999999999996</c:v>
                </c:pt>
                <c:pt idx="795">
                  <c:v>4.2</c:v>
                </c:pt>
                <c:pt idx="796">
                  <c:v>5.8</c:v>
                </c:pt>
                <c:pt idx="797">
                  <c:v>2</c:v>
                </c:pt>
                <c:pt idx="798">
                  <c:v>6.9</c:v>
                </c:pt>
                <c:pt idx="799">
                  <c:v>7.6</c:v>
                </c:pt>
                <c:pt idx="800">
                  <c:v>5.5</c:v>
                </c:pt>
                <c:pt idx="801">
                  <c:v>7.2</c:v>
                </c:pt>
                <c:pt idx="802">
                  <c:v>6.6</c:v>
                </c:pt>
                <c:pt idx="803">
                  <c:v>5.0999999999999996</c:v>
                </c:pt>
                <c:pt idx="804">
                  <c:v>7.2</c:v>
                </c:pt>
                <c:pt idx="805">
                  <c:v>6</c:v>
                </c:pt>
                <c:pt idx="806">
                  <c:v>6.3</c:v>
                </c:pt>
                <c:pt idx="807">
                  <c:v>6.2</c:v>
                </c:pt>
                <c:pt idx="808">
                  <c:v>8.1</c:v>
                </c:pt>
                <c:pt idx="809">
                  <c:v>5.0999999999999996</c:v>
                </c:pt>
                <c:pt idx="810">
                  <c:v>7.9</c:v>
                </c:pt>
                <c:pt idx="811">
                  <c:v>6</c:v>
                </c:pt>
                <c:pt idx="812">
                  <c:v>5.2</c:v>
                </c:pt>
                <c:pt idx="813">
                  <c:v>5.8</c:v>
                </c:pt>
                <c:pt idx="814">
                  <c:v>4.5</c:v>
                </c:pt>
                <c:pt idx="815">
                  <c:v>5.3</c:v>
                </c:pt>
                <c:pt idx="816">
                  <c:v>5.6</c:v>
                </c:pt>
                <c:pt idx="817">
                  <c:v>7.2</c:v>
                </c:pt>
                <c:pt idx="818">
                  <c:v>9</c:v>
                </c:pt>
                <c:pt idx="819">
                  <c:v>3.2</c:v>
                </c:pt>
                <c:pt idx="820">
                  <c:v>6.3</c:v>
                </c:pt>
                <c:pt idx="821">
                  <c:v>6.3</c:v>
                </c:pt>
                <c:pt idx="822">
                  <c:v>7.1</c:v>
                </c:pt>
                <c:pt idx="823">
                  <c:v>6.4</c:v>
                </c:pt>
                <c:pt idx="824">
                  <c:v>3.9</c:v>
                </c:pt>
                <c:pt idx="825">
                  <c:v>6.9</c:v>
                </c:pt>
                <c:pt idx="826">
                  <c:v>7.5</c:v>
                </c:pt>
                <c:pt idx="827">
                  <c:v>5.9</c:v>
                </c:pt>
                <c:pt idx="828">
                  <c:v>6.1</c:v>
                </c:pt>
                <c:pt idx="829">
                  <c:v>4.3</c:v>
                </c:pt>
                <c:pt idx="830">
                  <c:v>5.0999999999999996</c:v>
                </c:pt>
                <c:pt idx="831">
                  <c:v>5</c:v>
                </c:pt>
                <c:pt idx="832">
                  <c:v>7.1</c:v>
                </c:pt>
                <c:pt idx="833">
                  <c:v>7.6</c:v>
                </c:pt>
                <c:pt idx="834">
                  <c:v>7.8</c:v>
                </c:pt>
                <c:pt idx="835">
                  <c:v>5.2</c:v>
                </c:pt>
                <c:pt idx="836">
                  <c:v>8.1999999999999993</c:v>
                </c:pt>
                <c:pt idx="837">
                  <c:v>7.8</c:v>
                </c:pt>
                <c:pt idx="838">
                  <c:v>8</c:v>
                </c:pt>
                <c:pt idx="839">
                  <c:v>3.8</c:v>
                </c:pt>
                <c:pt idx="840">
                  <c:v>6.5</c:v>
                </c:pt>
                <c:pt idx="841">
                  <c:v>7</c:v>
                </c:pt>
                <c:pt idx="842">
                  <c:v>6.5</c:v>
                </c:pt>
                <c:pt idx="843">
                  <c:v>6.3</c:v>
                </c:pt>
                <c:pt idx="844">
                  <c:v>6.7</c:v>
                </c:pt>
                <c:pt idx="845">
                  <c:v>6.4</c:v>
                </c:pt>
                <c:pt idx="847">
                  <c:v>5.9</c:v>
                </c:pt>
                <c:pt idx="848">
                  <c:v>6.8</c:v>
                </c:pt>
                <c:pt idx="849">
                  <c:v>6.7</c:v>
                </c:pt>
                <c:pt idx="850">
                  <c:v>5.3</c:v>
                </c:pt>
                <c:pt idx="851">
                  <c:v>4.9000000000000004</c:v>
                </c:pt>
                <c:pt idx="852">
                  <c:v>7</c:v>
                </c:pt>
                <c:pt idx="853">
                  <c:v>6.3</c:v>
                </c:pt>
                <c:pt idx="854">
                  <c:v>8.4</c:v>
                </c:pt>
                <c:pt idx="855">
                  <c:v>8.8000000000000007</c:v>
                </c:pt>
                <c:pt idx="856">
                  <c:v>9</c:v>
                </c:pt>
                <c:pt idx="857">
                  <c:v>8</c:v>
                </c:pt>
                <c:pt idx="858">
                  <c:v>6.1</c:v>
                </c:pt>
                <c:pt idx="859">
                  <c:v>7.2</c:v>
                </c:pt>
                <c:pt idx="860">
                  <c:v>7.6</c:v>
                </c:pt>
                <c:pt idx="861">
                  <c:v>7.8</c:v>
                </c:pt>
                <c:pt idx="862">
                  <c:v>7.8</c:v>
                </c:pt>
                <c:pt idx="863">
                  <c:v>6.5</c:v>
                </c:pt>
                <c:pt idx="864">
                  <c:v>8</c:v>
                </c:pt>
                <c:pt idx="865">
                  <c:v>7.5</c:v>
                </c:pt>
                <c:pt idx="866">
                  <c:v>8</c:v>
                </c:pt>
                <c:pt idx="867">
                  <c:v>6.7</c:v>
                </c:pt>
                <c:pt idx="868">
                  <c:v>7.6</c:v>
                </c:pt>
                <c:pt idx="869">
                  <c:v>7.2</c:v>
                </c:pt>
                <c:pt idx="870">
                  <c:v>8.1</c:v>
                </c:pt>
                <c:pt idx="871">
                  <c:v>5.7</c:v>
                </c:pt>
                <c:pt idx="872">
                  <c:v>8.1</c:v>
                </c:pt>
                <c:pt idx="873">
                  <c:v>7.5</c:v>
                </c:pt>
                <c:pt idx="874">
                  <c:v>7.8</c:v>
                </c:pt>
                <c:pt idx="875">
                  <c:v>7.4</c:v>
                </c:pt>
                <c:pt idx="876">
                  <c:v>7.5</c:v>
                </c:pt>
                <c:pt idx="877">
                  <c:v>6.5</c:v>
                </c:pt>
                <c:pt idx="878">
                  <c:v>8.8000000000000007</c:v>
                </c:pt>
                <c:pt idx="879">
                  <c:v>8.6999999999999993</c:v>
                </c:pt>
                <c:pt idx="880">
                  <c:v>5.6</c:v>
                </c:pt>
                <c:pt idx="881">
                  <c:v>6.5</c:v>
                </c:pt>
                <c:pt idx="882">
                  <c:v>6.5</c:v>
                </c:pt>
                <c:pt idx="883">
                  <c:v>6.4</c:v>
                </c:pt>
                <c:pt idx="884">
                  <c:v>8.1</c:v>
                </c:pt>
                <c:pt idx="885">
                  <c:v>8.3000000000000007</c:v>
                </c:pt>
                <c:pt idx="886">
                  <c:v>7.8</c:v>
                </c:pt>
                <c:pt idx="887">
                  <c:v>6.3</c:v>
                </c:pt>
                <c:pt idx="888">
                  <c:v>7.2</c:v>
                </c:pt>
                <c:pt idx="889">
                  <c:v>8</c:v>
                </c:pt>
                <c:pt idx="890">
                  <c:v>8.6</c:v>
                </c:pt>
                <c:pt idx="891">
                  <c:v>7.6</c:v>
                </c:pt>
                <c:pt idx="892">
                  <c:v>5.3</c:v>
                </c:pt>
                <c:pt idx="893">
                  <c:v>6.3</c:v>
                </c:pt>
                <c:pt idx="894">
                  <c:v>7.9</c:v>
                </c:pt>
                <c:pt idx="895">
                  <c:v>6.4</c:v>
                </c:pt>
                <c:pt idx="896">
                  <c:v>6.6</c:v>
                </c:pt>
                <c:pt idx="897">
                  <c:v>6.9</c:v>
                </c:pt>
                <c:pt idx="898">
                  <c:v>5.2</c:v>
                </c:pt>
                <c:pt idx="899">
                  <c:v>8.1</c:v>
                </c:pt>
                <c:pt idx="900">
                  <c:v>6.9</c:v>
                </c:pt>
                <c:pt idx="901">
                  <c:v>7.2</c:v>
                </c:pt>
                <c:pt idx="902">
                  <c:v>5.6</c:v>
                </c:pt>
                <c:pt idx="903">
                  <c:v>7</c:v>
                </c:pt>
                <c:pt idx="904">
                  <c:v>3.5</c:v>
                </c:pt>
                <c:pt idx="905">
                  <c:v>7.9</c:v>
                </c:pt>
                <c:pt idx="906">
                  <c:v>6.8</c:v>
                </c:pt>
                <c:pt idx="907">
                  <c:v>7.8</c:v>
                </c:pt>
                <c:pt idx="908">
                  <c:v>6.3</c:v>
                </c:pt>
                <c:pt idx="909">
                  <c:v>8.1</c:v>
                </c:pt>
                <c:pt idx="910">
                  <c:v>8.6</c:v>
                </c:pt>
                <c:pt idx="911">
                  <c:v>7.5</c:v>
                </c:pt>
                <c:pt idx="912">
                  <c:v>6.6</c:v>
                </c:pt>
                <c:pt idx="913">
                  <c:v>4.8</c:v>
                </c:pt>
                <c:pt idx="914">
                  <c:v>6.3</c:v>
                </c:pt>
                <c:pt idx="915">
                  <c:v>7.5</c:v>
                </c:pt>
                <c:pt idx="916">
                  <c:v>5.9</c:v>
                </c:pt>
                <c:pt idx="917">
                  <c:v>6.8</c:v>
                </c:pt>
                <c:pt idx="918">
                  <c:v>5.4</c:v>
                </c:pt>
                <c:pt idx="919">
                  <c:v>5.0999999999999996</c:v>
                </c:pt>
                <c:pt idx="920">
                  <c:v>5.5</c:v>
                </c:pt>
                <c:pt idx="921">
                  <c:v>8.1</c:v>
                </c:pt>
                <c:pt idx="922">
                  <c:v>8.3000000000000007</c:v>
                </c:pt>
                <c:pt idx="923">
                  <c:v>5.7</c:v>
                </c:pt>
                <c:pt idx="924">
                  <c:v>7.1</c:v>
                </c:pt>
                <c:pt idx="925">
                  <c:v>7.1</c:v>
                </c:pt>
                <c:pt idx="926">
                  <c:v>7.9</c:v>
                </c:pt>
                <c:pt idx="927">
                  <c:v>7.3</c:v>
                </c:pt>
                <c:pt idx="928">
                  <c:v>5.8</c:v>
                </c:pt>
                <c:pt idx="929">
                  <c:v>6.9</c:v>
                </c:pt>
                <c:pt idx="930">
                  <c:v>5.5</c:v>
                </c:pt>
                <c:pt idx="931">
                  <c:v>6.3</c:v>
                </c:pt>
                <c:pt idx="932">
                  <c:v>6.4</c:v>
                </c:pt>
                <c:pt idx="933">
                  <c:v>5.7</c:v>
                </c:pt>
                <c:pt idx="934">
                  <c:v>6.9</c:v>
                </c:pt>
                <c:pt idx="935">
                  <c:v>5.6</c:v>
                </c:pt>
                <c:pt idx="936">
                  <c:v>5.6</c:v>
                </c:pt>
                <c:pt idx="937">
                  <c:v>7.1</c:v>
                </c:pt>
                <c:pt idx="939">
                  <c:v>6.1</c:v>
                </c:pt>
                <c:pt idx="940">
                  <c:v>8</c:v>
                </c:pt>
                <c:pt idx="941">
                  <c:v>7.5</c:v>
                </c:pt>
                <c:pt idx="942">
                  <c:v>7.7</c:v>
                </c:pt>
                <c:pt idx="943">
                  <c:v>7.7</c:v>
                </c:pt>
                <c:pt idx="944">
                  <c:v>5.6</c:v>
                </c:pt>
                <c:pt idx="945">
                  <c:v>8.3000000000000007</c:v>
                </c:pt>
                <c:pt idx="946">
                  <c:v>5.3</c:v>
                </c:pt>
                <c:pt idx="947">
                  <c:v>7.1</c:v>
                </c:pt>
                <c:pt idx="948">
                  <c:v>6</c:v>
                </c:pt>
                <c:pt idx="949">
                  <c:v>5.6</c:v>
                </c:pt>
                <c:pt idx="950">
                  <c:v>7.3</c:v>
                </c:pt>
                <c:pt idx="951">
                  <c:v>6.4</c:v>
                </c:pt>
                <c:pt idx="952">
                  <c:v>7.1</c:v>
                </c:pt>
                <c:pt idx="953">
                  <c:v>8.1999999999999993</c:v>
                </c:pt>
                <c:pt idx="954">
                  <c:v>7.5</c:v>
                </c:pt>
                <c:pt idx="955">
                  <c:v>5.2</c:v>
                </c:pt>
                <c:pt idx="956">
                  <c:v>7.3</c:v>
                </c:pt>
                <c:pt idx="957">
                  <c:v>8</c:v>
                </c:pt>
                <c:pt idx="958">
                  <c:v>7.6</c:v>
                </c:pt>
                <c:pt idx="959">
                  <c:v>5.0999999999999996</c:v>
                </c:pt>
                <c:pt idx="960">
                  <c:v>7.8</c:v>
                </c:pt>
                <c:pt idx="961">
                  <c:v>8.3000000000000007</c:v>
                </c:pt>
                <c:pt idx="962">
                  <c:v>5</c:v>
                </c:pt>
                <c:pt idx="963">
                  <c:v>4.5999999999999996</c:v>
                </c:pt>
                <c:pt idx="964">
                  <c:v>7.4</c:v>
                </c:pt>
                <c:pt idx="965">
                  <c:v>6.2</c:v>
                </c:pt>
                <c:pt idx="966">
                  <c:v>6.9</c:v>
                </c:pt>
                <c:pt idx="967">
                  <c:v>6</c:v>
                </c:pt>
                <c:pt idx="968">
                  <c:v>5.8</c:v>
                </c:pt>
                <c:pt idx="969">
                  <c:v>8.1</c:v>
                </c:pt>
                <c:pt idx="970">
                  <c:v>7.3</c:v>
                </c:pt>
                <c:pt idx="971">
                  <c:v>8.1999999999999993</c:v>
                </c:pt>
                <c:pt idx="972">
                  <c:v>6.5</c:v>
                </c:pt>
                <c:pt idx="973">
                  <c:v>6.4</c:v>
                </c:pt>
                <c:pt idx="974">
                  <c:v>6.7</c:v>
                </c:pt>
                <c:pt idx="975">
                  <c:v>6.1</c:v>
                </c:pt>
                <c:pt idx="976">
                  <c:v>6.8</c:v>
                </c:pt>
                <c:pt idx="977">
                  <c:v>6</c:v>
                </c:pt>
                <c:pt idx="978">
                  <c:v>8.1999999999999993</c:v>
                </c:pt>
                <c:pt idx="979">
                  <c:v>7.7</c:v>
                </c:pt>
                <c:pt idx="980">
                  <c:v>6.6</c:v>
                </c:pt>
                <c:pt idx="981">
                  <c:v>6.1</c:v>
                </c:pt>
                <c:pt idx="982">
                  <c:v>6.4</c:v>
                </c:pt>
                <c:pt idx="983">
                  <c:v>6.8</c:v>
                </c:pt>
                <c:pt idx="984">
                  <c:v>7.6</c:v>
                </c:pt>
                <c:pt idx="985">
                  <c:v>4.8</c:v>
                </c:pt>
                <c:pt idx="986">
                  <c:v>6.2</c:v>
                </c:pt>
                <c:pt idx="987">
                  <c:v>6.5</c:v>
                </c:pt>
                <c:pt idx="988">
                  <c:v>4.5999999999999996</c:v>
                </c:pt>
                <c:pt idx="989">
                  <c:v>7.3</c:v>
                </c:pt>
                <c:pt idx="990">
                  <c:v>6.6</c:v>
                </c:pt>
                <c:pt idx="991">
                  <c:v>7.5</c:v>
                </c:pt>
                <c:pt idx="992">
                  <c:v>8.6</c:v>
                </c:pt>
                <c:pt idx="993">
                  <c:v>4.3</c:v>
                </c:pt>
                <c:pt idx="994">
                  <c:v>6.8</c:v>
                </c:pt>
                <c:pt idx="995">
                  <c:v>8.1</c:v>
                </c:pt>
                <c:pt idx="996">
                  <c:v>6.9</c:v>
                </c:pt>
                <c:pt idx="997">
                  <c:v>7</c:v>
                </c:pt>
                <c:pt idx="998">
                  <c:v>7.3</c:v>
                </c:pt>
                <c:pt idx="999">
                  <c:v>4</c:v>
                </c:pt>
                <c:pt idx="1000">
                  <c:v>6.4</c:v>
                </c:pt>
                <c:pt idx="1001">
                  <c:v>7.3</c:v>
                </c:pt>
                <c:pt idx="1002">
                  <c:v>7.9</c:v>
                </c:pt>
                <c:pt idx="1003">
                  <c:v>6.3</c:v>
                </c:pt>
                <c:pt idx="1004">
                  <c:v>6.5</c:v>
                </c:pt>
                <c:pt idx="1005">
                  <c:v>7.6</c:v>
                </c:pt>
                <c:pt idx="1006">
                  <c:v>7.2</c:v>
                </c:pt>
                <c:pt idx="1007">
                  <c:v>7.6</c:v>
                </c:pt>
                <c:pt idx="1008">
                  <c:v>8.1999999999999993</c:v>
                </c:pt>
                <c:pt idx="1009">
                  <c:v>6.7</c:v>
                </c:pt>
                <c:pt idx="1010">
                  <c:v>6.1</c:v>
                </c:pt>
                <c:pt idx="1011">
                  <c:v>7</c:v>
                </c:pt>
                <c:pt idx="1012">
                  <c:v>8.5</c:v>
                </c:pt>
                <c:pt idx="1013">
                  <c:v>8.6</c:v>
                </c:pt>
                <c:pt idx="1014">
                  <c:v>7.6</c:v>
                </c:pt>
                <c:pt idx="1015">
                  <c:v>7.9</c:v>
                </c:pt>
                <c:pt idx="1016">
                  <c:v>6.3</c:v>
                </c:pt>
                <c:pt idx="1017">
                  <c:v>5</c:v>
                </c:pt>
                <c:pt idx="1018">
                  <c:v>6.4</c:v>
                </c:pt>
                <c:pt idx="1019">
                  <c:v>7.8</c:v>
                </c:pt>
                <c:pt idx="1020">
                  <c:v>6.6</c:v>
                </c:pt>
                <c:pt idx="1021">
                  <c:v>7.8</c:v>
                </c:pt>
                <c:pt idx="1022">
                  <c:v>7.1</c:v>
                </c:pt>
                <c:pt idx="1023">
                  <c:v>6.9</c:v>
                </c:pt>
                <c:pt idx="1024">
                  <c:v>3.9</c:v>
                </c:pt>
                <c:pt idx="1025">
                  <c:v>6.9</c:v>
                </c:pt>
                <c:pt idx="1026">
                  <c:v>7</c:v>
                </c:pt>
                <c:pt idx="1027">
                  <c:v>6.8</c:v>
                </c:pt>
                <c:pt idx="1028">
                  <c:v>6.2</c:v>
                </c:pt>
                <c:pt idx="1029">
                  <c:v>8</c:v>
                </c:pt>
                <c:pt idx="1030">
                  <c:v>9</c:v>
                </c:pt>
                <c:pt idx="1031">
                  <c:v>5.3</c:v>
                </c:pt>
                <c:pt idx="1032">
                  <c:v>7.6</c:v>
                </c:pt>
                <c:pt idx="1033">
                  <c:v>7.6</c:v>
                </c:pt>
                <c:pt idx="1034">
                  <c:v>4.8</c:v>
                </c:pt>
                <c:pt idx="1035">
                  <c:v>6.9</c:v>
                </c:pt>
                <c:pt idx="1036">
                  <c:v>8.1999999999999993</c:v>
                </c:pt>
                <c:pt idx="1037">
                  <c:v>7.2</c:v>
                </c:pt>
                <c:pt idx="1038">
                  <c:v>8</c:v>
                </c:pt>
                <c:pt idx="1039">
                  <c:v>4.5999999999999996</c:v>
                </c:pt>
                <c:pt idx="1040">
                  <c:v>5.4</c:v>
                </c:pt>
                <c:pt idx="1041">
                  <c:v>8</c:v>
                </c:pt>
                <c:pt idx="1042">
                  <c:v>6</c:v>
                </c:pt>
                <c:pt idx="1043">
                  <c:v>7.2</c:v>
                </c:pt>
                <c:pt idx="1044">
                  <c:v>6.7</c:v>
                </c:pt>
                <c:pt idx="1045">
                  <c:v>6.8</c:v>
                </c:pt>
                <c:pt idx="1046">
                  <c:v>6.8</c:v>
                </c:pt>
                <c:pt idx="1047">
                  <c:v>6</c:v>
                </c:pt>
                <c:pt idx="1048">
                  <c:v>7</c:v>
                </c:pt>
                <c:pt idx="1049">
                  <c:v>7.8</c:v>
                </c:pt>
                <c:pt idx="1050">
                  <c:v>7.1</c:v>
                </c:pt>
                <c:pt idx="1051">
                  <c:v>7.6</c:v>
                </c:pt>
                <c:pt idx="1052">
                  <c:v>6.4</c:v>
                </c:pt>
                <c:pt idx="1053">
                  <c:v>5.8</c:v>
                </c:pt>
                <c:pt idx="1054">
                  <c:v>7.2</c:v>
                </c:pt>
                <c:pt idx="1055">
                  <c:v>7.3</c:v>
                </c:pt>
                <c:pt idx="1056">
                  <c:v>6.5</c:v>
                </c:pt>
                <c:pt idx="1057">
                  <c:v>6.5</c:v>
                </c:pt>
                <c:pt idx="1058">
                  <c:v>7.4</c:v>
                </c:pt>
                <c:pt idx="1059">
                  <c:v>5.0999999999999996</c:v>
                </c:pt>
                <c:pt idx="1060">
                  <c:v>7.9</c:v>
                </c:pt>
                <c:pt idx="1061">
                  <c:v>7.3</c:v>
                </c:pt>
                <c:pt idx="1062">
                  <c:v>6.2</c:v>
                </c:pt>
                <c:pt idx="1063">
                  <c:v>5.6</c:v>
                </c:pt>
                <c:pt idx="1064">
                  <c:v>7.5</c:v>
                </c:pt>
                <c:pt idx="1065">
                  <c:v>5</c:v>
                </c:pt>
                <c:pt idx="1066">
                  <c:v>6.4</c:v>
                </c:pt>
                <c:pt idx="1067">
                  <c:v>5.4</c:v>
                </c:pt>
                <c:pt idx="1068">
                  <c:v>7.1</c:v>
                </c:pt>
                <c:pt idx="1069">
                  <c:v>7.3</c:v>
                </c:pt>
                <c:pt idx="1070">
                  <c:v>5.3</c:v>
                </c:pt>
                <c:pt idx="1071">
                  <c:v>7.7</c:v>
                </c:pt>
                <c:pt idx="1072">
                  <c:v>4.5</c:v>
                </c:pt>
                <c:pt idx="1073">
                  <c:v>7</c:v>
                </c:pt>
                <c:pt idx="1074">
                  <c:v>6.7</c:v>
                </c:pt>
                <c:pt idx="1075">
                  <c:v>5.8</c:v>
                </c:pt>
                <c:pt idx="1076">
                  <c:v>5.4</c:v>
                </c:pt>
                <c:pt idx="1077">
                  <c:v>6.4</c:v>
                </c:pt>
                <c:pt idx="1078">
                  <c:v>7.3</c:v>
                </c:pt>
                <c:pt idx="1079">
                  <c:v>7.3</c:v>
                </c:pt>
                <c:pt idx="1080">
                  <c:v>6.6</c:v>
                </c:pt>
                <c:pt idx="1081">
                  <c:v>6.4</c:v>
                </c:pt>
                <c:pt idx="1082">
                  <c:v>7.8</c:v>
                </c:pt>
                <c:pt idx="1083">
                  <c:v>5.9</c:v>
                </c:pt>
                <c:pt idx="1084">
                  <c:v>7.3</c:v>
                </c:pt>
                <c:pt idx="1085">
                  <c:v>5.5</c:v>
                </c:pt>
                <c:pt idx="1086">
                  <c:v>6.7</c:v>
                </c:pt>
                <c:pt idx="1087">
                  <c:v>6.7</c:v>
                </c:pt>
                <c:pt idx="1088">
                  <c:v>6.4</c:v>
                </c:pt>
                <c:pt idx="1089">
                  <c:v>6.3</c:v>
                </c:pt>
                <c:pt idx="1090">
                  <c:v>6.2</c:v>
                </c:pt>
                <c:pt idx="1091">
                  <c:v>5.9</c:v>
                </c:pt>
                <c:pt idx="1092">
                  <c:v>5.0999999999999996</c:v>
                </c:pt>
                <c:pt idx="1093">
                  <c:v>4.5</c:v>
                </c:pt>
                <c:pt idx="1094">
                  <c:v>6.1</c:v>
                </c:pt>
                <c:pt idx="1095">
                  <c:v>7.4</c:v>
                </c:pt>
                <c:pt idx="1096">
                  <c:v>5.3</c:v>
                </c:pt>
                <c:pt idx="1097">
                  <c:v>5.2</c:v>
                </c:pt>
                <c:pt idx="1098">
                  <c:v>1.7</c:v>
                </c:pt>
                <c:pt idx="1099">
                  <c:v>7.2</c:v>
                </c:pt>
                <c:pt idx="1100">
                  <c:v>5.2</c:v>
                </c:pt>
                <c:pt idx="1101">
                  <c:v>6.4</c:v>
                </c:pt>
                <c:pt idx="1102">
                  <c:v>3.9</c:v>
                </c:pt>
                <c:pt idx="1103">
                  <c:v>5.6</c:v>
                </c:pt>
                <c:pt idx="1104">
                  <c:v>8.3000000000000007</c:v>
                </c:pt>
                <c:pt idx="1105">
                  <c:v>6.7</c:v>
                </c:pt>
                <c:pt idx="1106">
                  <c:v>5.8</c:v>
                </c:pt>
                <c:pt idx="1107">
                  <c:v>6.3</c:v>
                </c:pt>
                <c:pt idx="1108">
                  <c:v>7.8</c:v>
                </c:pt>
                <c:pt idx="1109">
                  <c:v>7.3</c:v>
                </c:pt>
                <c:pt idx="1110">
                  <c:v>7.3</c:v>
                </c:pt>
                <c:pt idx="1111">
                  <c:v>6.9</c:v>
                </c:pt>
                <c:pt idx="1112">
                  <c:v>6.3</c:v>
                </c:pt>
                <c:pt idx="1113">
                  <c:v>5.5</c:v>
                </c:pt>
                <c:pt idx="1114">
                  <c:v>5.5</c:v>
                </c:pt>
                <c:pt idx="1115">
                  <c:v>5.7</c:v>
                </c:pt>
                <c:pt idx="1116">
                  <c:v>6.2</c:v>
                </c:pt>
                <c:pt idx="1117">
                  <c:v>7.4</c:v>
                </c:pt>
                <c:pt idx="1118">
                  <c:v>4.9000000000000004</c:v>
                </c:pt>
                <c:pt idx="1119">
                  <c:v>7</c:v>
                </c:pt>
                <c:pt idx="1120">
                  <c:v>2.6</c:v>
                </c:pt>
                <c:pt idx="1121">
                  <c:v>8</c:v>
                </c:pt>
                <c:pt idx="1122">
                  <c:v>6.6</c:v>
                </c:pt>
                <c:pt idx="1123">
                  <c:v>7.1</c:v>
                </c:pt>
                <c:pt idx="1125">
                  <c:v>6.9</c:v>
                </c:pt>
                <c:pt idx="1126">
                  <c:v>3.8</c:v>
                </c:pt>
                <c:pt idx="1127">
                  <c:v>6.9</c:v>
                </c:pt>
                <c:pt idx="1128">
                  <c:v>4</c:v>
                </c:pt>
                <c:pt idx="1129">
                  <c:v>7.4</c:v>
                </c:pt>
                <c:pt idx="1130">
                  <c:v>4.8</c:v>
                </c:pt>
                <c:pt idx="1131">
                  <c:v>7.1</c:v>
                </c:pt>
                <c:pt idx="1132">
                  <c:v>8.6</c:v>
                </c:pt>
                <c:pt idx="1133">
                  <c:v>6.1</c:v>
                </c:pt>
                <c:pt idx="1134">
                  <c:v>6.1</c:v>
                </c:pt>
                <c:pt idx="1135">
                  <c:v>6</c:v>
                </c:pt>
                <c:pt idx="1136">
                  <c:v>5.0999999999999996</c:v>
                </c:pt>
                <c:pt idx="1137">
                  <c:v>8.8000000000000007</c:v>
                </c:pt>
                <c:pt idx="1138">
                  <c:v>8.5</c:v>
                </c:pt>
                <c:pt idx="1139">
                  <c:v>8.6999999999999993</c:v>
                </c:pt>
                <c:pt idx="1140">
                  <c:v>8.5</c:v>
                </c:pt>
                <c:pt idx="1141">
                  <c:v>8.4</c:v>
                </c:pt>
                <c:pt idx="1142">
                  <c:v>8.1999999999999993</c:v>
                </c:pt>
                <c:pt idx="1143">
                  <c:v>8.1999999999999993</c:v>
                </c:pt>
                <c:pt idx="1144">
                  <c:v>8.4</c:v>
                </c:pt>
                <c:pt idx="1145">
                  <c:v>8.6999999999999993</c:v>
                </c:pt>
                <c:pt idx="1146">
                  <c:v>7.6</c:v>
                </c:pt>
                <c:pt idx="1147">
                  <c:v>7.9</c:v>
                </c:pt>
                <c:pt idx="1148">
                  <c:v>8.6999999999999993</c:v>
                </c:pt>
                <c:pt idx="1149">
                  <c:v>8.3000000000000007</c:v>
                </c:pt>
                <c:pt idx="1150">
                  <c:v>7.8</c:v>
                </c:pt>
                <c:pt idx="1151">
                  <c:v>7.6</c:v>
                </c:pt>
                <c:pt idx="1152">
                  <c:v>7.3</c:v>
                </c:pt>
                <c:pt idx="1153">
                  <c:v>8.1</c:v>
                </c:pt>
                <c:pt idx="1154">
                  <c:v>6.8</c:v>
                </c:pt>
                <c:pt idx="1155">
                  <c:v>8.3000000000000007</c:v>
                </c:pt>
                <c:pt idx="1156">
                  <c:v>6.1</c:v>
                </c:pt>
                <c:pt idx="1157">
                  <c:v>8.1999999999999993</c:v>
                </c:pt>
                <c:pt idx="1158">
                  <c:v>8.1</c:v>
                </c:pt>
                <c:pt idx="1159">
                  <c:v>6.8</c:v>
                </c:pt>
                <c:pt idx="1160">
                  <c:v>7</c:v>
                </c:pt>
                <c:pt idx="1161">
                  <c:v>7.1</c:v>
                </c:pt>
                <c:pt idx="1162">
                  <c:v>5.3</c:v>
                </c:pt>
                <c:pt idx="1163">
                  <c:v>7.6</c:v>
                </c:pt>
                <c:pt idx="1164">
                  <c:v>7.5</c:v>
                </c:pt>
                <c:pt idx="1165">
                  <c:v>7.1</c:v>
                </c:pt>
                <c:pt idx="1166">
                  <c:v>7.9</c:v>
                </c:pt>
                <c:pt idx="1167">
                  <c:v>8.3000000000000007</c:v>
                </c:pt>
                <c:pt idx="1168">
                  <c:v>8.1999999999999993</c:v>
                </c:pt>
                <c:pt idx="1169">
                  <c:v>7.1</c:v>
                </c:pt>
                <c:pt idx="1170">
                  <c:v>5.4</c:v>
                </c:pt>
                <c:pt idx="1171">
                  <c:v>7.7</c:v>
                </c:pt>
                <c:pt idx="1172">
                  <c:v>7.7</c:v>
                </c:pt>
                <c:pt idx="1173">
                  <c:v>7.8</c:v>
                </c:pt>
                <c:pt idx="1174">
                  <c:v>6.5</c:v>
                </c:pt>
                <c:pt idx="1175">
                  <c:v>7.9</c:v>
                </c:pt>
                <c:pt idx="1176">
                  <c:v>6.7</c:v>
                </c:pt>
                <c:pt idx="1177">
                  <c:v>7.1</c:v>
                </c:pt>
                <c:pt idx="1178">
                  <c:v>8</c:v>
                </c:pt>
                <c:pt idx="1179">
                  <c:v>6.9</c:v>
                </c:pt>
                <c:pt idx="1180">
                  <c:v>8.8000000000000007</c:v>
                </c:pt>
                <c:pt idx="1181">
                  <c:v>7.7</c:v>
                </c:pt>
                <c:pt idx="1182">
                  <c:v>7.5</c:v>
                </c:pt>
                <c:pt idx="1183">
                  <c:v>9</c:v>
                </c:pt>
                <c:pt idx="1184">
                  <c:v>7.9</c:v>
                </c:pt>
                <c:pt idx="1185">
                  <c:v>7.8</c:v>
                </c:pt>
                <c:pt idx="1186">
                  <c:v>7.3</c:v>
                </c:pt>
                <c:pt idx="1187">
                  <c:v>6.3</c:v>
                </c:pt>
                <c:pt idx="1188">
                  <c:v>7.5</c:v>
                </c:pt>
                <c:pt idx="1189">
                  <c:v>7.1</c:v>
                </c:pt>
                <c:pt idx="1190">
                  <c:v>7.9</c:v>
                </c:pt>
                <c:pt idx="1191">
                  <c:v>7.3</c:v>
                </c:pt>
                <c:pt idx="1192">
                  <c:v>7.6</c:v>
                </c:pt>
                <c:pt idx="1193">
                  <c:v>7.2</c:v>
                </c:pt>
                <c:pt idx="1194">
                  <c:v>6.2</c:v>
                </c:pt>
                <c:pt idx="1195">
                  <c:v>7.8</c:v>
                </c:pt>
                <c:pt idx="1196">
                  <c:v>8.1</c:v>
                </c:pt>
                <c:pt idx="1197">
                  <c:v>7.9</c:v>
                </c:pt>
                <c:pt idx="1198">
                  <c:v>5.4</c:v>
                </c:pt>
                <c:pt idx="1199">
                  <c:v>7.4</c:v>
                </c:pt>
                <c:pt idx="1200">
                  <c:v>5.9</c:v>
                </c:pt>
                <c:pt idx="1201">
                  <c:v>6.3</c:v>
                </c:pt>
                <c:pt idx="1202">
                  <c:v>7.6</c:v>
                </c:pt>
                <c:pt idx="1203">
                  <c:v>8.3000000000000007</c:v>
                </c:pt>
                <c:pt idx="1204">
                  <c:v>6.8</c:v>
                </c:pt>
                <c:pt idx="1205">
                  <c:v>8.1999999999999993</c:v>
                </c:pt>
                <c:pt idx="1206">
                  <c:v>7.1</c:v>
                </c:pt>
                <c:pt idx="1207">
                  <c:v>8</c:v>
                </c:pt>
                <c:pt idx="1208">
                  <c:v>7.6</c:v>
                </c:pt>
                <c:pt idx="1209">
                  <c:v>6.6</c:v>
                </c:pt>
                <c:pt idx="1210">
                  <c:v>8.5</c:v>
                </c:pt>
                <c:pt idx="1211">
                  <c:v>8.1</c:v>
                </c:pt>
                <c:pt idx="1212">
                  <c:v>7.3</c:v>
                </c:pt>
                <c:pt idx="1213">
                  <c:v>7.7</c:v>
                </c:pt>
                <c:pt idx="1214">
                  <c:v>7.1</c:v>
                </c:pt>
                <c:pt idx="1215">
                  <c:v>5.5</c:v>
                </c:pt>
                <c:pt idx="1216">
                  <c:v>7.2</c:v>
                </c:pt>
                <c:pt idx="1217">
                  <c:v>7.4</c:v>
                </c:pt>
                <c:pt idx="1218">
                  <c:v>6.7</c:v>
                </c:pt>
                <c:pt idx="1219">
                  <c:v>6</c:v>
                </c:pt>
                <c:pt idx="1220">
                  <c:v>7.4</c:v>
                </c:pt>
                <c:pt idx="1221">
                  <c:v>6.6</c:v>
                </c:pt>
                <c:pt idx="1222">
                  <c:v>7.6</c:v>
                </c:pt>
                <c:pt idx="1223">
                  <c:v>7.3</c:v>
                </c:pt>
                <c:pt idx="1224">
                  <c:v>7.7</c:v>
                </c:pt>
                <c:pt idx="1225">
                  <c:v>7.5</c:v>
                </c:pt>
                <c:pt idx="1226">
                  <c:v>8.3000000000000007</c:v>
                </c:pt>
                <c:pt idx="1227">
                  <c:v>7.6</c:v>
                </c:pt>
                <c:pt idx="1228">
                  <c:v>6.8</c:v>
                </c:pt>
                <c:pt idx="1229">
                  <c:v>7.4</c:v>
                </c:pt>
                <c:pt idx="1230">
                  <c:v>7</c:v>
                </c:pt>
                <c:pt idx="1231">
                  <c:v>6.7</c:v>
                </c:pt>
                <c:pt idx="1232">
                  <c:v>6.9</c:v>
                </c:pt>
                <c:pt idx="1233">
                  <c:v>7.3</c:v>
                </c:pt>
                <c:pt idx="1234">
                  <c:v>8.6</c:v>
                </c:pt>
                <c:pt idx="1235">
                  <c:v>7.1</c:v>
                </c:pt>
                <c:pt idx="1236">
                  <c:v>6.4</c:v>
                </c:pt>
                <c:pt idx="1237">
                  <c:v>6.6</c:v>
                </c:pt>
                <c:pt idx="1238">
                  <c:v>5.3</c:v>
                </c:pt>
                <c:pt idx="1239">
                  <c:v>6.6</c:v>
                </c:pt>
                <c:pt idx="1240">
                  <c:v>6.2</c:v>
                </c:pt>
                <c:pt idx="1241">
                  <c:v>8</c:v>
                </c:pt>
                <c:pt idx="1242">
                  <c:v>7.3</c:v>
                </c:pt>
                <c:pt idx="1243">
                  <c:v>8.3000000000000007</c:v>
                </c:pt>
                <c:pt idx="1244">
                  <c:v>8.1999999999999993</c:v>
                </c:pt>
                <c:pt idx="1245">
                  <c:v>6.4</c:v>
                </c:pt>
                <c:pt idx="1246">
                  <c:v>6.3</c:v>
                </c:pt>
                <c:pt idx="1247">
                  <c:v>6.3</c:v>
                </c:pt>
                <c:pt idx="1248">
                  <c:v>5.3</c:v>
                </c:pt>
                <c:pt idx="1249">
                  <c:v>6.8</c:v>
                </c:pt>
                <c:pt idx="1250">
                  <c:v>6.6</c:v>
                </c:pt>
                <c:pt idx="1251">
                  <c:v>8.1999999999999993</c:v>
                </c:pt>
                <c:pt idx="1252">
                  <c:v>6.1</c:v>
                </c:pt>
                <c:pt idx="1253">
                  <c:v>7.6</c:v>
                </c:pt>
                <c:pt idx="1254">
                  <c:v>6.3</c:v>
                </c:pt>
                <c:pt idx="1255">
                  <c:v>7.5</c:v>
                </c:pt>
                <c:pt idx="1256">
                  <c:v>6.1</c:v>
                </c:pt>
                <c:pt idx="1257">
                  <c:v>7.6</c:v>
                </c:pt>
                <c:pt idx="1258">
                  <c:v>7.1</c:v>
                </c:pt>
                <c:pt idx="1259">
                  <c:v>7</c:v>
                </c:pt>
                <c:pt idx="1260">
                  <c:v>6.2</c:v>
                </c:pt>
                <c:pt idx="1261">
                  <c:v>4.3</c:v>
                </c:pt>
                <c:pt idx="1262">
                  <c:v>6.8</c:v>
                </c:pt>
                <c:pt idx="1263">
                  <c:v>7.7</c:v>
                </c:pt>
                <c:pt idx="1264">
                  <c:v>8.4</c:v>
                </c:pt>
                <c:pt idx="1265">
                  <c:v>7.9</c:v>
                </c:pt>
                <c:pt idx="1266">
                  <c:v>6.5</c:v>
                </c:pt>
                <c:pt idx="1267">
                  <c:v>6.7</c:v>
                </c:pt>
                <c:pt idx="1268">
                  <c:v>8.5</c:v>
                </c:pt>
                <c:pt idx="1269">
                  <c:v>8.4</c:v>
                </c:pt>
                <c:pt idx="1270">
                  <c:v>7.3</c:v>
                </c:pt>
                <c:pt idx="1271">
                  <c:v>7.6</c:v>
                </c:pt>
                <c:pt idx="1272">
                  <c:v>8.4</c:v>
                </c:pt>
                <c:pt idx="1273">
                  <c:v>6</c:v>
                </c:pt>
                <c:pt idx="1274">
                  <c:v>4.8</c:v>
                </c:pt>
                <c:pt idx="1275">
                  <c:v>5.3</c:v>
                </c:pt>
                <c:pt idx="1276">
                  <c:v>7.2</c:v>
                </c:pt>
                <c:pt idx="1277">
                  <c:v>7</c:v>
                </c:pt>
                <c:pt idx="1278">
                  <c:v>6.5</c:v>
                </c:pt>
                <c:pt idx="1279">
                  <c:v>5.9</c:v>
                </c:pt>
                <c:pt idx="1280">
                  <c:v>7.6</c:v>
                </c:pt>
                <c:pt idx="1281">
                  <c:v>7.2</c:v>
                </c:pt>
                <c:pt idx="1282">
                  <c:v>7</c:v>
                </c:pt>
                <c:pt idx="1283">
                  <c:v>7.1</c:v>
                </c:pt>
                <c:pt idx="1284">
                  <c:v>7.1</c:v>
                </c:pt>
                <c:pt idx="1285">
                  <c:v>5.9</c:v>
                </c:pt>
                <c:pt idx="1286">
                  <c:v>8.4</c:v>
                </c:pt>
                <c:pt idx="1287">
                  <c:v>8.1999999999999993</c:v>
                </c:pt>
                <c:pt idx="1288">
                  <c:v>7.3</c:v>
                </c:pt>
                <c:pt idx="1289">
                  <c:v>7.6</c:v>
                </c:pt>
                <c:pt idx="1290">
                  <c:v>6.3</c:v>
                </c:pt>
                <c:pt idx="1291">
                  <c:v>8.1999999999999993</c:v>
                </c:pt>
                <c:pt idx="1292">
                  <c:v>5.5</c:v>
                </c:pt>
                <c:pt idx="1293">
                  <c:v>8.4</c:v>
                </c:pt>
                <c:pt idx="1294">
                  <c:v>6.1</c:v>
                </c:pt>
                <c:pt idx="1295">
                  <c:v>6.3</c:v>
                </c:pt>
                <c:pt idx="1296">
                  <c:v>7.2</c:v>
                </c:pt>
                <c:pt idx="1297">
                  <c:v>7.7</c:v>
                </c:pt>
                <c:pt idx="1298">
                  <c:v>8.1</c:v>
                </c:pt>
                <c:pt idx="1299">
                  <c:v>6</c:v>
                </c:pt>
                <c:pt idx="1300">
                  <c:v>5.6</c:v>
                </c:pt>
                <c:pt idx="1301">
                  <c:v>7.2</c:v>
                </c:pt>
                <c:pt idx="1302">
                  <c:v>7.3</c:v>
                </c:pt>
                <c:pt idx="1303">
                  <c:v>7.3</c:v>
                </c:pt>
                <c:pt idx="1304">
                  <c:v>5.5</c:v>
                </c:pt>
                <c:pt idx="1305">
                  <c:v>5.7</c:v>
                </c:pt>
                <c:pt idx="1306">
                  <c:v>7.3</c:v>
                </c:pt>
                <c:pt idx="1307">
                  <c:v>7.1</c:v>
                </c:pt>
                <c:pt idx="1308">
                  <c:v>6.1</c:v>
                </c:pt>
                <c:pt idx="1309">
                  <c:v>4.8</c:v>
                </c:pt>
                <c:pt idx="1310">
                  <c:v>5.8</c:v>
                </c:pt>
                <c:pt idx="1311">
                  <c:v>4.0999999999999996</c:v>
                </c:pt>
                <c:pt idx="1312">
                  <c:v>5.8</c:v>
                </c:pt>
                <c:pt idx="1313">
                  <c:v>6.3</c:v>
                </c:pt>
                <c:pt idx="1314">
                  <c:v>5.7</c:v>
                </c:pt>
                <c:pt idx="1315">
                  <c:v>8.4</c:v>
                </c:pt>
                <c:pt idx="1316">
                  <c:v>6.7</c:v>
                </c:pt>
                <c:pt idx="1317">
                  <c:v>6.9</c:v>
                </c:pt>
                <c:pt idx="1318">
                  <c:v>7.5</c:v>
                </c:pt>
                <c:pt idx="1319">
                  <c:v>7</c:v>
                </c:pt>
                <c:pt idx="1320">
                  <c:v>7.6</c:v>
                </c:pt>
                <c:pt idx="1321">
                  <c:v>6.9</c:v>
                </c:pt>
                <c:pt idx="1322">
                  <c:v>5.8</c:v>
                </c:pt>
                <c:pt idx="1323">
                  <c:v>7.4</c:v>
                </c:pt>
                <c:pt idx="1324">
                  <c:v>8</c:v>
                </c:pt>
                <c:pt idx="1325">
                  <c:v>6.9</c:v>
                </c:pt>
                <c:pt idx="1326">
                  <c:v>6.7</c:v>
                </c:pt>
                <c:pt idx="1327">
                  <c:v>5.3</c:v>
                </c:pt>
                <c:pt idx="1328">
                  <c:v>7.8</c:v>
                </c:pt>
                <c:pt idx="1329">
                  <c:v>6.6</c:v>
                </c:pt>
                <c:pt idx="1330">
                  <c:v>8.4</c:v>
                </c:pt>
                <c:pt idx="1331">
                  <c:v>8.4</c:v>
                </c:pt>
                <c:pt idx="1332">
                  <c:v>8.6</c:v>
                </c:pt>
                <c:pt idx="1333">
                  <c:v>6</c:v>
                </c:pt>
                <c:pt idx="1334">
                  <c:v>8.4</c:v>
                </c:pt>
                <c:pt idx="1335">
                  <c:v>6.2</c:v>
                </c:pt>
                <c:pt idx="1336">
                  <c:v>5.4</c:v>
                </c:pt>
                <c:pt idx="1337">
                  <c:v>4.5999999999999996</c:v>
                </c:pt>
                <c:pt idx="1338">
                  <c:v>9.1999999999999993</c:v>
                </c:pt>
                <c:pt idx="1339">
                  <c:v>6.6</c:v>
                </c:pt>
                <c:pt idx="1340">
                  <c:v>7.5</c:v>
                </c:pt>
                <c:pt idx="1341">
                  <c:v>5.7</c:v>
                </c:pt>
                <c:pt idx="1342">
                  <c:v>7</c:v>
                </c:pt>
                <c:pt idx="1343">
                  <c:v>6.3</c:v>
                </c:pt>
                <c:pt idx="1344">
                  <c:v>6.2</c:v>
                </c:pt>
                <c:pt idx="1345">
                  <c:v>8.1999999999999993</c:v>
                </c:pt>
                <c:pt idx="1346">
                  <c:v>7.7</c:v>
                </c:pt>
                <c:pt idx="1347">
                  <c:v>6.4</c:v>
                </c:pt>
                <c:pt idx="1348">
                  <c:v>7.3</c:v>
                </c:pt>
                <c:pt idx="1349">
                  <c:v>8.1999999999999993</c:v>
                </c:pt>
                <c:pt idx="1350">
                  <c:v>8.1999999999999993</c:v>
                </c:pt>
                <c:pt idx="1351">
                  <c:v>6.8</c:v>
                </c:pt>
                <c:pt idx="1352">
                  <c:v>5.9</c:v>
                </c:pt>
                <c:pt idx="1353">
                  <c:v>6</c:v>
                </c:pt>
                <c:pt idx="1354">
                  <c:v>7.2</c:v>
                </c:pt>
                <c:pt idx="1355">
                  <c:v>5.5</c:v>
                </c:pt>
                <c:pt idx="1356">
                  <c:v>6.9</c:v>
                </c:pt>
                <c:pt idx="1357">
                  <c:v>8.6999999999999993</c:v>
                </c:pt>
                <c:pt idx="1358">
                  <c:v>8.1999999999999993</c:v>
                </c:pt>
                <c:pt idx="1359">
                  <c:v>7</c:v>
                </c:pt>
                <c:pt idx="1360">
                  <c:v>5.5</c:v>
                </c:pt>
                <c:pt idx="1361">
                  <c:v>7.4</c:v>
                </c:pt>
                <c:pt idx="1362">
                  <c:v>6.7</c:v>
                </c:pt>
                <c:pt idx="1363">
                  <c:v>5.9</c:v>
                </c:pt>
                <c:pt idx="1364">
                  <c:v>4.0999999999999996</c:v>
                </c:pt>
                <c:pt idx="1365">
                  <c:v>6.5</c:v>
                </c:pt>
                <c:pt idx="1366">
                  <c:v>5.4</c:v>
                </c:pt>
                <c:pt idx="1367">
                  <c:v>6</c:v>
                </c:pt>
                <c:pt idx="1368">
                  <c:v>6.1</c:v>
                </c:pt>
                <c:pt idx="1369">
                  <c:v>5.2</c:v>
                </c:pt>
                <c:pt idx="1370">
                  <c:v>7.4</c:v>
                </c:pt>
                <c:pt idx="1371">
                  <c:v>5.6</c:v>
                </c:pt>
                <c:pt idx="1372">
                  <c:v>7.5</c:v>
                </c:pt>
                <c:pt idx="1373">
                  <c:v>8.1999999999999993</c:v>
                </c:pt>
                <c:pt idx="1374">
                  <c:v>7.4</c:v>
                </c:pt>
                <c:pt idx="1375">
                  <c:v>7.9</c:v>
                </c:pt>
                <c:pt idx="1376">
                  <c:v>7.3</c:v>
                </c:pt>
                <c:pt idx="1377">
                  <c:v>5.7</c:v>
                </c:pt>
                <c:pt idx="1378">
                  <c:v>6.7</c:v>
                </c:pt>
                <c:pt idx="1379">
                  <c:v>5.5</c:v>
                </c:pt>
                <c:pt idx="1380">
                  <c:v>5.7</c:v>
                </c:pt>
                <c:pt idx="1381">
                  <c:v>5.7</c:v>
                </c:pt>
                <c:pt idx="1382">
                  <c:v>4.5</c:v>
                </c:pt>
                <c:pt idx="1383">
                  <c:v>5.3</c:v>
                </c:pt>
                <c:pt idx="1384">
                  <c:v>7.2</c:v>
                </c:pt>
                <c:pt idx="1385">
                  <c:v>5.9</c:v>
                </c:pt>
                <c:pt idx="1386">
                  <c:v>4.5</c:v>
                </c:pt>
                <c:pt idx="1387">
                  <c:v>6.1</c:v>
                </c:pt>
                <c:pt idx="1388">
                  <c:v>6.1</c:v>
                </c:pt>
                <c:pt idx="1389">
                  <c:v>6.7</c:v>
                </c:pt>
                <c:pt idx="1390">
                  <c:v>8.1</c:v>
                </c:pt>
                <c:pt idx="1391">
                  <c:v>6.6</c:v>
                </c:pt>
                <c:pt idx="1392">
                  <c:v>7.9</c:v>
                </c:pt>
                <c:pt idx="1393">
                  <c:v>6.8</c:v>
                </c:pt>
                <c:pt idx="1394">
                  <c:v>8.3000000000000007</c:v>
                </c:pt>
                <c:pt idx="1395">
                  <c:v>5.8</c:v>
                </c:pt>
                <c:pt idx="1396">
                  <c:v>5.9</c:v>
                </c:pt>
                <c:pt idx="1397">
                  <c:v>6.6</c:v>
                </c:pt>
                <c:pt idx="1398">
                  <c:v>7.5</c:v>
                </c:pt>
                <c:pt idx="1399">
                  <c:v>5</c:v>
                </c:pt>
                <c:pt idx="1400">
                  <c:v>8.1</c:v>
                </c:pt>
                <c:pt idx="1401">
                  <c:v>6.8</c:v>
                </c:pt>
                <c:pt idx="1402">
                  <c:v>6.5</c:v>
                </c:pt>
                <c:pt idx="1403">
                  <c:v>7.6</c:v>
                </c:pt>
                <c:pt idx="1404">
                  <c:v>6.8</c:v>
                </c:pt>
                <c:pt idx="1405">
                  <c:v>5.8</c:v>
                </c:pt>
                <c:pt idx="1406">
                  <c:v>6</c:v>
                </c:pt>
                <c:pt idx="1407">
                  <c:v>6.8</c:v>
                </c:pt>
                <c:pt idx="1408">
                  <c:v>6.6</c:v>
                </c:pt>
                <c:pt idx="1409">
                  <c:v>7.8</c:v>
                </c:pt>
                <c:pt idx="1410">
                  <c:v>5.3</c:v>
                </c:pt>
                <c:pt idx="1411">
                  <c:v>6.1</c:v>
                </c:pt>
                <c:pt idx="1412">
                  <c:v>7.7</c:v>
                </c:pt>
                <c:pt idx="1413">
                  <c:v>6.9</c:v>
                </c:pt>
                <c:pt idx="1414">
                  <c:v>7.4</c:v>
                </c:pt>
                <c:pt idx="1415">
                  <c:v>8</c:v>
                </c:pt>
                <c:pt idx="1416">
                  <c:v>5.3</c:v>
                </c:pt>
                <c:pt idx="1417">
                  <c:v>7.7</c:v>
                </c:pt>
                <c:pt idx="1418">
                  <c:v>4.0999999999999996</c:v>
                </c:pt>
                <c:pt idx="1419">
                  <c:v>6.7</c:v>
                </c:pt>
                <c:pt idx="1420">
                  <c:v>7.1</c:v>
                </c:pt>
                <c:pt idx="1421">
                  <c:v>7.9</c:v>
                </c:pt>
                <c:pt idx="1422">
                  <c:v>5.5</c:v>
                </c:pt>
                <c:pt idx="1423">
                  <c:v>7.6</c:v>
                </c:pt>
                <c:pt idx="1424">
                  <c:v>7.9</c:v>
                </c:pt>
                <c:pt idx="1425">
                  <c:v>5.6</c:v>
                </c:pt>
                <c:pt idx="1426">
                  <c:v>6.8</c:v>
                </c:pt>
                <c:pt idx="1427">
                  <c:v>7.4</c:v>
                </c:pt>
                <c:pt idx="1428">
                  <c:v>6.4</c:v>
                </c:pt>
                <c:pt idx="1429">
                  <c:v>7.9</c:v>
                </c:pt>
                <c:pt idx="1430">
                  <c:v>4.9000000000000004</c:v>
                </c:pt>
                <c:pt idx="1431">
                  <c:v>7.2</c:v>
                </c:pt>
                <c:pt idx="1432">
                  <c:v>7.3</c:v>
                </c:pt>
                <c:pt idx="1433">
                  <c:v>5.0999999999999996</c:v>
                </c:pt>
                <c:pt idx="1434">
                  <c:v>5.7</c:v>
                </c:pt>
                <c:pt idx="1435">
                  <c:v>8.1</c:v>
                </c:pt>
                <c:pt idx="1436">
                  <c:v>8.3000000000000007</c:v>
                </c:pt>
                <c:pt idx="1437">
                  <c:v>6.8</c:v>
                </c:pt>
                <c:pt idx="1438">
                  <c:v>8.4</c:v>
                </c:pt>
                <c:pt idx="1439">
                  <c:v>7.4</c:v>
                </c:pt>
                <c:pt idx="1440">
                  <c:v>3.6</c:v>
                </c:pt>
                <c:pt idx="1441">
                  <c:v>8.1</c:v>
                </c:pt>
                <c:pt idx="1442">
                  <c:v>6.7</c:v>
                </c:pt>
                <c:pt idx="1443">
                  <c:v>5.6</c:v>
                </c:pt>
                <c:pt idx="1444">
                  <c:v>7.8</c:v>
                </c:pt>
                <c:pt idx="1445">
                  <c:v>6.6</c:v>
                </c:pt>
                <c:pt idx="1446">
                  <c:v>7.4</c:v>
                </c:pt>
                <c:pt idx="1447">
                  <c:v>6.2</c:v>
                </c:pt>
                <c:pt idx="1448">
                  <c:v>7.7</c:v>
                </c:pt>
                <c:pt idx="1449">
                  <c:v>6.3</c:v>
                </c:pt>
                <c:pt idx="1450">
                  <c:v>5.7</c:v>
                </c:pt>
                <c:pt idx="1451">
                  <c:v>3.1</c:v>
                </c:pt>
                <c:pt idx="1452">
                  <c:v>7.4</c:v>
                </c:pt>
                <c:pt idx="1453">
                  <c:v>6.1</c:v>
                </c:pt>
                <c:pt idx="1454">
                  <c:v>7.7</c:v>
                </c:pt>
                <c:pt idx="1455">
                  <c:v>6.2</c:v>
                </c:pt>
                <c:pt idx="1456">
                  <c:v>6.4</c:v>
                </c:pt>
                <c:pt idx="1457">
                  <c:v>7.1</c:v>
                </c:pt>
                <c:pt idx="1458">
                  <c:v>5.6</c:v>
                </c:pt>
                <c:pt idx="1459">
                  <c:v>7.4</c:v>
                </c:pt>
                <c:pt idx="1460">
                  <c:v>5.8</c:v>
                </c:pt>
                <c:pt idx="1461">
                  <c:v>7.3</c:v>
                </c:pt>
                <c:pt idx="1462">
                  <c:v>6.5</c:v>
                </c:pt>
                <c:pt idx="1463">
                  <c:v>6</c:v>
                </c:pt>
                <c:pt idx="1464">
                  <c:v>5.9</c:v>
                </c:pt>
                <c:pt idx="1465">
                  <c:v>6.2</c:v>
                </c:pt>
                <c:pt idx="1466">
                  <c:v>7.7</c:v>
                </c:pt>
                <c:pt idx="1467">
                  <c:v>6.7</c:v>
                </c:pt>
                <c:pt idx="1468">
                  <c:v>8.3000000000000007</c:v>
                </c:pt>
                <c:pt idx="1469">
                  <c:v>5.4</c:v>
                </c:pt>
                <c:pt idx="1470">
                  <c:v>5.4</c:v>
                </c:pt>
                <c:pt idx="1471">
                  <c:v>6.9</c:v>
                </c:pt>
                <c:pt idx="1472">
                  <c:v>6.3</c:v>
                </c:pt>
                <c:pt idx="1473">
                  <c:v>7.1</c:v>
                </c:pt>
                <c:pt idx="1474">
                  <c:v>6.3</c:v>
                </c:pt>
                <c:pt idx="1475">
                  <c:v>8.1999999999999993</c:v>
                </c:pt>
                <c:pt idx="1476">
                  <c:v>7.6</c:v>
                </c:pt>
                <c:pt idx="1477">
                  <c:v>6.9</c:v>
                </c:pt>
                <c:pt idx="1478">
                  <c:v>7.8</c:v>
                </c:pt>
                <c:pt idx="1479">
                  <c:v>7.4</c:v>
                </c:pt>
                <c:pt idx="1480">
                  <c:v>5.9</c:v>
                </c:pt>
                <c:pt idx="1481">
                  <c:v>6.7</c:v>
                </c:pt>
                <c:pt idx="1482">
                  <c:v>7.5</c:v>
                </c:pt>
                <c:pt idx="1483">
                  <c:v>7</c:v>
                </c:pt>
                <c:pt idx="1484">
                  <c:v>5.7</c:v>
                </c:pt>
                <c:pt idx="1485">
                  <c:v>7</c:v>
                </c:pt>
                <c:pt idx="1486">
                  <c:v>7.1</c:v>
                </c:pt>
                <c:pt idx="1487">
                  <c:v>7.5</c:v>
                </c:pt>
                <c:pt idx="1488">
                  <c:v>8.8000000000000007</c:v>
                </c:pt>
                <c:pt idx="1489">
                  <c:v>8.4</c:v>
                </c:pt>
                <c:pt idx="1490">
                  <c:v>7.2</c:v>
                </c:pt>
                <c:pt idx="1491">
                  <c:v>5.6</c:v>
                </c:pt>
                <c:pt idx="1492">
                  <c:v>7.7</c:v>
                </c:pt>
                <c:pt idx="1493">
                  <c:v>5.8</c:v>
                </c:pt>
                <c:pt idx="1494">
                  <c:v>6.2</c:v>
                </c:pt>
                <c:pt idx="1495">
                  <c:v>8</c:v>
                </c:pt>
                <c:pt idx="1496">
                  <c:v>6.9</c:v>
                </c:pt>
                <c:pt idx="1497">
                  <c:v>7.1</c:v>
                </c:pt>
                <c:pt idx="1498">
                  <c:v>6.8</c:v>
                </c:pt>
                <c:pt idx="1499">
                  <c:v>7.3</c:v>
                </c:pt>
                <c:pt idx="1500">
                  <c:v>6.2</c:v>
                </c:pt>
                <c:pt idx="1501">
                  <c:v>7.3</c:v>
                </c:pt>
                <c:pt idx="1502">
                  <c:v>6.7</c:v>
                </c:pt>
                <c:pt idx="1503">
                  <c:v>5.3</c:v>
                </c:pt>
                <c:pt idx="1504">
                  <c:v>6.5</c:v>
                </c:pt>
                <c:pt idx="1505">
                  <c:v>7.5</c:v>
                </c:pt>
                <c:pt idx="1506">
                  <c:v>7.1</c:v>
                </c:pt>
                <c:pt idx="1507">
                  <c:v>6.6</c:v>
                </c:pt>
                <c:pt idx="1508">
                  <c:v>4.4000000000000004</c:v>
                </c:pt>
                <c:pt idx="1509">
                  <c:v>7.6</c:v>
                </c:pt>
                <c:pt idx="1510">
                  <c:v>7.3</c:v>
                </c:pt>
                <c:pt idx="1511">
                  <c:v>6.3</c:v>
                </c:pt>
                <c:pt idx="1512">
                  <c:v>7.1</c:v>
                </c:pt>
                <c:pt idx="1513">
                  <c:v>6.3</c:v>
                </c:pt>
                <c:pt idx="1514">
                  <c:v>5</c:v>
                </c:pt>
                <c:pt idx="1515">
                  <c:v>6.1</c:v>
                </c:pt>
                <c:pt idx="1516">
                  <c:v>5.9</c:v>
                </c:pt>
                <c:pt idx="1518">
                  <c:v>7.4</c:v>
                </c:pt>
                <c:pt idx="1519">
                  <c:v>6.9</c:v>
                </c:pt>
                <c:pt idx="1520">
                  <c:v>7.2</c:v>
                </c:pt>
                <c:pt idx="1521">
                  <c:v>7.9</c:v>
                </c:pt>
                <c:pt idx="1522">
                  <c:v>7.5</c:v>
                </c:pt>
                <c:pt idx="1523">
                  <c:v>7.3</c:v>
                </c:pt>
                <c:pt idx="1524">
                  <c:v>6.4</c:v>
                </c:pt>
                <c:pt idx="1525">
                  <c:v>6.1</c:v>
                </c:pt>
                <c:pt idx="1526">
                  <c:v>5.8</c:v>
                </c:pt>
                <c:pt idx="1527">
                  <c:v>5.5</c:v>
                </c:pt>
                <c:pt idx="1528">
                  <c:v>8.8000000000000007</c:v>
                </c:pt>
                <c:pt idx="1529">
                  <c:v>3.7</c:v>
                </c:pt>
                <c:pt idx="1530">
                  <c:v>6.3</c:v>
                </c:pt>
                <c:pt idx="1531">
                  <c:v>6.1</c:v>
                </c:pt>
                <c:pt idx="1532">
                  <c:v>6.5</c:v>
                </c:pt>
                <c:pt idx="1533">
                  <c:v>5.9</c:v>
                </c:pt>
                <c:pt idx="1534">
                  <c:v>7.9</c:v>
                </c:pt>
                <c:pt idx="1535">
                  <c:v>6.2</c:v>
                </c:pt>
                <c:pt idx="1536">
                  <c:v>6.6</c:v>
                </c:pt>
                <c:pt idx="1537">
                  <c:v>6.1</c:v>
                </c:pt>
                <c:pt idx="1538">
                  <c:v>5.8</c:v>
                </c:pt>
                <c:pt idx="1539">
                  <c:v>5.0999999999999996</c:v>
                </c:pt>
                <c:pt idx="1540">
                  <c:v>8.1</c:v>
                </c:pt>
                <c:pt idx="1541">
                  <c:v>5.8</c:v>
                </c:pt>
                <c:pt idx="1542">
                  <c:v>6.6</c:v>
                </c:pt>
                <c:pt idx="1543">
                  <c:v>7</c:v>
                </c:pt>
                <c:pt idx="1544">
                  <c:v>7.2</c:v>
                </c:pt>
                <c:pt idx="1545">
                  <c:v>5.0999999999999996</c:v>
                </c:pt>
                <c:pt idx="1546">
                  <c:v>1.9</c:v>
                </c:pt>
                <c:pt idx="1547">
                  <c:v>5</c:v>
                </c:pt>
                <c:pt idx="1548">
                  <c:v>6.5</c:v>
                </c:pt>
                <c:pt idx="1549">
                  <c:v>7.3</c:v>
                </c:pt>
                <c:pt idx="1550">
                  <c:v>6.5</c:v>
                </c:pt>
                <c:pt idx="1551">
                  <c:v>7.7</c:v>
                </c:pt>
                <c:pt idx="1552">
                  <c:v>2.8</c:v>
                </c:pt>
                <c:pt idx="1553">
                  <c:v>7.1</c:v>
                </c:pt>
                <c:pt idx="1554">
                  <c:v>2.7</c:v>
                </c:pt>
                <c:pt idx="1555">
                  <c:v>7.4</c:v>
                </c:pt>
                <c:pt idx="1556">
                  <c:v>7.2</c:v>
                </c:pt>
                <c:pt idx="1557">
                  <c:v>7.3</c:v>
                </c:pt>
                <c:pt idx="1558">
                  <c:v>5.4</c:v>
                </c:pt>
                <c:pt idx="1559">
                  <c:v>6.8</c:v>
                </c:pt>
                <c:pt idx="1560">
                  <c:v>6.8</c:v>
                </c:pt>
                <c:pt idx="1561">
                  <c:v>6.2</c:v>
                </c:pt>
                <c:pt idx="1562">
                  <c:v>6.3</c:v>
                </c:pt>
                <c:pt idx="1563">
                  <c:v>5.7</c:v>
                </c:pt>
                <c:pt idx="1564">
                  <c:v>5.4</c:v>
                </c:pt>
                <c:pt idx="1565">
                  <c:v>6.8</c:v>
                </c:pt>
                <c:pt idx="1566">
                  <c:v>5.3</c:v>
                </c:pt>
                <c:pt idx="1567">
                  <c:v>6</c:v>
                </c:pt>
                <c:pt idx="1568">
                  <c:v>7.8</c:v>
                </c:pt>
                <c:pt idx="1569">
                  <c:v>6.7</c:v>
                </c:pt>
                <c:pt idx="1570">
                  <c:v>7</c:v>
                </c:pt>
                <c:pt idx="1571">
                  <c:v>6.6</c:v>
                </c:pt>
                <c:pt idx="1572">
                  <c:v>5.9</c:v>
                </c:pt>
                <c:pt idx="1573">
                  <c:v>7.5</c:v>
                </c:pt>
                <c:pt idx="1574">
                  <c:v>5.4</c:v>
                </c:pt>
                <c:pt idx="1575">
                  <c:v>6.8</c:v>
                </c:pt>
                <c:pt idx="1576">
                  <c:v>6.6</c:v>
                </c:pt>
                <c:pt idx="1577">
                  <c:v>7</c:v>
                </c:pt>
                <c:pt idx="1578">
                  <c:v>5</c:v>
                </c:pt>
                <c:pt idx="1579">
                  <c:v>8.4</c:v>
                </c:pt>
                <c:pt idx="1580">
                  <c:v>7.2</c:v>
                </c:pt>
                <c:pt idx="1581">
                  <c:v>5.9</c:v>
                </c:pt>
                <c:pt idx="1582">
                  <c:v>7.7</c:v>
                </c:pt>
                <c:pt idx="1583">
                  <c:v>7.3</c:v>
                </c:pt>
                <c:pt idx="1584">
                  <c:v>6.9</c:v>
                </c:pt>
                <c:pt idx="1585">
                  <c:v>5.2</c:v>
                </c:pt>
                <c:pt idx="1587">
                  <c:v>6.5</c:v>
                </c:pt>
                <c:pt idx="1588">
                  <c:v>5.5</c:v>
                </c:pt>
                <c:pt idx="1589">
                  <c:v>7.5</c:v>
                </c:pt>
                <c:pt idx="1590">
                  <c:v>6.4</c:v>
                </c:pt>
                <c:pt idx="1591">
                  <c:v>4.7</c:v>
                </c:pt>
                <c:pt idx="1592">
                  <c:v>7.3</c:v>
                </c:pt>
                <c:pt idx="1593">
                  <c:v>6.6</c:v>
                </c:pt>
                <c:pt idx="1594">
                  <c:v>8.3000000000000007</c:v>
                </c:pt>
                <c:pt idx="1595">
                  <c:v>3.6</c:v>
                </c:pt>
                <c:pt idx="1596">
                  <c:v>7.5</c:v>
                </c:pt>
                <c:pt idx="1597">
                  <c:v>5.0999999999999996</c:v>
                </c:pt>
                <c:pt idx="1598">
                  <c:v>5.6</c:v>
                </c:pt>
                <c:pt idx="1599">
                  <c:v>6.2</c:v>
                </c:pt>
                <c:pt idx="1600">
                  <c:v>7.1</c:v>
                </c:pt>
                <c:pt idx="1601">
                  <c:v>7.4</c:v>
                </c:pt>
                <c:pt idx="1602">
                  <c:v>5.0999999999999996</c:v>
                </c:pt>
                <c:pt idx="1603">
                  <c:v>6.4</c:v>
                </c:pt>
                <c:pt idx="1604">
                  <c:v>7.5</c:v>
                </c:pt>
                <c:pt idx="1605">
                  <c:v>6.6</c:v>
                </c:pt>
                <c:pt idx="1606">
                  <c:v>4.8</c:v>
                </c:pt>
                <c:pt idx="1607">
                  <c:v>6.6</c:v>
                </c:pt>
                <c:pt idx="1608">
                  <c:v>4.5</c:v>
                </c:pt>
                <c:pt idx="1609">
                  <c:v>4.8</c:v>
                </c:pt>
                <c:pt idx="1610">
                  <c:v>6.5</c:v>
                </c:pt>
                <c:pt idx="1611">
                  <c:v>5.9</c:v>
                </c:pt>
                <c:pt idx="1612">
                  <c:v>3.8</c:v>
                </c:pt>
                <c:pt idx="1613">
                  <c:v>5.2</c:v>
                </c:pt>
                <c:pt idx="1614">
                  <c:v>5.6</c:v>
                </c:pt>
                <c:pt idx="1615">
                  <c:v>4.4000000000000004</c:v>
                </c:pt>
                <c:pt idx="1616">
                  <c:v>6.2</c:v>
                </c:pt>
                <c:pt idx="1617">
                  <c:v>7.2</c:v>
                </c:pt>
                <c:pt idx="1618">
                  <c:v>7</c:v>
                </c:pt>
                <c:pt idx="1619">
                  <c:v>5</c:v>
                </c:pt>
                <c:pt idx="1620">
                  <c:v>6.6</c:v>
                </c:pt>
                <c:pt idx="1621">
                  <c:v>7.9</c:v>
                </c:pt>
                <c:pt idx="1622">
                  <c:v>4.7</c:v>
                </c:pt>
                <c:pt idx="1623">
                  <c:v>6.8</c:v>
                </c:pt>
                <c:pt idx="1624">
                  <c:v>5.4</c:v>
                </c:pt>
                <c:pt idx="1625">
                  <c:v>6.8</c:v>
                </c:pt>
                <c:pt idx="1626">
                  <c:v>7</c:v>
                </c:pt>
                <c:pt idx="1627">
                  <c:v>6.8</c:v>
                </c:pt>
                <c:pt idx="1628">
                  <c:v>6.2</c:v>
                </c:pt>
                <c:pt idx="1629">
                  <c:v>6.4</c:v>
                </c:pt>
                <c:pt idx="1630">
                  <c:v>5</c:v>
                </c:pt>
                <c:pt idx="1631">
                  <c:v>6.6</c:v>
                </c:pt>
                <c:pt idx="1632">
                  <c:v>6.4</c:v>
                </c:pt>
                <c:pt idx="1633">
                  <c:v>6.3</c:v>
                </c:pt>
                <c:pt idx="1634">
                  <c:v>6.1</c:v>
                </c:pt>
                <c:pt idx="1635">
                  <c:v>6.7</c:v>
                </c:pt>
                <c:pt idx="1636">
                  <c:v>6.1</c:v>
                </c:pt>
                <c:pt idx="1637">
                  <c:v>8.4</c:v>
                </c:pt>
                <c:pt idx="1638">
                  <c:v>4.5</c:v>
                </c:pt>
                <c:pt idx="1639">
                  <c:v>6.5</c:v>
                </c:pt>
                <c:pt idx="1640">
                  <c:v>7.3</c:v>
                </c:pt>
                <c:pt idx="1641">
                  <c:v>7.4</c:v>
                </c:pt>
                <c:pt idx="1642">
                  <c:v>4.8</c:v>
                </c:pt>
                <c:pt idx="1643">
                  <c:v>5.7</c:v>
                </c:pt>
                <c:pt idx="1644">
                  <c:v>6.1</c:v>
                </c:pt>
                <c:pt idx="1645">
                  <c:v>4.0999999999999996</c:v>
                </c:pt>
                <c:pt idx="1646">
                  <c:v>5.5</c:v>
                </c:pt>
                <c:pt idx="1647">
                  <c:v>6.4</c:v>
                </c:pt>
                <c:pt idx="1648">
                  <c:v>5.5</c:v>
                </c:pt>
                <c:pt idx="1649">
                  <c:v>5.5</c:v>
                </c:pt>
                <c:pt idx="1650">
                  <c:v>5.5</c:v>
                </c:pt>
                <c:pt idx="1651">
                  <c:v>7.2</c:v>
                </c:pt>
                <c:pt idx="1652">
                  <c:v>6.7</c:v>
                </c:pt>
                <c:pt idx="1653">
                  <c:v>1.5</c:v>
                </c:pt>
                <c:pt idx="1654">
                  <c:v>7.4</c:v>
                </c:pt>
                <c:pt idx="1655">
                  <c:v>6</c:v>
                </c:pt>
                <c:pt idx="1656">
                  <c:v>5.8</c:v>
                </c:pt>
                <c:pt idx="1657">
                  <c:v>5.2</c:v>
                </c:pt>
                <c:pt idx="1658">
                  <c:v>6.3</c:v>
                </c:pt>
                <c:pt idx="1659">
                  <c:v>5.2</c:v>
                </c:pt>
                <c:pt idx="1660">
                  <c:v>6.9</c:v>
                </c:pt>
                <c:pt idx="1661">
                  <c:v>6.6</c:v>
                </c:pt>
                <c:pt idx="1662">
                  <c:v>5.0999999999999996</c:v>
                </c:pt>
                <c:pt idx="1663">
                  <c:v>7.6</c:v>
                </c:pt>
                <c:pt idx="1664">
                  <c:v>7.2</c:v>
                </c:pt>
                <c:pt idx="1665">
                  <c:v>6.8</c:v>
                </c:pt>
                <c:pt idx="1666">
                  <c:v>6.7</c:v>
                </c:pt>
                <c:pt idx="1667">
                  <c:v>6.7</c:v>
                </c:pt>
                <c:pt idx="1668">
                  <c:v>6.5</c:v>
                </c:pt>
                <c:pt idx="1669">
                  <c:v>7.7</c:v>
                </c:pt>
                <c:pt idx="1670">
                  <c:v>6.9</c:v>
                </c:pt>
                <c:pt idx="1671">
                  <c:v>6.9</c:v>
                </c:pt>
                <c:pt idx="1672">
                  <c:v>4.8</c:v>
                </c:pt>
                <c:pt idx="1673">
                  <c:v>5.7</c:v>
                </c:pt>
                <c:pt idx="1674">
                  <c:v>6.3</c:v>
                </c:pt>
                <c:pt idx="1675">
                  <c:v>7.1</c:v>
                </c:pt>
                <c:pt idx="1676">
                  <c:v>4.3</c:v>
                </c:pt>
                <c:pt idx="1677">
                  <c:v>4.5</c:v>
                </c:pt>
                <c:pt idx="1678">
                  <c:v>5</c:v>
                </c:pt>
                <c:pt idx="1679">
                  <c:v>6.4</c:v>
                </c:pt>
                <c:pt idx="1680">
                  <c:v>6.6</c:v>
                </c:pt>
                <c:pt idx="1681">
                  <c:v>3.7</c:v>
                </c:pt>
                <c:pt idx="1682">
                  <c:v>4.8</c:v>
                </c:pt>
                <c:pt idx="1683">
                  <c:v>2.7</c:v>
                </c:pt>
                <c:pt idx="1684">
                  <c:v>7.2</c:v>
                </c:pt>
                <c:pt idx="1685">
                  <c:v>5.6</c:v>
                </c:pt>
                <c:pt idx="1686">
                  <c:v>7.4</c:v>
                </c:pt>
                <c:pt idx="1687">
                  <c:v>5.3</c:v>
                </c:pt>
                <c:pt idx="1688">
                  <c:v>4.5</c:v>
                </c:pt>
                <c:pt idx="1689">
                  <c:v>5.8</c:v>
                </c:pt>
                <c:pt idx="1690">
                  <c:v>6.2</c:v>
                </c:pt>
                <c:pt idx="1691">
                  <c:v>8</c:v>
                </c:pt>
                <c:pt idx="1692">
                  <c:v>5.4</c:v>
                </c:pt>
                <c:pt idx="1693">
                  <c:v>6</c:v>
                </c:pt>
                <c:pt idx="1694">
                  <c:v>5.0999999999999996</c:v>
                </c:pt>
                <c:pt idx="1695">
                  <c:v>5.4</c:v>
                </c:pt>
                <c:pt idx="1696">
                  <c:v>6</c:v>
                </c:pt>
                <c:pt idx="1697">
                  <c:v>2.1</c:v>
                </c:pt>
                <c:pt idx="1698">
                  <c:v>5.0999999999999996</c:v>
                </c:pt>
                <c:pt idx="1699">
                  <c:v>6.3</c:v>
                </c:pt>
                <c:pt idx="1700">
                  <c:v>6.9</c:v>
                </c:pt>
                <c:pt idx="1701">
                  <c:v>5.5</c:v>
                </c:pt>
                <c:pt idx="1702">
                  <c:v>6.1</c:v>
                </c:pt>
                <c:pt idx="1703">
                  <c:v>6.2</c:v>
                </c:pt>
                <c:pt idx="1704">
                  <c:v>6</c:v>
                </c:pt>
                <c:pt idx="1705">
                  <c:v>6</c:v>
                </c:pt>
                <c:pt idx="1706">
                  <c:v>5.3</c:v>
                </c:pt>
                <c:pt idx="1707">
                  <c:v>8.5</c:v>
                </c:pt>
                <c:pt idx="1708">
                  <c:v>8.4</c:v>
                </c:pt>
                <c:pt idx="1709">
                  <c:v>7.9</c:v>
                </c:pt>
                <c:pt idx="1710">
                  <c:v>8</c:v>
                </c:pt>
                <c:pt idx="1711">
                  <c:v>8.6999999999999993</c:v>
                </c:pt>
                <c:pt idx="1712">
                  <c:v>6.9</c:v>
                </c:pt>
                <c:pt idx="1713">
                  <c:v>7.8</c:v>
                </c:pt>
                <c:pt idx="1714">
                  <c:v>7.7</c:v>
                </c:pt>
                <c:pt idx="1715">
                  <c:v>7.4</c:v>
                </c:pt>
                <c:pt idx="1716">
                  <c:v>6.7</c:v>
                </c:pt>
                <c:pt idx="1717">
                  <c:v>7.3</c:v>
                </c:pt>
                <c:pt idx="1718">
                  <c:v>8.6</c:v>
                </c:pt>
                <c:pt idx="1719">
                  <c:v>7</c:v>
                </c:pt>
                <c:pt idx="1720">
                  <c:v>7.6</c:v>
                </c:pt>
                <c:pt idx="1721">
                  <c:v>7.4</c:v>
                </c:pt>
                <c:pt idx="1722">
                  <c:v>7.1</c:v>
                </c:pt>
                <c:pt idx="1723">
                  <c:v>7.4</c:v>
                </c:pt>
                <c:pt idx="1724">
                  <c:v>8.6</c:v>
                </c:pt>
                <c:pt idx="1725">
                  <c:v>7.7</c:v>
                </c:pt>
                <c:pt idx="1726">
                  <c:v>7.3</c:v>
                </c:pt>
                <c:pt idx="1727">
                  <c:v>8.3000000000000007</c:v>
                </c:pt>
                <c:pt idx="1728">
                  <c:v>7.4</c:v>
                </c:pt>
                <c:pt idx="1729">
                  <c:v>7.7</c:v>
                </c:pt>
                <c:pt idx="1730">
                  <c:v>6.3</c:v>
                </c:pt>
                <c:pt idx="1731">
                  <c:v>7.6</c:v>
                </c:pt>
                <c:pt idx="1732">
                  <c:v>7.9</c:v>
                </c:pt>
                <c:pt idx="1733">
                  <c:v>7.7</c:v>
                </c:pt>
                <c:pt idx="1734">
                  <c:v>7.3</c:v>
                </c:pt>
                <c:pt idx="1735">
                  <c:v>7.4</c:v>
                </c:pt>
                <c:pt idx="1736">
                  <c:v>8.4</c:v>
                </c:pt>
                <c:pt idx="1737">
                  <c:v>4.5</c:v>
                </c:pt>
                <c:pt idx="1738">
                  <c:v>8.6</c:v>
                </c:pt>
                <c:pt idx="1739">
                  <c:v>8.1</c:v>
                </c:pt>
                <c:pt idx="1740">
                  <c:v>7.8</c:v>
                </c:pt>
                <c:pt idx="1741">
                  <c:v>7.3</c:v>
                </c:pt>
                <c:pt idx="1742">
                  <c:v>8.1</c:v>
                </c:pt>
                <c:pt idx="1743">
                  <c:v>8.1999999999999993</c:v>
                </c:pt>
                <c:pt idx="1744">
                  <c:v>7.9</c:v>
                </c:pt>
                <c:pt idx="1745">
                  <c:v>5</c:v>
                </c:pt>
                <c:pt idx="1746">
                  <c:v>7.2</c:v>
                </c:pt>
                <c:pt idx="1747">
                  <c:v>7.3</c:v>
                </c:pt>
                <c:pt idx="1748">
                  <c:v>7.8</c:v>
                </c:pt>
                <c:pt idx="1749">
                  <c:v>8.6999999999999993</c:v>
                </c:pt>
                <c:pt idx="1750">
                  <c:v>6.4</c:v>
                </c:pt>
                <c:pt idx="1751">
                  <c:v>6.6</c:v>
                </c:pt>
                <c:pt idx="1752">
                  <c:v>8.1</c:v>
                </c:pt>
                <c:pt idx="1753">
                  <c:v>7.3</c:v>
                </c:pt>
                <c:pt idx="1754">
                  <c:v>7.3</c:v>
                </c:pt>
                <c:pt idx="1755">
                  <c:v>7.9</c:v>
                </c:pt>
                <c:pt idx="1756">
                  <c:v>5.2</c:v>
                </c:pt>
                <c:pt idx="1757">
                  <c:v>6.7</c:v>
                </c:pt>
                <c:pt idx="1758">
                  <c:v>8.1999999999999993</c:v>
                </c:pt>
                <c:pt idx="1759">
                  <c:v>8.1</c:v>
                </c:pt>
                <c:pt idx="1760">
                  <c:v>7.2</c:v>
                </c:pt>
                <c:pt idx="1761">
                  <c:v>8</c:v>
                </c:pt>
                <c:pt idx="1762">
                  <c:v>5.8</c:v>
                </c:pt>
                <c:pt idx="1763">
                  <c:v>6.7</c:v>
                </c:pt>
                <c:pt idx="1764">
                  <c:v>7.3</c:v>
                </c:pt>
                <c:pt idx="1765">
                  <c:v>8.3000000000000007</c:v>
                </c:pt>
                <c:pt idx="1766">
                  <c:v>6.2</c:v>
                </c:pt>
                <c:pt idx="1767">
                  <c:v>8.1999999999999993</c:v>
                </c:pt>
                <c:pt idx="1768">
                  <c:v>6.7</c:v>
                </c:pt>
                <c:pt idx="1769">
                  <c:v>8.3000000000000007</c:v>
                </c:pt>
                <c:pt idx="1770">
                  <c:v>7.7</c:v>
                </c:pt>
                <c:pt idx="1771">
                  <c:v>7.7</c:v>
                </c:pt>
                <c:pt idx="1772">
                  <c:v>7.3</c:v>
                </c:pt>
                <c:pt idx="1773">
                  <c:v>6.3</c:v>
                </c:pt>
                <c:pt idx="1774">
                  <c:v>7.8</c:v>
                </c:pt>
                <c:pt idx="1775">
                  <c:v>6.8</c:v>
                </c:pt>
                <c:pt idx="1776">
                  <c:v>8.1</c:v>
                </c:pt>
                <c:pt idx="1777">
                  <c:v>7.2</c:v>
                </c:pt>
                <c:pt idx="1778">
                  <c:v>8.1999999999999993</c:v>
                </c:pt>
                <c:pt idx="1779">
                  <c:v>7.4</c:v>
                </c:pt>
                <c:pt idx="1780">
                  <c:v>6.8</c:v>
                </c:pt>
                <c:pt idx="1781">
                  <c:v>7</c:v>
                </c:pt>
                <c:pt idx="1782">
                  <c:v>6.3</c:v>
                </c:pt>
                <c:pt idx="1783">
                  <c:v>7.9</c:v>
                </c:pt>
                <c:pt idx="1784">
                  <c:v>5.5</c:v>
                </c:pt>
                <c:pt idx="1785">
                  <c:v>8.4</c:v>
                </c:pt>
                <c:pt idx="1786">
                  <c:v>8.4</c:v>
                </c:pt>
                <c:pt idx="1787">
                  <c:v>5.9</c:v>
                </c:pt>
                <c:pt idx="1788">
                  <c:v>7.2</c:v>
                </c:pt>
                <c:pt idx="1789">
                  <c:v>6.5</c:v>
                </c:pt>
                <c:pt idx="1790">
                  <c:v>6</c:v>
                </c:pt>
                <c:pt idx="1791">
                  <c:v>6.7</c:v>
                </c:pt>
                <c:pt idx="1792">
                  <c:v>8</c:v>
                </c:pt>
                <c:pt idx="1793">
                  <c:v>5.5</c:v>
                </c:pt>
                <c:pt idx="1794">
                  <c:v>6.9</c:v>
                </c:pt>
                <c:pt idx="1795">
                  <c:v>6.9</c:v>
                </c:pt>
                <c:pt idx="1796">
                  <c:v>6.8</c:v>
                </c:pt>
                <c:pt idx="1797">
                  <c:v>6.5</c:v>
                </c:pt>
                <c:pt idx="1798">
                  <c:v>7.7</c:v>
                </c:pt>
                <c:pt idx="1799">
                  <c:v>7.1</c:v>
                </c:pt>
                <c:pt idx="1800">
                  <c:v>6.8</c:v>
                </c:pt>
                <c:pt idx="1801">
                  <c:v>7.6</c:v>
                </c:pt>
                <c:pt idx="1802">
                  <c:v>6.8</c:v>
                </c:pt>
                <c:pt idx="1803">
                  <c:v>6.4</c:v>
                </c:pt>
                <c:pt idx="1804">
                  <c:v>5.5</c:v>
                </c:pt>
                <c:pt idx="1805">
                  <c:v>7.9</c:v>
                </c:pt>
                <c:pt idx="1806">
                  <c:v>7.4</c:v>
                </c:pt>
                <c:pt idx="1807">
                  <c:v>7.8</c:v>
                </c:pt>
                <c:pt idx="1808">
                  <c:v>6.6</c:v>
                </c:pt>
                <c:pt idx="1809">
                  <c:v>7.5</c:v>
                </c:pt>
                <c:pt idx="1810">
                  <c:v>7</c:v>
                </c:pt>
                <c:pt idx="1811">
                  <c:v>7.5</c:v>
                </c:pt>
                <c:pt idx="1812">
                  <c:v>8.3000000000000007</c:v>
                </c:pt>
                <c:pt idx="1813">
                  <c:v>6.9</c:v>
                </c:pt>
                <c:pt idx="1814">
                  <c:v>8.5</c:v>
                </c:pt>
                <c:pt idx="1815">
                  <c:v>6.2</c:v>
                </c:pt>
                <c:pt idx="1816">
                  <c:v>8.4</c:v>
                </c:pt>
                <c:pt idx="1817">
                  <c:v>7.6</c:v>
                </c:pt>
                <c:pt idx="1818">
                  <c:v>6.4</c:v>
                </c:pt>
                <c:pt idx="1819">
                  <c:v>6.9</c:v>
                </c:pt>
                <c:pt idx="1820">
                  <c:v>7.5</c:v>
                </c:pt>
                <c:pt idx="1821">
                  <c:v>7.2</c:v>
                </c:pt>
                <c:pt idx="1822">
                  <c:v>6</c:v>
                </c:pt>
                <c:pt idx="1823">
                  <c:v>5.8</c:v>
                </c:pt>
                <c:pt idx="1824">
                  <c:v>5.9</c:v>
                </c:pt>
                <c:pt idx="1825">
                  <c:v>6.1</c:v>
                </c:pt>
                <c:pt idx="1826">
                  <c:v>6.9</c:v>
                </c:pt>
                <c:pt idx="1827">
                  <c:v>4.8</c:v>
                </c:pt>
                <c:pt idx="1828">
                  <c:v>6.4</c:v>
                </c:pt>
                <c:pt idx="1829">
                  <c:v>6.4</c:v>
                </c:pt>
                <c:pt idx="1830">
                  <c:v>5.8</c:v>
                </c:pt>
                <c:pt idx="1831">
                  <c:v>7.1</c:v>
                </c:pt>
                <c:pt idx="1832">
                  <c:v>3.9</c:v>
                </c:pt>
                <c:pt idx="1833">
                  <c:v>6.3</c:v>
                </c:pt>
                <c:pt idx="1834">
                  <c:v>8.4</c:v>
                </c:pt>
                <c:pt idx="1835">
                  <c:v>6.1</c:v>
                </c:pt>
                <c:pt idx="1836">
                  <c:v>6.9</c:v>
                </c:pt>
                <c:pt idx="1837">
                  <c:v>5.7</c:v>
                </c:pt>
                <c:pt idx="1838">
                  <c:v>6.4</c:v>
                </c:pt>
                <c:pt idx="1839">
                  <c:v>7</c:v>
                </c:pt>
                <c:pt idx="1840">
                  <c:v>7.1</c:v>
                </c:pt>
                <c:pt idx="1841">
                  <c:v>7.3</c:v>
                </c:pt>
                <c:pt idx="1842">
                  <c:v>6.2</c:v>
                </c:pt>
                <c:pt idx="1843">
                  <c:v>7.5</c:v>
                </c:pt>
                <c:pt idx="1844">
                  <c:v>5.8</c:v>
                </c:pt>
                <c:pt idx="1845">
                  <c:v>7.4</c:v>
                </c:pt>
                <c:pt idx="1846">
                  <c:v>6.5</c:v>
                </c:pt>
                <c:pt idx="1847">
                  <c:v>8</c:v>
                </c:pt>
                <c:pt idx="1848">
                  <c:v>7.7</c:v>
                </c:pt>
                <c:pt idx="1849">
                  <c:v>7.5</c:v>
                </c:pt>
                <c:pt idx="1850">
                  <c:v>7.8</c:v>
                </c:pt>
                <c:pt idx="1851">
                  <c:v>8.5</c:v>
                </c:pt>
                <c:pt idx="1852">
                  <c:v>7.3</c:v>
                </c:pt>
                <c:pt idx="1853">
                  <c:v>7.3</c:v>
                </c:pt>
                <c:pt idx="1854">
                  <c:v>6.2</c:v>
                </c:pt>
                <c:pt idx="1855">
                  <c:v>6.1</c:v>
                </c:pt>
                <c:pt idx="1856">
                  <c:v>8.1</c:v>
                </c:pt>
                <c:pt idx="1857">
                  <c:v>5.5</c:v>
                </c:pt>
                <c:pt idx="1858">
                  <c:v>7.2</c:v>
                </c:pt>
                <c:pt idx="1859">
                  <c:v>5.3</c:v>
                </c:pt>
                <c:pt idx="1860">
                  <c:v>6.7</c:v>
                </c:pt>
                <c:pt idx="1861">
                  <c:v>7</c:v>
                </c:pt>
                <c:pt idx="1862">
                  <c:v>5.2</c:v>
                </c:pt>
                <c:pt idx="1863">
                  <c:v>8.1</c:v>
                </c:pt>
                <c:pt idx="1864">
                  <c:v>6.8</c:v>
                </c:pt>
                <c:pt idx="1865">
                  <c:v>8.5</c:v>
                </c:pt>
                <c:pt idx="1866">
                  <c:v>6.9</c:v>
                </c:pt>
                <c:pt idx="1867">
                  <c:v>5.5</c:v>
                </c:pt>
                <c:pt idx="1868">
                  <c:v>5.6</c:v>
                </c:pt>
                <c:pt idx="1869">
                  <c:v>6.4</c:v>
                </c:pt>
                <c:pt idx="1870">
                  <c:v>6.5</c:v>
                </c:pt>
                <c:pt idx="1871">
                  <c:v>7.1</c:v>
                </c:pt>
                <c:pt idx="1872">
                  <c:v>7.3</c:v>
                </c:pt>
                <c:pt idx="1873">
                  <c:v>7.6</c:v>
                </c:pt>
                <c:pt idx="1874">
                  <c:v>6.8</c:v>
                </c:pt>
                <c:pt idx="1875">
                  <c:v>7.6</c:v>
                </c:pt>
                <c:pt idx="1876">
                  <c:v>8.1999999999999993</c:v>
                </c:pt>
                <c:pt idx="1877">
                  <c:v>6.1</c:v>
                </c:pt>
                <c:pt idx="1878">
                  <c:v>6.2</c:v>
                </c:pt>
                <c:pt idx="1879">
                  <c:v>7.8</c:v>
                </c:pt>
                <c:pt idx="1880">
                  <c:v>6.7</c:v>
                </c:pt>
                <c:pt idx="1881">
                  <c:v>6.4</c:v>
                </c:pt>
                <c:pt idx="1882">
                  <c:v>7.4</c:v>
                </c:pt>
                <c:pt idx="1883">
                  <c:v>6.5</c:v>
                </c:pt>
                <c:pt idx="1884">
                  <c:v>5.8</c:v>
                </c:pt>
                <c:pt idx="1885">
                  <c:v>6.5</c:v>
                </c:pt>
                <c:pt idx="1886">
                  <c:v>6.2</c:v>
                </c:pt>
                <c:pt idx="1887">
                  <c:v>7.6</c:v>
                </c:pt>
                <c:pt idx="1888">
                  <c:v>5.7</c:v>
                </c:pt>
                <c:pt idx="1889">
                  <c:v>7.7</c:v>
                </c:pt>
                <c:pt idx="1890">
                  <c:v>6.4</c:v>
                </c:pt>
                <c:pt idx="1891">
                  <c:v>6.2</c:v>
                </c:pt>
                <c:pt idx="1892">
                  <c:v>6.1</c:v>
                </c:pt>
                <c:pt idx="1893">
                  <c:v>8.1</c:v>
                </c:pt>
                <c:pt idx="1894">
                  <c:v>6.2</c:v>
                </c:pt>
                <c:pt idx="1895">
                  <c:v>8.5</c:v>
                </c:pt>
                <c:pt idx="1896">
                  <c:v>7.6</c:v>
                </c:pt>
                <c:pt idx="1897">
                  <c:v>6.4</c:v>
                </c:pt>
                <c:pt idx="1898">
                  <c:v>6.5</c:v>
                </c:pt>
                <c:pt idx="1899">
                  <c:v>7.4</c:v>
                </c:pt>
                <c:pt idx="1900">
                  <c:v>5.7</c:v>
                </c:pt>
                <c:pt idx="1901">
                  <c:v>6.4</c:v>
                </c:pt>
                <c:pt idx="1902">
                  <c:v>5.4</c:v>
                </c:pt>
                <c:pt idx="1903">
                  <c:v>6.2</c:v>
                </c:pt>
                <c:pt idx="1904">
                  <c:v>5.5</c:v>
                </c:pt>
                <c:pt idx="1905">
                  <c:v>6.6</c:v>
                </c:pt>
                <c:pt idx="1906">
                  <c:v>6.6</c:v>
                </c:pt>
                <c:pt idx="1907">
                  <c:v>7.4</c:v>
                </c:pt>
                <c:pt idx="1908">
                  <c:v>4.5999999999999996</c:v>
                </c:pt>
                <c:pt idx="1909">
                  <c:v>7.5</c:v>
                </c:pt>
                <c:pt idx="1910">
                  <c:v>5.6</c:v>
                </c:pt>
                <c:pt idx="1911">
                  <c:v>5.3</c:v>
                </c:pt>
                <c:pt idx="1912">
                  <c:v>6.7</c:v>
                </c:pt>
                <c:pt idx="1913">
                  <c:v>8.6999999999999993</c:v>
                </c:pt>
                <c:pt idx="1914">
                  <c:v>5.8</c:v>
                </c:pt>
                <c:pt idx="1915">
                  <c:v>7.7</c:v>
                </c:pt>
                <c:pt idx="1916">
                  <c:v>7</c:v>
                </c:pt>
                <c:pt idx="1917">
                  <c:v>7.5</c:v>
                </c:pt>
                <c:pt idx="1918">
                  <c:v>6.8</c:v>
                </c:pt>
                <c:pt idx="1919">
                  <c:v>8.4</c:v>
                </c:pt>
                <c:pt idx="1920">
                  <c:v>6.8</c:v>
                </c:pt>
                <c:pt idx="1921">
                  <c:v>5.0999999999999996</c:v>
                </c:pt>
                <c:pt idx="1922">
                  <c:v>5.9</c:v>
                </c:pt>
                <c:pt idx="1923">
                  <c:v>7.2</c:v>
                </c:pt>
                <c:pt idx="1924">
                  <c:v>8.6</c:v>
                </c:pt>
                <c:pt idx="1925">
                  <c:v>8</c:v>
                </c:pt>
                <c:pt idx="1926">
                  <c:v>6.2</c:v>
                </c:pt>
                <c:pt idx="1927">
                  <c:v>6</c:v>
                </c:pt>
                <c:pt idx="1928">
                  <c:v>8.6999999999999993</c:v>
                </c:pt>
                <c:pt idx="1929">
                  <c:v>6.3</c:v>
                </c:pt>
                <c:pt idx="1930">
                  <c:v>6.5</c:v>
                </c:pt>
                <c:pt idx="1931">
                  <c:v>5.9</c:v>
                </c:pt>
                <c:pt idx="1932">
                  <c:v>7</c:v>
                </c:pt>
                <c:pt idx="1933">
                  <c:v>5.5</c:v>
                </c:pt>
                <c:pt idx="1934">
                  <c:v>6.3</c:v>
                </c:pt>
                <c:pt idx="1935">
                  <c:v>9.1999999999999993</c:v>
                </c:pt>
                <c:pt idx="1936">
                  <c:v>7.1</c:v>
                </c:pt>
                <c:pt idx="1937">
                  <c:v>3.5</c:v>
                </c:pt>
                <c:pt idx="1938">
                  <c:v>6.8</c:v>
                </c:pt>
                <c:pt idx="1939">
                  <c:v>6.4</c:v>
                </c:pt>
                <c:pt idx="1940">
                  <c:v>6.2</c:v>
                </c:pt>
                <c:pt idx="1941">
                  <c:v>5.4</c:v>
                </c:pt>
                <c:pt idx="1942">
                  <c:v>7.4</c:v>
                </c:pt>
                <c:pt idx="1943">
                  <c:v>5.5</c:v>
                </c:pt>
                <c:pt idx="1944">
                  <c:v>7</c:v>
                </c:pt>
                <c:pt idx="1945">
                  <c:v>8.4</c:v>
                </c:pt>
                <c:pt idx="1946">
                  <c:v>7.4</c:v>
                </c:pt>
                <c:pt idx="1947">
                  <c:v>7.5</c:v>
                </c:pt>
                <c:pt idx="1948">
                  <c:v>6.5</c:v>
                </c:pt>
                <c:pt idx="1949">
                  <c:v>5</c:v>
                </c:pt>
                <c:pt idx="1950">
                  <c:v>7.4</c:v>
                </c:pt>
                <c:pt idx="1951">
                  <c:v>5.8</c:v>
                </c:pt>
                <c:pt idx="1952">
                  <c:v>7.4</c:v>
                </c:pt>
                <c:pt idx="1953">
                  <c:v>8</c:v>
                </c:pt>
                <c:pt idx="1954">
                  <c:v>5.4</c:v>
                </c:pt>
                <c:pt idx="1955">
                  <c:v>7.9</c:v>
                </c:pt>
                <c:pt idx="1956">
                  <c:v>6.8</c:v>
                </c:pt>
                <c:pt idx="1957">
                  <c:v>7.9</c:v>
                </c:pt>
                <c:pt idx="1958">
                  <c:v>8.1</c:v>
                </c:pt>
                <c:pt idx="1959">
                  <c:v>6.8</c:v>
                </c:pt>
                <c:pt idx="1960">
                  <c:v>6.3</c:v>
                </c:pt>
                <c:pt idx="1961">
                  <c:v>4.3</c:v>
                </c:pt>
                <c:pt idx="1962">
                  <c:v>7.4</c:v>
                </c:pt>
                <c:pt idx="1963">
                  <c:v>4.2</c:v>
                </c:pt>
                <c:pt idx="1964">
                  <c:v>6</c:v>
                </c:pt>
                <c:pt idx="1965">
                  <c:v>5.9</c:v>
                </c:pt>
                <c:pt idx="1966">
                  <c:v>5.7</c:v>
                </c:pt>
                <c:pt idx="1967">
                  <c:v>6.3</c:v>
                </c:pt>
                <c:pt idx="1968">
                  <c:v>7.2</c:v>
                </c:pt>
                <c:pt idx="1969">
                  <c:v>5.9</c:v>
                </c:pt>
                <c:pt idx="1970">
                  <c:v>7.4</c:v>
                </c:pt>
                <c:pt idx="1971">
                  <c:v>7.5</c:v>
                </c:pt>
                <c:pt idx="1972">
                  <c:v>6.4</c:v>
                </c:pt>
                <c:pt idx="1973">
                  <c:v>4.8</c:v>
                </c:pt>
                <c:pt idx="1974">
                  <c:v>8</c:v>
                </c:pt>
                <c:pt idx="1975">
                  <c:v>6.6</c:v>
                </c:pt>
                <c:pt idx="1976">
                  <c:v>6.8</c:v>
                </c:pt>
                <c:pt idx="1977">
                  <c:v>7.8</c:v>
                </c:pt>
                <c:pt idx="1978">
                  <c:v>6.8</c:v>
                </c:pt>
                <c:pt idx="1979">
                  <c:v>6.9</c:v>
                </c:pt>
                <c:pt idx="1980">
                  <c:v>6.6</c:v>
                </c:pt>
                <c:pt idx="1981">
                  <c:v>5.2</c:v>
                </c:pt>
                <c:pt idx="1982">
                  <c:v>6.6</c:v>
                </c:pt>
                <c:pt idx="1983">
                  <c:v>5.5</c:v>
                </c:pt>
                <c:pt idx="1984">
                  <c:v>5.8</c:v>
                </c:pt>
                <c:pt idx="1985">
                  <c:v>6.6</c:v>
                </c:pt>
                <c:pt idx="1986">
                  <c:v>7.4</c:v>
                </c:pt>
                <c:pt idx="1987">
                  <c:v>7.5</c:v>
                </c:pt>
                <c:pt idx="1988">
                  <c:v>7.9</c:v>
                </c:pt>
                <c:pt idx="1989">
                  <c:v>7.6</c:v>
                </c:pt>
                <c:pt idx="1990">
                  <c:v>7.1</c:v>
                </c:pt>
                <c:pt idx="1991">
                  <c:v>8</c:v>
                </c:pt>
                <c:pt idx="1992">
                  <c:v>7.4</c:v>
                </c:pt>
                <c:pt idx="1993">
                  <c:v>7.2</c:v>
                </c:pt>
                <c:pt idx="1994">
                  <c:v>5.3</c:v>
                </c:pt>
                <c:pt idx="1995">
                  <c:v>8.1999999999999993</c:v>
                </c:pt>
                <c:pt idx="1996">
                  <c:v>6.1</c:v>
                </c:pt>
                <c:pt idx="1997">
                  <c:v>6.1</c:v>
                </c:pt>
                <c:pt idx="1998">
                  <c:v>7.4</c:v>
                </c:pt>
                <c:pt idx="1999">
                  <c:v>7.7</c:v>
                </c:pt>
                <c:pt idx="2000">
                  <c:v>8</c:v>
                </c:pt>
                <c:pt idx="2001">
                  <c:v>6.8</c:v>
                </c:pt>
                <c:pt idx="2002">
                  <c:v>7.7</c:v>
                </c:pt>
                <c:pt idx="2003">
                  <c:v>8.6</c:v>
                </c:pt>
                <c:pt idx="2004">
                  <c:v>7.5</c:v>
                </c:pt>
                <c:pt idx="2005">
                  <c:v>7.9</c:v>
                </c:pt>
                <c:pt idx="2006">
                  <c:v>6.5</c:v>
                </c:pt>
                <c:pt idx="2007">
                  <c:v>6.2</c:v>
                </c:pt>
                <c:pt idx="2008">
                  <c:v>7.9</c:v>
                </c:pt>
                <c:pt idx="2009">
                  <c:v>6.2</c:v>
                </c:pt>
                <c:pt idx="2010">
                  <c:v>8.6</c:v>
                </c:pt>
                <c:pt idx="2011">
                  <c:v>8.1999999999999993</c:v>
                </c:pt>
                <c:pt idx="2012">
                  <c:v>8.1999999999999993</c:v>
                </c:pt>
                <c:pt idx="2013">
                  <c:v>6.7</c:v>
                </c:pt>
                <c:pt idx="2014">
                  <c:v>7.8</c:v>
                </c:pt>
                <c:pt idx="2015">
                  <c:v>7.6</c:v>
                </c:pt>
                <c:pt idx="2016">
                  <c:v>5.7</c:v>
                </c:pt>
                <c:pt idx="2017">
                  <c:v>6.3</c:v>
                </c:pt>
                <c:pt idx="2018">
                  <c:v>6.2</c:v>
                </c:pt>
                <c:pt idx="2019">
                  <c:v>7.1</c:v>
                </c:pt>
                <c:pt idx="2020">
                  <c:v>5.8</c:v>
                </c:pt>
                <c:pt idx="2021">
                  <c:v>5.9</c:v>
                </c:pt>
                <c:pt idx="2022">
                  <c:v>3.4</c:v>
                </c:pt>
                <c:pt idx="2023">
                  <c:v>6.3</c:v>
                </c:pt>
                <c:pt idx="2024">
                  <c:v>7.7</c:v>
                </c:pt>
                <c:pt idx="2025">
                  <c:v>7.5</c:v>
                </c:pt>
                <c:pt idx="2026">
                  <c:v>7.2</c:v>
                </c:pt>
                <c:pt idx="2027">
                  <c:v>4.8</c:v>
                </c:pt>
                <c:pt idx="2028">
                  <c:v>6.6</c:v>
                </c:pt>
                <c:pt idx="2029">
                  <c:v>6.5</c:v>
                </c:pt>
                <c:pt idx="2030">
                  <c:v>6.8</c:v>
                </c:pt>
                <c:pt idx="2031">
                  <c:v>5.2</c:v>
                </c:pt>
                <c:pt idx="2032">
                  <c:v>5.8</c:v>
                </c:pt>
                <c:pt idx="2033">
                  <c:v>8</c:v>
                </c:pt>
                <c:pt idx="2034">
                  <c:v>5.2</c:v>
                </c:pt>
                <c:pt idx="2035">
                  <c:v>7.4</c:v>
                </c:pt>
                <c:pt idx="2036">
                  <c:v>7.6</c:v>
                </c:pt>
                <c:pt idx="2037">
                  <c:v>6</c:v>
                </c:pt>
                <c:pt idx="2038">
                  <c:v>5.2</c:v>
                </c:pt>
                <c:pt idx="2039">
                  <c:v>6.2</c:v>
                </c:pt>
                <c:pt idx="2040">
                  <c:v>6.1</c:v>
                </c:pt>
                <c:pt idx="2041">
                  <c:v>6.4</c:v>
                </c:pt>
                <c:pt idx="2042">
                  <c:v>7.6</c:v>
                </c:pt>
                <c:pt idx="2043">
                  <c:v>8</c:v>
                </c:pt>
                <c:pt idx="2044">
                  <c:v>5</c:v>
                </c:pt>
                <c:pt idx="2045">
                  <c:v>6.6</c:v>
                </c:pt>
                <c:pt idx="2046">
                  <c:v>6.4</c:v>
                </c:pt>
                <c:pt idx="2047">
                  <c:v>5.4</c:v>
                </c:pt>
                <c:pt idx="2048">
                  <c:v>7.9</c:v>
                </c:pt>
                <c:pt idx="2049">
                  <c:v>8.1</c:v>
                </c:pt>
                <c:pt idx="2050">
                  <c:v>6.8</c:v>
                </c:pt>
                <c:pt idx="2051">
                  <c:v>6.7</c:v>
                </c:pt>
                <c:pt idx="2052">
                  <c:v>7.1</c:v>
                </c:pt>
                <c:pt idx="2053">
                  <c:v>7</c:v>
                </c:pt>
                <c:pt idx="2054">
                  <c:v>6.1</c:v>
                </c:pt>
                <c:pt idx="2055">
                  <c:v>8</c:v>
                </c:pt>
                <c:pt idx="2056">
                  <c:v>6.2</c:v>
                </c:pt>
                <c:pt idx="2057">
                  <c:v>6.1</c:v>
                </c:pt>
                <c:pt idx="2058">
                  <c:v>7</c:v>
                </c:pt>
                <c:pt idx="2059">
                  <c:v>6</c:v>
                </c:pt>
                <c:pt idx="2060">
                  <c:v>7.6</c:v>
                </c:pt>
                <c:pt idx="2061">
                  <c:v>6.6</c:v>
                </c:pt>
                <c:pt idx="2062">
                  <c:v>7.1</c:v>
                </c:pt>
                <c:pt idx="2063">
                  <c:v>5.7</c:v>
                </c:pt>
                <c:pt idx="2064">
                  <c:v>7.5</c:v>
                </c:pt>
                <c:pt idx="2065">
                  <c:v>8.1</c:v>
                </c:pt>
                <c:pt idx="2066">
                  <c:v>6.4</c:v>
                </c:pt>
                <c:pt idx="2067">
                  <c:v>5.8</c:v>
                </c:pt>
                <c:pt idx="2068">
                  <c:v>6.9</c:v>
                </c:pt>
                <c:pt idx="2069">
                  <c:v>5.9</c:v>
                </c:pt>
                <c:pt idx="2070">
                  <c:v>7.7</c:v>
                </c:pt>
                <c:pt idx="2071">
                  <c:v>8</c:v>
                </c:pt>
                <c:pt idx="2072">
                  <c:v>5.2</c:v>
                </c:pt>
                <c:pt idx="2073">
                  <c:v>5.6</c:v>
                </c:pt>
                <c:pt idx="2074">
                  <c:v>5.7</c:v>
                </c:pt>
                <c:pt idx="2075">
                  <c:v>7</c:v>
                </c:pt>
                <c:pt idx="2076">
                  <c:v>7.8</c:v>
                </c:pt>
                <c:pt idx="2077">
                  <c:v>6.7</c:v>
                </c:pt>
                <c:pt idx="2078">
                  <c:v>5.2</c:v>
                </c:pt>
                <c:pt idx="2079">
                  <c:v>6.4</c:v>
                </c:pt>
                <c:pt idx="2080">
                  <c:v>6.6</c:v>
                </c:pt>
                <c:pt idx="2081">
                  <c:v>8.1999999999999993</c:v>
                </c:pt>
                <c:pt idx="2082">
                  <c:v>6.3</c:v>
                </c:pt>
                <c:pt idx="2083">
                  <c:v>6.4</c:v>
                </c:pt>
                <c:pt idx="2084">
                  <c:v>6.9</c:v>
                </c:pt>
                <c:pt idx="2085">
                  <c:v>7.1</c:v>
                </c:pt>
                <c:pt idx="2086">
                  <c:v>7</c:v>
                </c:pt>
                <c:pt idx="2087">
                  <c:v>6.9</c:v>
                </c:pt>
                <c:pt idx="2088">
                  <c:v>7.8</c:v>
                </c:pt>
                <c:pt idx="2089">
                  <c:v>8.6</c:v>
                </c:pt>
                <c:pt idx="2090">
                  <c:v>7.2</c:v>
                </c:pt>
                <c:pt idx="2091">
                  <c:v>7.5</c:v>
                </c:pt>
                <c:pt idx="2092">
                  <c:v>6.8</c:v>
                </c:pt>
                <c:pt idx="2093">
                  <c:v>6.2</c:v>
                </c:pt>
                <c:pt idx="2094">
                  <c:v>7.6</c:v>
                </c:pt>
                <c:pt idx="2095">
                  <c:v>5.0999999999999996</c:v>
                </c:pt>
                <c:pt idx="2096">
                  <c:v>7.3</c:v>
                </c:pt>
                <c:pt idx="2097">
                  <c:v>6.8</c:v>
                </c:pt>
                <c:pt idx="2098">
                  <c:v>7.6</c:v>
                </c:pt>
                <c:pt idx="2099">
                  <c:v>7.1</c:v>
                </c:pt>
                <c:pt idx="2100">
                  <c:v>8.3000000000000007</c:v>
                </c:pt>
                <c:pt idx="2101">
                  <c:v>6.9</c:v>
                </c:pt>
                <c:pt idx="2102">
                  <c:v>6.2</c:v>
                </c:pt>
                <c:pt idx="2103">
                  <c:v>5.0999999999999996</c:v>
                </c:pt>
                <c:pt idx="2104">
                  <c:v>7.8</c:v>
                </c:pt>
                <c:pt idx="2105">
                  <c:v>7.1</c:v>
                </c:pt>
                <c:pt idx="2106">
                  <c:v>7.3</c:v>
                </c:pt>
                <c:pt idx="2107">
                  <c:v>7.8</c:v>
                </c:pt>
                <c:pt idx="2108">
                  <c:v>7.2</c:v>
                </c:pt>
                <c:pt idx="2109">
                  <c:v>6.2</c:v>
                </c:pt>
                <c:pt idx="2110">
                  <c:v>6.8</c:v>
                </c:pt>
                <c:pt idx="2111">
                  <c:v>8.3000000000000007</c:v>
                </c:pt>
                <c:pt idx="2112">
                  <c:v>7.6</c:v>
                </c:pt>
                <c:pt idx="2113">
                  <c:v>6</c:v>
                </c:pt>
                <c:pt idx="2114">
                  <c:v>4.2</c:v>
                </c:pt>
                <c:pt idx="2115">
                  <c:v>6.1</c:v>
                </c:pt>
                <c:pt idx="2116">
                  <c:v>4.8</c:v>
                </c:pt>
                <c:pt idx="2117">
                  <c:v>7.1</c:v>
                </c:pt>
                <c:pt idx="2118">
                  <c:v>3.2</c:v>
                </c:pt>
                <c:pt idx="2119">
                  <c:v>5.9</c:v>
                </c:pt>
                <c:pt idx="2120">
                  <c:v>6.4</c:v>
                </c:pt>
                <c:pt idx="2121">
                  <c:v>8.1999999999999993</c:v>
                </c:pt>
                <c:pt idx="2122">
                  <c:v>4.4000000000000004</c:v>
                </c:pt>
                <c:pt idx="2123">
                  <c:v>6.1</c:v>
                </c:pt>
                <c:pt idx="2124">
                  <c:v>6.7</c:v>
                </c:pt>
                <c:pt idx="2125">
                  <c:v>7.1</c:v>
                </c:pt>
                <c:pt idx="2126">
                  <c:v>7.1</c:v>
                </c:pt>
                <c:pt idx="2127">
                  <c:v>8.1999999999999993</c:v>
                </c:pt>
                <c:pt idx="2128">
                  <c:v>7.4</c:v>
                </c:pt>
                <c:pt idx="2129">
                  <c:v>7.3</c:v>
                </c:pt>
                <c:pt idx="2130">
                  <c:v>5.2</c:v>
                </c:pt>
                <c:pt idx="2131">
                  <c:v>7</c:v>
                </c:pt>
                <c:pt idx="2132">
                  <c:v>6.8</c:v>
                </c:pt>
                <c:pt idx="2133">
                  <c:v>6.6</c:v>
                </c:pt>
                <c:pt idx="2134">
                  <c:v>2.2999999999999998</c:v>
                </c:pt>
                <c:pt idx="2135">
                  <c:v>3.8</c:v>
                </c:pt>
                <c:pt idx="2136">
                  <c:v>6.2</c:v>
                </c:pt>
                <c:pt idx="2137">
                  <c:v>6.4</c:v>
                </c:pt>
                <c:pt idx="2138">
                  <c:v>7.3</c:v>
                </c:pt>
                <c:pt idx="2139">
                  <c:v>5.3</c:v>
                </c:pt>
                <c:pt idx="2140">
                  <c:v>6.1</c:v>
                </c:pt>
                <c:pt idx="2141">
                  <c:v>7.4</c:v>
                </c:pt>
                <c:pt idx="2142">
                  <c:v>6.5</c:v>
                </c:pt>
                <c:pt idx="2143">
                  <c:v>6.3</c:v>
                </c:pt>
                <c:pt idx="2144">
                  <c:v>7.4</c:v>
                </c:pt>
                <c:pt idx="2145">
                  <c:v>6.7</c:v>
                </c:pt>
                <c:pt idx="2146">
                  <c:v>7.7</c:v>
                </c:pt>
                <c:pt idx="2147">
                  <c:v>7.5</c:v>
                </c:pt>
                <c:pt idx="2148">
                  <c:v>6.6</c:v>
                </c:pt>
                <c:pt idx="2149">
                  <c:v>4.9000000000000004</c:v>
                </c:pt>
                <c:pt idx="2150">
                  <c:v>6.2</c:v>
                </c:pt>
                <c:pt idx="2151">
                  <c:v>8.5</c:v>
                </c:pt>
                <c:pt idx="2152">
                  <c:v>7.4</c:v>
                </c:pt>
                <c:pt idx="2153">
                  <c:v>7.7</c:v>
                </c:pt>
                <c:pt idx="2154">
                  <c:v>6.7</c:v>
                </c:pt>
                <c:pt idx="2155">
                  <c:v>7.1</c:v>
                </c:pt>
                <c:pt idx="2156">
                  <c:v>7.5</c:v>
                </c:pt>
                <c:pt idx="2157">
                  <c:v>6.4</c:v>
                </c:pt>
                <c:pt idx="2158">
                  <c:v>7.5</c:v>
                </c:pt>
                <c:pt idx="2159">
                  <c:v>7</c:v>
                </c:pt>
                <c:pt idx="2160">
                  <c:v>5.0999999999999996</c:v>
                </c:pt>
                <c:pt idx="2161">
                  <c:v>6.6</c:v>
                </c:pt>
                <c:pt idx="2162">
                  <c:v>6.7</c:v>
                </c:pt>
                <c:pt idx="2163">
                  <c:v>8</c:v>
                </c:pt>
                <c:pt idx="2164">
                  <c:v>5.7</c:v>
                </c:pt>
                <c:pt idx="2165">
                  <c:v>7.9</c:v>
                </c:pt>
                <c:pt idx="2166">
                  <c:v>5.3</c:v>
                </c:pt>
                <c:pt idx="2167">
                  <c:v>7.7</c:v>
                </c:pt>
                <c:pt idx="2168">
                  <c:v>7</c:v>
                </c:pt>
                <c:pt idx="2169">
                  <c:v>8.5</c:v>
                </c:pt>
                <c:pt idx="2170">
                  <c:v>7</c:v>
                </c:pt>
                <c:pt idx="2171">
                  <c:v>6.6</c:v>
                </c:pt>
                <c:pt idx="2172">
                  <c:v>6.8</c:v>
                </c:pt>
                <c:pt idx="2173">
                  <c:v>6.6</c:v>
                </c:pt>
                <c:pt idx="2174">
                  <c:v>8</c:v>
                </c:pt>
                <c:pt idx="2175">
                  <c:v>7.4</c:v>
                </c:pt>
                <c:pt idx="2176">
                  <c:v>8.3000000000000007</c:v>
                </c:pt>
                <c:pt idx="2177">
                  <c:v>7.3</c:v>
                </c:pt>
                <c:pt idx="2178">
                  <c:v>6.3</c:v>
                </c:pt>
                <c:pt idx="2179">
                  <c:v>5.9</c:v>
                </c:pt>
                <c:pt idx="2180">
                  <c:v>8.1</c:v>
                </c:pt>
                <c:pt idx="2181">
                  <c:v>7.2</c:v>
                </c:pt>
                <c:pt idx="2182">
                  <c:v>8.4</c:v>
                </c:pt>
                <c:pt idx="2183">
                  <c:v>4.7</c:v>
                </c:pt>
                <c:pt idx="2184">
                  <c:v>6.9</c:v>
                </c:pt>
                <c:pt idx="2185">
                  <c:v>6.6</c:v>
                </c:pt>
                <c:pt idx="2186">
                  <c:v>6.9</c:v>
                </c:pt>
                <c:pt idx="2187">
                  <c:v>4.9000000000000004</c:v>
                </c:pt>
                <c:pt idx="2188">
                  <c:v>6.2</c:v>
                </c:pt>
                <c:pt idx="2189">
                  <c:v>8.1999999999999993</c:v>
                </c:pt>
                <c:pt idx="2190">
                  <c:v>7.2</c:v>
                </c:pt>
                <c:pt idx="2191">
                  <c:v>7.7</c:v>
                </c:pt>
                <c:pt idx="2192">
                  <c:v>6.5</c:v>
                </c:pt>
                <c:pt idx="2193">
                  <c:v>6.6</c:v>
                </c:pt>
                <c:pt idx="2194">
                  <c:v>7</c:v>
                </c:pt>
                <c:pt idx="2195">
                  <c:v>5.2</c:v>
                </c:pt>
                <c:pt idx="2196">
                  <c:v>6.9</c:v>
                </c:pt>
                <c:pt idx="2197">
                  <c:v>7.3</c:v>
                </c:pt>
                <c:pt idx="2198">
                  <c:v>6.8</c:v>
                </c:pt>
                <c:pt idx="2199">
                  <c:v>7.1</c:v>
                </c:pt>
                <c:pt idx="2200">
                  <c:v>5.8</c:v>
                </c:pt>
                <c:pt idx="2201">
                  <c:v>7.9</c:v>
                </c:pt>
                <c:pt idx="2202">
                  <c:v>7.6</c:v>
                </c:pt>
                <c:pt idx="2203">
                  <c:v>7.9</c:v>
                </c:pt>
                <c:pt idx="2204">
                  <c:v>5.4</c:v>
                </c:pt>
                <c:pt idx="2205">
                  <c:v>6.4</c:v>
                </c:pt>
                <c:pt idx="2206">
                  <c:v>8</c:v>
                </c:pt>
                <c:pt idx="2207">
                  <c:v>6.3</c:v>
                </c:pt>
                <c:pt idx="2208">
                  <c:v>8.4</c:v>
                </c:pt>
                <c:pt idx="2209">
                  <c:v>8</c:v>
                </c:pt>
                <c:pt idx="2210">
                  <c:v>5.9</c:v>
                </c:pt>
                <c:pt idx="2211">
                  <c:v>7.5</c:v>
                </c:pt>
                <c:pt idx="2212">
                  <c:v>6.9</c:v>
                </c:pt>
                <c:pt idx="2213">
                  <c:v>3.1</c:v>
                </c:pt>
                <c:pt idx="2214">
                  <c:v>7.4</c:v>
                </c:pt>
                <c:pt idx="2215">
                  <c:v>7.3</c:v>
                </c:pt>
                <c:pt idx="2216">
                  <c:v>5.6</c:v>
                </c:pt>
                <c:pt idx="2217">
                  <c:v>6.7</c:v>
                </c:pt>
                <c:pt idx="2218">
                  <c:v>8.1</c:v>
                </c:pt>
                <c:pt idx="2219">
                  <c:v>5.7</c:v>
                </c:pt>
                <c:pt idx="2220">
                  <c:v>8</c:v>
                </c:pt>
                <c:pt idx="2221">
                  <c:v>5.5</c:v>
                </c:pt>
                <c:pt idx="2222">
                  <c:v>7.8</c:v>
                </c:pt>
                <c:pt idx="2223">
                  <c:v>5.2</c:v>
                </c:pt>
                <c:pt idx="2224">
                  <c:v>5.2</c:v>
                </c:pt>
                <c:pt idx="2225">
                  <c:v>5.4</c:v>
                </c:pt>
                <c:pt idx="2226">
                  <c:v>7</c:v>
                </c:pt>
                <c:pt idx="2227">
                  <c:v>7.6</c:v>
                </c:pt>
                <c:pt idx="2228">
                  <c:v>7.7</c:v>
                </c:pt>
                <c:pt idx="2229">
                  <c:v>5.6</c:v>
                </c:pt>
                <c:pt idx="2230">
                  <c:v>8.3000000000000007</c:v>
                </c:pt>
                <c:pt idx="2231">
                  <c:v>6.8</c:v>
                </c:pt>
                <c:pt idx="2232">
                  <c:v>7.4</c:v>
                </c:pt>
                <c:pt idx="2233">
                  <c:v>6.9</c:v>
                </c:pt>
                <c:pt idx="2234">
                  <c:v>6.6</c:v>
                </c:pt>
                <c:pt idx="2235">
                  <c:v>6.6</c:v>
                </c:pt>
                <c:pt idx="2236">
                  <c:v>5.6</c:v>
                </c:pt>
                <c:pt idx="2237">
                  <c:v>7.8</c:v>
                </c:pt>
                <c:pt idx="2238">
                  <c:v>6.7</c:v>
                </c:pt>
                <c:pt idx="2239">
                  <c:v>7.1</c:v>
                </c:pt>
                <c:pt idx="2240">
                  <c:v>8.1</c:v>
                </c:pt>
                <c:pt idx="2241">
                  <c:v>6.4</c:v>
                </c:pt>
                <c:pt idx="2242">
                  <c:v>5</c:v>
                </c:pt>
                <c:pt idx="2243">
                  <c:v>6</c:v>
                </c:pt>
                <c:pt idx="2244">
                  <c:v>6.6</c:v>
                </c:pt>
                <c:pt idx="2245">
                  <c:v>5.9</c:v>
                </c:pt>
                <c:pt idx="2246">
                  <c:v>7</c:v>
                </c:pt>
                <c:pt idx="2247">
                  <c:v>5.5</c:v>
                </c:pt>
                <c:pt idx="2248">
                  <c:v>6</c:v>
                </c:pt>
                <c:pt idx="2249">
                  <c:v>6.8</c:v>
                </c:pt>
                <c:pt idx="2250">
                  <c:v>7.2</c:v>
                </c:pt>
                <c:pt idx="2251">
                  <c:v>5.4</c:v>
                </c:pt>
                <c:pt idx="2252">
                  <c:v>5.5</c:v>
                </c:pt>
                <c:pt idx="2253">
                  <c:v>8.1</c:v>
                </c:pt>
                <c:pt idx="2254">
                  <c:v>5.2</c:v>
                </c:pt>
                <c:pt idx="2255">
                  <c:v>5.8</c:v>
                </c:pt>
                <c:pt idx="2256">
                  <c:v>5.6</c:v>
                </c:pt>
                <c:pt idx="2257">
                  <c:v>7</c:v>
                </c:pt>
                <c:pt idx="2258">
                  <c:v>6</c:v>
                </c:pt>
                <c:pt idx="2259">
                  <c:v>7.2</c:v>
                </c:pt>
                <c:pt idx="2260">
                  <c:v>7.5</c:v>
                </c:pt>
                <c:pt idx="2261">
                  <c:v>4.5</c:v>
                </c:pt>
                <c:pt idx="2262">
                  <c:v>5.5</c:v>
                </c:pt>
                <c:pt idx="2263">
                  <c:v>6.2</c:v>
                </c:pt>
                <c:pt idx="2264">
                  <c:v>5.8</c:v>
                </c:pt>
                <c:pt idx="2265">
                  <c:v>6.2</c:v>
                </c:pt>
                <c:pt idx="2266">
                  <c:v>5.5</c:v>
                </c:pt>
                <c:pt idx="2267">
                  <c:v>7</c:v>
                </c:pt>
                <c:pt idx="2268">
                  <c:v>6.3</c:v>
                </c:pt>
                <c:pt idx="2269">
                  <c:v>7.1</c:v>
                </c:pt>
                <c:pt idx="2270">
                  <c:v>6.3</c:v>
                </c:pt>
                <c:pt idx="2271">
                  <c:v>7.6</c:v>
                </c:pt>
                <c:pt idx="2272">
                  <c:v>6.3</c:v>
                </c:pt>
                <c:pt idx="2273">
                  <c:v>5.6</c:v>
                </c:pt>
                <c:pt idx="2274">
                  <c:v>7.7</c:v>
                </c:pt>
                <c:pt idx="2275">
                  <c:v>6.6</c:v>
                </c:pt>
                <c:pt idx="2276">
                  <c:v>7.6</c:v>
                </c:pt>
                <c:pt idx="2277">
                  <c:v>7.3</c:v>
                </c:pt>
                <c:pt idx="2278">
                  <c:v>6.1</c:v>
                </c:pt>
                <c:pt idx="2279">
                  <c:v>4</c:v>
                </c:pt>
                <c:pt idx="2280">
                  <c:v>7.6</c:v>
                </c:pt>
                <c:pt idx="2281">
                  <c:v>5.6</c:v>
                </c:pt>
                <c:pt idx="2282">
                  <c:v>7.5</c:v>
                </c:pt>
                <c:pt idx="2283">
                  <c:v>5.5</c:v>
                </c:pt>
                <c:pt idx="2284">
                  <c:v>5.8</c:v>
                </c:pt>
                <c:pt idx="2285">
                  <c:v>5.4</c:v>
                </c:pt>
                <c:pt idx="2286">
                  <c:v>5.9</c:v>
                </c:pt>
                <c:pt idx="2287">
                  <c:v>7.1</c:v>
                </c:pt>
                <c:pt idx="2288">
                  <c:v>5.7</c:v>
                </c:pt>
                <c:pt idx="2289">
                  <c:v>7.1</c:v>
                </c:pt>
                <c:pt idx="2290">
                  <c:v>8.3000000000000007</c:v>
                </c:pt>
                <c:pt idx="2291">
                  <c:v>7.2</c:v>
                </c:pt>
                <c:pt idx="2292">
                  <c:v>7</c:v>
                </c:pt>
                <c:pt idx="2293">
                  <c:v>5.9</c:v>
                </c:pt>
                <c:pt idx="2294">
                  <c:v>6.2</c:v>
                </c:pt>
                <c:pt idx="2295">
                  <c:v>7.6</c:v>
                </c:pt>
                <c:pt idx="2296">
                  <c:v>5.7</c:v>
                </c:pt>
                <c:pt idx="2297">
                  <c:v>8.5</c:v>
                </c:pt>
                <c:pt idx="2298">
                  <c:v>7.3</c:v>
                </c:pt>
                <c:pt idx="2299">
                  <c:v>5.3</c:v>
                </c:pt>
                <c:pt idx="2300">
                  <c:v>5.2</c:v>
                </c:pt>
                <c:pt idx="2301">
                  <c:v>7.6</c:v>
                </c:pt>
                <c:pt idx="2302">
                  <c:v>4.4000000000000004</c:v>
                </c:pt>
                <c:pt idx="2303">
                  <c:v>5.4</c:v>
                </c:pt>
                <c:pt idx="2304">
                  <c:v>6</c:v>
                </c:pt>
                <c:pt idx="2305">
                  <c:v>7.1</c:v>
                </c:pt>
                <c:pt idx="2306">
                  <c:v>6.9</c:v>
                </c:pt>
                <c:pt idx="2307">
                  <c:v>7.1</c:v>
                </c:pt>
                <c:pt idx="2308">
                  <c:v>5.5</c:v>
                </c:pt>
                <c:pt idx="2309">
                  <c:v>7.5</c:v>
                </c:pt>
                <c:pt idx="2310">
                  <c:v>5.7</c:v>
                </c:pt>
                <c:pt idx="2311">
                  <c:v>6.1</c:v>
                </c:pt>
                <c:pt idx="2312">
                  <c:v>7.2</c:v>
                </c:pt>
                <c:pt idx="2313">
                  <c:v>7.2</c:v>
                </c:pt>
                <c:pt idx="2314">
                  <c:v>6.5</c:v>
                </c:pt>
                <c:pt idx="2315">
                  <c:v>7</c:v>
                </c:pt>
                <c:pt idx="2316">
                  <c:v>7</c:v>
                </c:pt>
                <c:pt idx="2317">
                  <c:v>6.9</c:v>
                </c:pt>
                <c:pt idx="2318">
                  <c:v>8.1999999999999993</c:v>
                </c:pt>
                <c:pt idx="2319">
                  <c:v>7.4</c:v>
                </c:pt>
                <c:pt idx="2320">
                  <c:v>7.6</c:v>
                </c:pt>
                <c:pt idx="2321">
                  <c:v>7.4</c:v>
                </c:pt>
                <c:pt idx="2322">
                  <c:v>6.1</c:v>
                </c:pt>
                <c:pt idx="2323">
                  <c:v>7.8</c:v>
                </c:pt>
                <c:pt idx="2324">
                  <c:v>6.7</c:v>
                </c:pt>
                <c:pt idx="2325">
                  <c:v>6</c:v>
                </c:pt>
                <c:pt idx="2326">
                  <c:v>7.1</c:v>
                </c:pt>
                <c:pt idx="2327">
                  <c:v>7.3</c:v>
                </c:pt>
                <c:pt idx="2328">
                  <c:v>5.5</c:v>
                </c:pt>
                <c:pt idx="2329">
                  <c:v>8.1</c:v>
                </c:pt>
                <c:pt idx="2330">
                  <c:v>7.3</c:v>
                </c:pt>
                <c:pt idx="2331">
                  <c:v>3.9</c:v>
                </c:pt>
                <c:pt idx="2332">
                  <c:v>5.4</c:v>
                </c:pt>
                <c:pt idx="2333">
                  <c:v>7.7</c:v>
                </c:pt>
                <c:pt idx="2334">
                  <c:v>8</c:v>
                </c:pt>
                <c:pt idx="2335">
                  <c:v>5.9</c:v>
                </c:pt>
                <c:pt idx="2336">
                  <c:v>6.6</c:v>
                </c:pt>
                <c:pt idx="2337">
                  <c:v>5.6</c:v>
                </c:pt>
                <c:pt idx="2338">
                  <c:v>4.8</c:v>
                </c:pt>
                <c:pt idx="2339">
                  <c:v>6.8</c:v>
                </c:pt>
                <c:pt idx="2340">
                  <c:v>6.4</c:v>
                </c:pt>
                <c:pt idx="2341">
                  <c:v>5.2</c:v>
                </c:pt>
                <c:pt idx="2342">
                  <c:v>7.3</c:v>
                </c:pt>
                <c:pt idx="2343">
                  <c:v>5.0999999999999996</c:v>
                </c:pt>
                <c:pt idx="2344">
                  <c:v>8.1</c:v>
                </c:pt>
                <c:pt idx="2345">
                  <c:v>6</c:v>
                </c:pt>
                <c:pt idx="2346">
                  <c:v>7.4</c:v>
                </c:pt>
                <c:pt idx="2347">
                  <c:v>5.3</c:v>
                </c:pt>
                <c:pt idx="2348">
                  <c:v>8.9</c:v>
                </c:pt>
                <c:pt idx="2349">
                  <c:v>6.7</c:v>
                </c:pt>
                <c:pt idx="2350">
                  <c:v>5.4</c:v>
                </c:pt>
                <c:pt idx="2351">
                  <c:v>8</c:v>
                </c:pt>
                <c:pt idx="2352">
                  <c:v>6.3</c:v>
                </c:pt>
                <c:pt idx="2353">
                  <c:v>6.7</c:v>
                </c:pt>
                <c:pt idx="2354">
                  <c:v>7.3</c:v>
                </c:pt>
                <c:pt idx="2355">
                  <c:v>6.5</c:v>
                </c:pt>
                <c:pt idx="2356">
                  <c:v>7.1</c:v>
                </c:pt>
                <c:pt idx="2357">
                  <c:v>6.3</c:v>
                </c:pt>
                <c:pt idx="2358">
                  <c:v>7.2</c:v>
                </c:pt>
                <c:pt idx="2359">
                  <c:v>5.0999999999999996</c:v>
                </c:pt>
                <c:pt idx="2360">
                  <c:v>5.9</c:v>
                </c:pt>
                <c:pt idx="2361">
                  <c:v>5.2</c:v>
                </c:pt>
                <c:pt idx="2362">
                  <c:v>6.2</c:v>
                </c:pt>
                <c:pt idx="2363">
                  <c:v>5</c:v>
                </c:pt>
                <c:pt idx="2364">
                  <c:v>7.6</c:v>
                </c:pt>
                <c:pt idx="2365">
                  <c:v>5.7</c:v>
                </c:pt>
                <c:pt idx="2366">
                  <c:v>7.4</c:v>
                </c:pt>
                <c:pt idx="2367">
                  <c:v>7.6</c:v>
                </c:pt>
                <c:pt idx="2368">
                  <c:v>5.8</c:v>
                </c:pt>
                <c:pt idx="2369">
                  <c:v>7.4</c:v>
                </c:pt>
                <c:pt idx="2370">
                  <c:v>6.1</c:v>
                </c:pt>
                <c:pt idx="2371">
                  <c:v>6.4</c:v>
                </c:pt>
                <c:pt idx="2372">
                  <c:v>6.4</c:v>
                </c:pt>
                <c:pt idx="2373">
                  <c:v>7.4</c:v>
                </c:pt>
                <c:pt idx="2374">
                  <c:v>6.4</c:v>
                </c:pt>
                <c:pt idx="2375">
                  <c:v>5.7</c:v>
                </c:pt>
                <c:pt idx="2376">
                  <c:v>5.2</c:v>
                </c:pt>
                <c:pt idx="2377">
                  <c:v>6.9</c:v>
                </c:pt>
                <c:pt idx="2378">
                  <c:v>7.7</c:v>
                </c:pt>
                <c:pt idx="2379">
                  <c:v>6.7</c:v>
                </c:pt>
                <c:pt idx="2380">
                  <c:v>7.8</c:v>
                </c:pt>
                <c:pt idx="2381">
                  <c:v>7.3</c:v>
                </c:pt>
                <c:pt idx="2382">
                  <c:v>5.8</c:v>
                </c:pt>
                <c:pt idx="2383">
                  <c:v>6.3</c:v>
                </c:pt>
                <c:pt idx="2384">
                  <c:v>7.2</c:v>
                </c:pt>
                <c:pt idx="2385">
                  <c:v>3.8</c:v>
                </c:pt>
                <c:pt idx="2386">
                  <c:v>4.5999999999999996</c:v>
                </c:pt>
                <c:pt idx="2387">
                  <c:v>5.9</c:v>
                </c:pt>
                <c:pt idx="2388">
                  <c:v>6.5</c:v>
                </c:pt>
                <c:pt idx="2389">
                  <c:v>6.8</c:v>
                </c:pt>
                <c:pt idx="2390">
                  <c:v>5.4</c:v>
                </c:pt>
                <c:pt idx="2391">
                  <c:v>7</c:v>
                </c:pt>
                <c:pt idx="2392">
                  <c:v>6.8</c:v>
                </c:pt>
                <c:pt idx="2393">
                  <c:v>6.6</c:v>
                </c:pt>
                <c:pt idx="2394">
                  <c:v>7.2</c:v>
                </c:pt>
                <c:pt idx="2395">
                  <c:v>5.9</c:v>
                </c:pt>
                <c:pt idx="2396">
                  <c:v>6.3</c:v>
                </c:pt>
                <c:pt idx="2397">
                  <c:v>6.5</c:v>
                </c:pt>
                <c:pt idx="2398">
                  <c:v>7.7</c:v>
                </c:pt>
                <c:pt idx="2399">
                  <c:v>7.9</c:v>
                </c:pt>
                <c:pt idx="2400">
                  <c:v>6.4</c:v>
                </c:pt>
                <c:pt idx="2401">
                  <c:v>7.2</c:v>
                </c:pt>
                <c:pt idx="2402">
                  <c:v>6.2</c:v>
                </c:pt>
                <c:pt idx="2403">
                  <c:v>5.5</c:v>
                </c:pt>
                <c:pt idx="2404">
                  <c:v>5.4</c:v>
                </c:pt>
                <c:pt idx="2405">
                  <c:v>5.7</c:v>
                </c:pt>
                <c:pt idx="2406">
                  <c:v>5.8</c:v>
                </c:pt>
                <c:pt idx="2407">
                  <c:v>7.2</c:v>
                </c:pt>
                <c:pt idx="2408">
                  <c:v>6.3</c:v>
                </c:pt>
                <c:pt idx="2409">
                  <c:v>6.9</c:v>
                </c:pt>
                <c:pt idx="2410">
                  <c:v>3</c:v>
                </c:pt>
                <c:pt idx="2411">
                  <c:v>7</c:v>
                </c:pt>
                <c:pt idx="2412">
                  <c:v>4</c:v>
                </c:pt>
                <c:pt idx="2413">
                  <c:v>8</c:v>
                </c:pt>
                <c:pt idx="2414">
                  <c:v>7.5</c:v>
                </c:pt>
                <c:pt idx="2415">
                  <c:v>6.8</c:v>
                </c:pt>
                <c:pt idx="2416">
                  <c:v>5.3</c:v>
                </c:pt>
                <c:pt idx="2417">
                  <c:v>6.2</c:v>
                </c:pt>
                <c:pt idx="2418">
                  <c:v>5.8</c:v>
                </c:pt>
                <c:pt idx="2419">
                  <c:v>4.2</c:v>
                </c:pt>
                <c:pt idx="2420">
                  <c:v>8.5</c:v>
                </c:pt>
                <c:pt idx="2421">
                  <c:v>7.3</c:v>
                </c:pt>
                <c:pt idx="2422">
                  <c:v>6.8</c:v>
                </c:pt>
                <c:pt idx="2423">
                  <c:v>4.9000000000000004</c:v>
                </c:pt>
                <c:pt idx="2424">
                  <c:v>7.5</c:v>
                </c:pt>
                <c:pt idx="2425">
                  <c:v>7</c:v>
                </c:pt>
                <c:pt idx="2426">
                  <c:v>8.4</c:v>
                </c:pt>
                <c:pt idx="2427">
                  <c:v>5.8</c:v>
                </c:pt>
                <c:pt idx="2428">
                  <c:v>6.7</c:v>
                </c:pt>
                <c:pt idx="2429">
                  <c:v>6.4</c:v>
                </c:pt>
                <c:pt idx="2430">
                  <c:v>5.7</c:v>
                </c:pt>
                <c:pt idx="2431">
                  <c:v>5.9</c:v>
                </c:pt>
                <c:pt idx="2432">
                  <c:v>6</c:v>
                </c:pt>
                <c:pt idx="2433">
                  <c:v>7.7</c:v>
                </c:pt>
                <c:pt idx="2434">
                  <c:v>5.6</c:v>
                </c:pt>
                <c:pt idx="2435">
                  <c:v>4.5999999999999996</c:v>
                </c:pt>
                <c:pt idx="2436">
                  <c:v>6.2</c:v>
                </c:pt>
                <c:pt idx="2437">
                  <c:v>5.8</c:v>
                </c:pt>
                <c:pt idx="2438">
                  <c:v>6.2</c:v>
                </c:pt>
                <c:pt idx="2439">
                  <c:v>5.2</c:v>
                </c:pt>
                <c:pt idx="2440">
                  <c:v>7.2</c:v>
                </c:pt>
                <c:pt idx="2441">
                  <c:v>4.5999999999999996</c:v>
                </c:pt>
                <c:pt idx="2442">
                  <c:v>7.5</c:v>
                </c:pt>
                <c:pt idx="2443">
                  <c:v>7.6</c:v>
                </c:pt>
                <c:pt idx="2444">
                  <c:v>4.8</c:v>
                </c:pt>
                <c:pt idx="2445">
                  <c:v>3.6</c:v>
                </c:pt>
                <c:pt idx="2446">
                  <c:v>7</c:v>
                </c:pt>
                <c:pt idx="2447">
                  <c:v>6.2</c:v>
                </c:pt>
                <c:pt idx="2448">
                  <c:v>7.9</c:v>
                </c:pt>
                <c:pt idx="2449">
                  <c:v>7</c:v>
                </c:pt>
                <c:pt idx="2450">
                  <c:v>6.5</c:v>
                </c:pt>
                <c:pt idx="2451">
                  <c:v>6.6</c:v>
                </c:pt>
                <c:pt idx="2452">
                  <c:v>6.7</c:v>
                </c:pt>
                <c:pt idx="2453">
                  <c:v>7.5</c:v>
                </c:pt>
                <c:pt idx="2454">
                  <c:v>7</c:v>
                </c:pt>
                <c:pt idx="2455">
                  <c:v>5.4</c:v>
                </c:pt>
                <c:pt idx="2456">
                  <c:v>5.7</c:v>
                </c:pt>
                <c:pt idx="2457">
                  <c:v>5.7</c:v>
                </c:pt>
                <c:pt idx="2458">
                  <c:v>6.6</c:v>
                </c:pt>
                <c:pt idx="2459">
                  <c:v>5.9</c:v>
                </c:pt>
                <c:pt idx="2460">
                  <c:v>7.8</c:v>
                </c:pt>
                <c:pt idx="2461">
                  <c:v>7.5</c:v>
                </c:pt>
                <c:pt idx="2462">
                  <c:v>7</c:v>
                </c:pt>
                <c:pt idx="2463">
                  <c:v>7.4</c:v>
                </c:pt>
                <c:pt idx="2464">
                  <c:v>6.6</c:v>
                </c:pt>
                <c:pt idx="2465">
                  <c:v>6.2</c:v>
                </c:pt>
                <c:pt idx="2466">
                  <c:v>6</c:v>
                </c:pt>
                <c:pt idx="2467">
                  <c:v>4.5</c:v>
                </c:pt>
                <c:pt idx="2468">
                  <c:v>7</c:v>
                </c:pt>
                <c:pt idx="2469">
                  <c:v>2.2999999999999998</c:v>
                </c:pt>
                <c:pt idx="2470">
                  <c:v>8.6</c:v>
                </c:pt>
                <c:pt idx="2471">
                  <c:v>6.2</c:v>
                </c:pt>
                <c:pt idx="2472">
                  <c:v>6.2</c:v>
                </c:pt>
                <c:pt idx="2473">
                  <c:v>5.9</c:v>
                </c:pt>
                <c:pt idx="2474">
                  <c:v>7.5</c:v>
                </c:pt>
                <c:pt idx="2475">
                  <c:v>5.4</c:v>
                </c:pt>
                <c:pt idx="2476">
                  <c:v>6.4</c:v>
                </c:pt>
                <c:pt idx="2477">
                  <c:v>6.1</c:v>
                </c:pt>
                <c:pt idx="2478">
                  <c:v>7.7</c:v>
                </c:pt>
                <c:pt idx="2479">
                  <c:v>3.2</c:v>
                </c:pt>
                <c:pt idx="2480">
                  <c:v>6.7</c:v>
                </c:pt>
                <c:pt idx="2481">
                  <c:v>5.6</c:v>
                </c:pt>
                <c:pt idx="2482">
                  <c:v>7.1</c:v>
                </c:pt>
                <c:pt idx="2483">
                  <c:v>7.3</c:v>
                </c:pt>
                <c:pt idx="2484">
                  <c:v>6.5</c:v>
                </c:pt>
                <c:pt idx="2485">
                  <c:v>5.7</c:v>
                </c:pt>
                <c:pt idx="2486">
                  <c:v>5.3</c:v>
                </c:pt>
                <c:pt idx="2487">
                  <c:v>6.6</c:v>
                </c:pt>
                <c:pt idx="2488">
                  <c:v>5.7</c:v>
                </c:pt>
                <c:pt idx="2489">
                  <c:v>4.4000000000000004</c:v>
                </c:pt>
                <c:pt idx="2490">
                  <c:v>7.3</c:v>
                </c:pt>
                <c:pt idx="2491">
                  <c:v>5.5</c:v>
                </c:pt>
                <c:pt idx="2492">
                  <c:v>4.4000000000000004</c:v>
                </c:pt>
                <c:pt idx="2493">
                  <c:v>5</c:v>
                </c:pt>
                <c:pt idx="2494">
                  <c:v>7.7</c:v>
                </c:pt>
                <c:pt idx="2495">
                  <c:v>5.4</c:v>
                </c:pt>
                <c:pt idx="2496">
                  <c:v>7.6</c:v>
                </c:pt>
                <c:pt idx="2497">
                  <c:v>6.7</c:v>
                </c:pt>
                <c:pt idx="2498">
                  <c:v>6.6</c:v>
                </c:pt>
                <c:pt idx="2499">
                  <c:v>5.4</c:v>
                </c:pt>
                <c:pt idx="2500">
                  <c:v>7.9</c:v>
                </c:pt>
                <c:pt idx="2501">
                  <c:v>6.3</c:v>
                </c:pt>
                <c:pt idx="2502">
                  <c:v>6.8</c:v>
                </c:pt>
                <c:pt idx="2503">
                  <c:v>4</c:v>
                </c:pt>
                <c:pt idx="2504">
                  <c:v>6.5</c:v>
                </c:pt>
                <c:pt idx="2505">
                  <c:v>7.3</c:v>
                </c:pt>
                <c:pt idx="2506">
                  <c:v>6.6</c:v>
                </c:pt>
                <c:pt idx="2507">
                  <c:v>6.9</c:v>
                </c:pt>
                <c:pt idx="2508">
                  <c:v>6.2</c:v>
                </c:pt>
                <c:pt idx="2509">
                  <c:v>6.9</c:v>
                </c:pt>
                <c:pt idx="2510">
                  <c:v>6</c:v>
                </c:pt>
                <c:pt idx="2511">
                  <c:v>8.5</c:v>
                </c:pt>
                <c:pt idx="2512">
                  <c:v>7.5</c:v>
                </c:pt>
                <c:pt idx="2513">
                  <c:v>6.5</c:v>
                </c:pt>
                <c:pt idx="2514">
                  <c:v>6.5</c:v>
                </c:pt>
                <c:pt idx="2515">
                  <c:v>7</c:v>
                </c:pt>
                <c:pt idx="2516">
                  <c:v>5.6</c:v>
                </c:pt>
                <c:pt idx="2517">
                  <c:v>6.9</c:v>
                </c:pt>
                <c:pt idx="2518">
                  <c:v>5.0999999999999996</c:v>
                </c:pt>
                <c:pt idx="2519">
                  <c:v>5.8</c:v>
                </c:pt>
                <c:pt idx="2520">
                  <c:v>7.9</c:v>
                </c:pt>
                <c:pt idx="2521">
                  <c:v>6.3</c:v>
                </c:pt>
                <c:pt idx="2522">
                  <c:v>7.6</c:v>
                </c:pt>
                <c:pt idx="2523">
                  <c:v>6.6</c:v>
                </c:pt>
                <c:pt idx="2524">
                  <c:v>5.5</c:v>
                </c:pt>
                <c:pt idx="2525">
                  <c:v>7.1</c:v>
                </c:pt>
                <c:pt idx="2526">
                  <c:v>6.8</c:v>
                </c:pt>
                <c:pt idx="2527">
                  <c:v>6</c:v>
                </c:pt>
                <c:pt idx="2528">
                  <c:v>6.4</c:v>
                </c:pt>
                <c:pt idx="2529">
                  <c:v>5.8</c:v>
                </c:pt>
                <c:pt idx="2530">
                  <c:v>4.3</c:v>
                </c:pt>
                <c:pt idx="2531">
                  <c:v>7.6</c:v>
                </c:pt>
                <c:pt idx="2532">
                  <c:v>4.9000000000000004</c:v>
                </c:pt>
                <c:pt idx="2533">
                  <c:v>6.2</c:v>
                </c:pt>
                <c:pt idx="2534">
                  <c:v>5.5</c:v>
                </c:pt>
                <c:pt idx="2535">
                  <c:v>6.4</c:v>
                </c:pt>
                <c:pt idx="2536">
                  <c:v>6.2</c:v>
                </c:pt>
                <c:pt idx="2537">
                  <c:v>4.5</c:v>
                </c:pt>
                <c:pt idx="2538">
                  <c:v>7.6</c:v>
                </c:pt>
                <c:pt idx="2539">
                  <c:v>6.9</c:v>
                </c:pt>
                <c:pt idx="2540">
                  <c:v>7.1</c:v>
                </c:pt>
                <c:pt idx="2541">
                  <c:v>7.2</c:v>
                </c:pt>
                <c:pt idx="2542">
                  <c:v>6.4</c:v>
                </c:pt>
                <c:pt idx="2543">
                  <c:v>6.4</c:v>
                </c:pt>
                <c:pt idx="2544">
                  <c:v>6.5</c:v>
                </c:pt>
                <c:pt idx="2545">
                  <c:v>5.6</c:v>
                </c:pt>
                <c:pt idx="2546">
                  <c:v>7.2</c:v>
                </c:pt>
                <c:pt idx="2547">
                  <c:v>6.6</c:v>
                </c:pt>
                <c:pt idx="2548">
                  <c:v>7.2</c:v>
                </c:pt>
                <c:pt idx="2549">
                  <c:v>5.9</c:v>
                </c:pt>
                <c:pt idx="2550">
                  <c:v>7.1</c:v>
                </c:pt>
                <c:pt idx="2551">
                  <c:v>6.6</c:v>
                </c:pt>
                <c:pt idx="2552">
                  <c:v>7.2</c:v>
                </c:pt>
                <c:pt idx="2553">
                  <c:v>6.2</c:v>
                </c:pt>
                <c:pt idx="2554">
                  <c:v>6.5</c:v>
                </c:pt>
                <c:pt idx="2555">
                  <c:v>7.3</c:v>
                </c:pt>
                <c:pt idx="2556">
                  <c:v>8</c:v>
                </c:pt>
                <c:pt idx="2557">
                  <c:v>6.1</c:v>
                </c:pt>
                <c:pt idx="2558">
                  <c:v>7.7</c:v>
                </c:pt>
                <c:pt idx="2559">
                  <c:v>5.8</c:v>
                </c:pt>
                <c:pt idx="2560">
                  <c:v>5.9</c:v>
                </c:pt>
                <c:pt idx="2561">
                  <c:v>7.4</c:v>
                </c:pt>
                <c:pt idx="2562">
                  <c:v>7.1</c:v>
                </c:pt>
                <c:pt idx="2563">
                  <c:v>6.8</c:v>
                </c:pt>
                <c:pt idx="2564">
                  <c:v>6.4</c:v>
                </c:pt>
                <c:pt idx="2565">
                  <c:v>7.1</c:v>
                </c:pt>
                <c:pt idx="2566">
                  <c:v>6.5</c:v>
                </c:pt>
                <c:pt idx="2567">
                  <c:v>5.4</c:v>
                </c:pt>
                <c:pt idx="2568">
                  <c:v>6</c:v>
                </c:pt>
                <c:pt idx="2569">
                  <c:v>6.2</c:v>
                </c:pt>
                <c:pt idx="2570">
                  <c:v>6.2</c:v>
                </c:pt>
                <c:pt idx="2571">
                  <c:v>6.2</c:v>
                </c:pt>
                <c:pt idx="2572">
                  <c:v>4.2</c:v>
                </c:pt>
                <c:pt idx="2573">
                  <c:v>5.4</c:v>
                </c:pt>
                <c:pt idx="2574">
                  <c:v>6</c:v>
                </c:pt>
                <c:pt idx="2575">
                  <c:v>6.6</c:v>
                </c:pt>
                <c:pt idx="2576">
                  <c:v>7.2</c:v>
                </c:pt>
                <c:pt idx="2577">
                  <c:v>7.3</c:v>
                </c:pt>
                <c:pt idx="2578">
                  <c:v>5.8</c:v>
                </c:pt>
                <c:pt idx="2579">
                  <c:v>5.5</c:v>
                </c:pt>
                <c:pt idx="2580">
                  <c:v>6.5</c:v>
                </c:pt>
                <c:pt idx="2581">
                  <c:v>3.9</c:v>
                </c:pt>
                <c:pt idx="2582">
                  <c:v>4.7</c:v>
                </c:pt>
                <c:pt idx="2583">
                  <c:v>6</c:v>
                </c:pt>
                <c:pt idx="2584">
                  <c:v>6.7</c:v>
                </c:pt>
                <c:pt idx="2585">
                  <c:v>7.3</c:v>
                </c:pt>
                <c:pt idx="2586">
                  <c:v>7.3</c:v>
                </c:pt>
                <c:pt idx="2587">
                  <c:v>6.7</c:v>
                </c:pt>
                <c:pt idx="2588">
                  <c:v>8.1999999999999993</c:v>
                </c:pt>
                <c:pt idx="2589">
                  <c:v>6.1</c:v>
                </c:pt>
                <c:pt idx="2590">
                  <c:v>8.1</c:v>
                </c:pt>
                <c:pt idx="2591">
                  <c:v>6.3</c:v>
                </c:pt>
                <c:pt idx="2592">
                  <c:v>2.2999999999999998</c:v>
                </c:pt>
                <c:pt idx="2593">
                  <c:v>5.3</c:v>
                </c:pt>
                <c:pt idx="2594">
                  <c:v>2.2000000000000002</c:v>
                </c:pt>
                <c:pt idx="2595">
                  <c:v>6.5</c:v>
                </c:pt>
                <c:pt idx="2596">
                  <c:v>6.9</c:v>
                </c:pt>
                <c:pt idx="2597">
                  <c:v>6.7</c:v>
                </c:pt>
                <c:pt idx="2598">
                  <c:v>5.9</c:v>
                </c:pt>
                <c:pt idx="2599">
                  <c:v>6.5</c:v>
                </c:pt>
                <c:pt idx="2600">
                  <c:v>7.3</c:v>
                </c:pt>
                <c:pt idx="2601">
                  <c:v>6</c:v>
                </c:pt>
                <c:pt idx="2602">
                  <c:v>6.3</c:v>
                </c:pt>
                <c:pt idx="2603">
                  <c:v>7.2</c:v>
                </c:pt>
                <c:pt idx="2604">
                  <c:v>7.1</c:v>
                </c:pt>
                <c:pt idx="2605">
                  <c:v>4.5999999999999996</c:v>
                </c:pt>
                <c:pt idx="2606">
                  <c:v>7</c:v>
                </c:pt>
                <c:pt idx="2607">
                  <c:v>6.2</c:v>
                </c:pt>
                <c:pt idx="2608">
                  <c:v>6.2</c:v>
                </c:pt>
                <c:pt idx="2609">
                  <c:v>6.1</c:v>
                </c:pt>
                <c:pt idx="2610">
                  <c:v>3.9</c:v>
                </c:pt>
                <c:pt idx="2611">
                  <c:v>7.5</c:v>
                </c:pt>
                <c:pt idx="2612">
                  <c:v>7.7</c:v>
                </c:pt>
                <c:pt idx="2613">
                  <c:v>5.4</c:v>
                </c:pt>
                <c:pt idx="2614">
                  <c:v>6.9</c:v>
                </c:pt>
                <c:pt idx="2615">
                  <c:v>7.3</c:v>
                </c:pt>
                <c:pt idx="2616">
                  <c:v>6.5</c:v>
                </c:pt>
                <c:pt idx="2617">
                  <c:v>5.0999999999999996</c:v>
                </c:pt>
                <c:pt idx="2618">
                  <c:v>5</c:v>
                </c:pt>
                <c:pt idx="2619">
                  <c:v>5.8</c:v>
                </c:pt>
                <c:pt idx="2620">
                  <c:v>7.1</c:v>
                </c:pt>
                <c:pt idx="2621">
                  <c:v>6.7</c:v>
                </c:pt>
                <c:pt idx="2622">
                  <c:v>6.7</c:v>
                </c:pt>
                <c:pt idx="2623">
                  <c:v>5.2</c:v>
                </c:pt>
                <c:pt idx="2624">
                  <c:v>5.7</c:v>
                </c:pt>
                <c:pt idx="2625">
                  <c:v>3.6</c:v>
                </c:pt>
                <c:pt idx="2626">
                  <c:v>6.1</c:v>
                </c:pt>
                <c:pt idx="2627">
                  <c:v>6.3</c:v>
                </c:pt>
                <c:pt idx="2628">
                  <c:v>8.1999999999999993</c:v>
                </c:pt>
                <c:pt idx="2629">
                  <c:v>4.5999999999999996</c:v>
                </c:pt>
                <c:pt idx="2630">
                  <c:v>6.3</c:v>
                </c:pt>
                <c:pt idx="2631">
                  <c:v>7.6</c:v>
                </c:pt>
                <c:pt idx="2632">
                  <c:v>7.5</c:v>
                </c:pt>
                <c:pt idx="2633">
                  <c:v>6.8</c:v>
                </c:pt>
                <c:pt idx="2634">
                  <c:v>5.7</c:v>
                </c:pt>
                <c:pt idx="2635">
                  <c:v>6.2</c:v>
                </c:pt>
                <c:pt idx="2637">
                  <c:v>3.5</c:v>
                </c:pt>
                <c:pt idx="2638">
                  <c:v>6.5</c:v>
                </c:pt>
                <c:pt idx="2639">
                  <c:v>7.2</c:v>
                </c:pt>
                <c:pt idx="2640">
                  <c:v>6.1</c:v>
                </c:pt>
                <c:pt idx="2641">
                  <c:v>6.6</c:v>
                </c:pt>
                <c:pt idx="2642">
                  <c:v>6.8</c:v>
                </c:pt>
                <c:pt idx="2643">
                  <c:v>7.6</c:v>
                </c:pt>
                <c:pt idx="2644">
                  <c:v>5.0999999999999996</c:v>
                </c:pt>
                <c:pt idx="2645">
                  <c:v>7.4</c:v>
                </c:pt>
                <c:pt idx="2646">
                  <c:v>3.7</c:v>
                </c:pt>
                <c:pt idx="2647">
                  <c:v>7.2</c:v>
                </c:pt>
                <c:pt idx="2648">
                  <c:v>9</c:v>
                </c:pt>
                <c:pt idx="2650">
                  <c:v>4.8</c:v>
                </c:pt>
                <c:pt idx="2651">
                  <c:v>7.5</c:v>
                </c:pt>
                <c:pt idx="2652">
                  <c:v>7.3</c:v>
                </c:pt>
                <c:pt idx="2653">
                  <c:v>5.7</c:v>
                </c:pt>
                <c:pt idx="2654">
                  <c:v>6.9</c:v>
                </c:pt>
                <c:pt idx="2655">
                  <c:v>5.0999999999999996</c:v>
                </c:pt>
                <c:pt idx="2656">
                  <c:v>6.9</c:v>
                </c:pt>
                <c:pt idx="2657">
                  <c:v>6.5</c:v>
                </c:pt>
                <c:pt idx="2658">
                  <c:v>4.5</c:v>
                </c:pt>
                <c:pt idx="2659">
                  <c:v>5.9</c:v>
                </c:pt>
                <c:pt idx="2660">
                  <c:v>5.7</c:v>
                </c:pt>
                <c:pt idx="2661">
                  <c:v>4.9000000000000004</c:v>
                </c:pt>
                <c:pt idx="2662">
                  <c:v>5.8</c:v>
                </c:pt>
                <c:pt idx="2663">
                  <c:v>5.4</c:v>
                </c:pt>
                <c:pt idx="2664">
                  <c:v>7.7</c:v>
                </c:pt>
                <c:pt idx="2665">
                  <c:v>7.2</c:v>
                </c:pt>
                <c:pt idx="2666">
                  <c:v>6.7</c:v>
                </c:pt>
                <c:pt idx="2667">
                  <c:v>5.9</c:v>
                </c:pt>
                <c:pt idx="2668">
                  <c:v>7.9</c:v>
                </c:pt>
                <c:pt idx="2669">
                  <c:v>7.6</c:v>
                </c:pt>
                <c:pt idx="2670">
                  <c:v>7.1</c:v>
                </c:pt>
                <c:pt idx="2671">
                  <c:v>7</c:v>
                </c:pt>
                <c:pt idx="2672">
                  <c:v>4.7</c:v>
                </c:pt>
                <c:pt idx="2673">
                  <c:v>3.9</c:v>
                </c:pt>
                <c:pt idx="2674">
                  <c:v>5</c:v>
                </c:pt>
                <c:pt idx="2675">
                  <c:v>6.9</c:v>
                </c:pt>
                <c:pt idx="2676">
                  <c:v>3.9</c:v>
                </c:pt>
                <c:pt idx="2677">
                  <c:v>6</c:v>
                </c:pt>
                <c:pt idx="2678">
                  <c:v>8.6</c:v>
                </c:pt>
                <c:pt idx="2679">
                  <c:v>6.2</c:v>
                </c:pt>
                <c:pt idx="2680">
                  <c:v>6.1</c:v>
                </c:pt>
                <c:pt idx="2681">
                  <c:v>6.3</c:v>
                </c:pt>
                <c:pt idx="2682">
                  <c:v>7.7</c:v>
                </c:pt>
                <c:pt idx="2683">
                  <c:v>6.1</c:v>
                </c:pt>
                <c:pt idx="2684">
                  <c:v>4.7</c:v>
                </c:pt>
                <c:pt idx="2685">
                  <c:v>5.5</c:v>
                </c:pt>
                <c:pt idx="2686">
                  <c:v>5.2</c:v>
                </c:pt>
                <c:pt idx="2687">
                  <c:v>6.1</c:v>
                </c:pt>
                <c:pt idx="2688">
                  <c:v>4.8</c:v>
                </c:pt>
                <c:pt idx="2689">
                  <c:v>6.1</c:v>
                </c:pt>
                <c:pt idx="2690">
                  <c:v>4.8</c:v>
                </c:pt>
                <c:pt idx="2691">
                  <c:v>6.2</c:v>
                </c:pt>
                <c:pt idx="2692">
                  <c:v>6.5</c:v>
                </c:pt>
                <c:pt idx="2693">
                  <c:v>6.6</c:v>
                </c:pt>
                <c:pt idx="2694">
                  <c:v>6.7</c:v>
                </c:pt>
                <c:pt idx="2695">
                  <c:v>5</c:v>
                </c:pt>
                <c:pt idx="2697">
                  <c:v>7.2</c:v>
                </c:pt>
                <c:pt idx="2698">
                  <c:v>7.9</c:v>
                </c:pt>
                <c:pt idx="2699">
                  <c:v>7.5</c:v>
                </c:pt>
                <c:pt idx="2700">
                  <c:v>6.9</c:v>
                </c:pt>
                <c:pt idx="2701">
                  <c:v>7.8</c:v>
                </c:pt>
                <c:pt idx="2702">
                  <c:v>7.9</c:v>
                </c:pt>
                <c:pt idx="2703">
                  <c:v>6.9</c:v>
                </c:pt>
                <c:pt idx="2704">
                  <c:v>6.4</c:v>
                </c:pt>
                <c:pt idx="2705">
                  <c:v>7.9</c:v>
                </c:pt>
                <c:pt idx="2706">
                  <c:v>6.1</c:v>
                </c:pt>
                <c:pt idx="2707">
                  <c:v>6.6</c:v>
                </c:pt>
                <c:pt idx="2708">
                  <c:v>5.8</c:v>
                </c:pt>
                <c:pt idx="2709">
                  <c:v>7.4</c:v>
                </c:pt>
                <c:pt idx="2710">
                  <c:v>6.7</c:v>
                </c:pt>
                <c:pt idx="2711">
                  <c:v>6.6</c:v>
                </c:pt>
                <c:pt idx="2712">
                  <c:v>5.4</c:v>
                </c:pt>
                <c:pt idx="2713">
                  <c:v>6.6</c:v>
                </c:pt>
                <c:pt idx="2714">
                  <c:v>5.9</c:v>
                </c:pt>
                <c:pt idx="2715">
                  <c:v>7.4</c:v>
                </c:pt>
                <c:pt idx="2716">
                  <c:v>6.4</c:v>
                </c:pt>
                <c:pt idx="2717">
                  <c:v>6.8</c:v>
                </c:pt>
                <c:pt idx="2718">
                  <c:v>3.9</c:v>
                </c:pt>
                <c:pt idx="2719">
                  <c:v>4.7</c:v>
                </c:pt>
                <c:pt idx="2720">
                  <c:v>6.2</c:v>
                </c:pt>
                <c:pt idx="2721">
                  <c:v>7.4</c:v>
                </c:pt>
                <c:pt idx="2722">
                  <c:v>5.6</c:v>
                </c:pt>
                <c:pt idx="2723">
                  <c:v>8</c:v>
                </c:pt>
                <c:pt idx="2724">
                  <c:v>6.7</c:v>
                </c:pt>
                <c:pt idx="2725">
                  <c:v>5.5</c:v>
                </c:pt>
                <c:pt idx="2726">
                  <c:v>5.6</c:v>
                </c:pt>
                <c:pt idx="2727">
                  <c:v>7.1</c:v>
                </c:pt>
                <c:pt idx="2728">
                  <c:v>6.4</c:v>
                </c:pt>
                <c:pt idx="2729">
                  <c:v>6.1</c:v>
                </c:pt>
                <c:pt idx="2730">
                  <c:v>6.7</c:v>
                </c:pt>
                <c:pt idx="2731">
                  <c:v>4.5999999999999996</c:v>
                </c:pt>
                <c:pt idx="2732">
                  <c:v>6.4</c:v>
                </c:pt>
                <c:pt idx="2733">
                  <c:v>6.2</c:v>
                </c:pt>
                <c:pt idx="2734">
                  <c:v>6.6</c:v>
                </c:pt>
                <c:pt idx="2735">
                  <c:v>6.6</c:v>
                </c:pt>
                <c:pt idx="2736">
                  <c:v>7.3</c:v>
                </c:pt>
                <c:pt idx="2737">
                  <c:v>5.6</c:v>
                </c:pt>
                <c:pt idx="2738">
                  <c:v>6.8</c:v>
                </c:pt>
                <c:pt idx="2739">
                  <c:v>7.3</c:v>
                </c:pt>
                <c:pt idx="2740">
                  <c:v>4.9000000000000004</c:v>
                </c:pt>
                <c:pt idx="2741">
                  <c:v>5.4</c:v>
                </c:pt>
                <c:pt idx="2742">
                  <c:v>5.2</c:v>
                </c:pt>
                <c:pt idx="2743">
                  <c:v>6.9</c:v>
                </c:pt>
                <c:pt idx="2744">
                  <c:v>2.2999999999999998</c:v>
                </c:pt>
                <c:pt idx="2745">
                  <c:v>6.7</c:v>
                </c:pt>
                <c:pt idx="2746">
                  <c:v>7.8</c:v>
                </c:pt>
                <c:pt idx="2747">
                  <c:v>4.3</c:v>
                </c:pt>
                <c:pt idx="2748">
                  <c:v>6.8</c:v>
                </c:pt>
                <c:pt idx="2749">
                  <c:v>6.6</c:v>
                </c:pt>
                <c:pt idx="2750">
                  <c:v>6.8</c:v>
                </c:pt>
                <c:pt idx="2751">
                  <c:v>7.2</c:v>
                </c:pt>
                <c:pt idx="2752">
                  <c:v>6.1</c:v>
                </c:pt>
                <c:pt idx="2753">
                  <c:v>4.5</c:v>
                </c:pt>
                <c:pt idx="2754">
                  <c:v>6</c:v>
                </c:pt>
                <c:pt idx="2755">
                  <c:v>6.9</c:v>
                </c:pt>
                <c:pt idx="2756">
                  <c:v>8.4</c:v>
                </c:pt>
                <c:pt idx="2757">
                  <c:v>8.1999999999999993</c:v>
                </c:pt>
                <c:pt idx="2758">
                  <c:v>6.8</c:v>
                </c:pt>
                <c:pt idx="2759">
                  <c:v>6.5</c:v>
                </c:pt>
                <c:pt idx="2760">
                  <c:v>4.9000000000000004</c:v>
                </c:pt>
                <c:pt idx="2761">
                  <c:v>5.8</c:v>
                </c:pt>
                <c:pt idx="2762">
                  <c:v>7.5</c:v>
                </c:pt>
                <c:pt idx="2763">
                  <c:v>6.5</c:v>
                </c:pt>
                <c:pt idx="2764">
                  <c:v>8.5</c:v>
                </c:pt>
                <c:pt idx="2765">
                  <c:v>7</c:v>
                </c:pt>
                <c:pt idx="2766">
                  <c:v>6.8</c:v>
                </c:pt>
                <c:pt idx="2767">
                  <c:v>6.5</c:v>
                </c:pt>
                <c:pt idx="2768">
                  <c:v>5.7</c:v>
                </c:pt>
                <c:pt idx="2769">
                  <c:v>5.6</c:v>
                </c:pt>
                <c:pt idx="2770">
                  <c:v>5.7</c:v>
                </c:pt>
                <c:pt idx="2771">
                  <c:v>5.4</c:v>
                </c:pt>
                <c:pt idx="2772">
                  <c:v>6.6</c:v>
                </c:pt>
                <c:pt idx="2773">
                  <c:v>7.3</c:v>
                </c:pt>
                <c:pt idx="2774">
                  <c:v>5.4</c:v>
                </c:pt>
                <c:pt idx="2775">
                  <c:v>7.6</c:v>
                </c:pt>
                <c:pt idx="2776">
                  <c:v>6.5</c:v>
                </c:pt>
                <c:pt idx="2777">
                  <c:v>7.8</c:v>
                </c:pt>
                <c:pt idx="2778">
                  <c:v>7.1</c:v>
                </c:pt>
                <c:pt idx="2779">
                  <c:v>6.2</c:v>
                </c:pt>
                <c:pt idx="2780">
                  <c:v>5.5</c:v>
                </c:pt>
                <c:pt idx="2781">
                  <c:v>7</c:v>
                </c:pt>
                <c:pt idx="2782">
                  <c:v>6.4</c:v>
                </c:pt>
                <c:pt idx="2783">
                  <c:v>6.3</c:v>
                </c:pt>
                <c:pt idx="2784">
                  <c:v>6.7</c:v>
                </c:pt>
                <c:pt idx="2785">
                  <c:v>4.4000000000000004</c:v>
                </c:pt>
                <c:pt idx="2786">
                  <c:v>4.4000000000000004</c:v>
                </c:pt>
                <c:pt idx="2787">
                  <c:v>4.3</c:v>
                </c:pt>
                <c:pt idx="2788">
                  <c:v>6.6</c:v>
                </c:pt>
                <c:pt idx="2789">
                  <c:v>6.6</c:v>
                </c:pt>
                <c:pt idx="2790">
                  <c:v>5.7</c:v>
                </c:pt>
                <c:pt idx="2791">
                  <c:v>4.7</c:v>
                </c:pt>
                <c:pt idx="2792">
                  <c:v>5.9</c:v>
                </c:pt>
                <c:pt idx="2793">
                  <c:v>4.7</c:v>
                </c:pt>
                <c:pt idx="2794">
                  <c:v>6.2</c:v>
                </c:pt>
                <c:pt idx="2795">
                  <c:v>4.7</c:v>
                </c:pt>
                <c:pt idx="2796">
                  <c:v>5.6</c:v>
                </c:pt>
                <c:pt idx="2797">
                  <c:v>6.8</c:v>
                </c:pt>
                <c:pt idx="2798">
                  <c:v>4.9000000000000004</c:v>
                </c:pt>
                <c:pt idx="2799">
                  <c:v>7.8</c:v>
                </c:pt>
                <c:pt idx="2800">
                  <c:v>7.2</c:v>
                </c:pt>
                <c:pt idx="2801">
                  <c:v>6.6</c:v>
                </c:pt>
                <c:pt idx="2802">
                  <c:v>5.2</c:v>
                </c:pt>
                <c:pt idx="2803">
                  <c:v>7</c:v>
                </c:pt>
                <c:pt idx="2804">
                  <c:v>6.7</c:v>
                </c:pt>
                <c:pt idx="2805">
                  <c:v>5.7</c:v>
                </c:pt>
                <c:pt idx="2806">
                  <c:v>7.4</c:v>
                </c:pt>
                <c:pt idx="2807">
                  <c:v>5.8</c:v>
                </c:pt>
                <c:pt idx="2808">
                  <c:v>6.2</c:v>
                </c:pt>
                <c:pt idx="2809">
                  <c:v>5.7</c:v>
                </c:pt>
                <c:pt idx="2810">
                  <c:v>6</c:v>
                </c:pt>
                <c:pt idx="2811">
                  <c:v>5.9</c:v>
                </c:pt>
                <c:pt idx="2812">
                  <c:v>7.5</c:v>
                </c:pt>
                <c:pt idx="2813">
                  <c:v>5.8</c:v>
                </c:pt>
                <c:pt idx="2814">
                  <c:v>6.3</c:v>
                </c:pt>
                <c:pt idx="2815">
                  <c:v>6.9</c:v>
                </c:pt>
                <c:pt idx="2816">
                  <c:v>5.6</c:v>
                </c:pt>
                <c:pt idx="2817">
                  <c:v>6</c:v>
                </c:pt>
                <c:pt idx="2818">
                  <c:v>3.4</c:v>
                </c:pt>
                <c:pt idx="2819">
                  <c:v>7.3</c:v>
                </c:pt>
                <c:pt idx="2820">
                  <c:v>4.0999999999999996</c:v>
                </c:pt>
                <c:pt idx="2821">
                  <c:v>6.1</c:v>
                </c:pt>
                <c:pt idx="2822">
                  <c:v>7.2</c:v>
                </c:pt>
                <c:pt idx="2823">
                  <c:v>5.5</c:v>
                </c:pt>
                <c:pt idx="2824">
                  <c:v>7.7</c:v>
                </c:pt>
                <c:pt idx="2825">
                  <c:v>6.6</c:v>
                </c:pt>
                <c:pt idx="2826">
                  <c:v>6.2</c:v>
                </c:pt>
                <c:pt idx="2827">
                  <c:v>7.3</c:v>
                </c:pt>
                <c:pt idx="2828">
                  <c:v>5.4</c:v>
                </c:pt>
                <c:pt idx="2829">
                  <c:v>3.6</c:v>
                </c:pt>
                <c:pt idx="2830">
                  <c:v>6.3</c:v>
                </c:pt>
                <c:pt idx="2831">
                  <c:v>6.1</c:v>
                </c:pt>
                <c:pt idx="2832">
                  <c:v>5.2</c:v>
                </c:pt>
                <c:pt idx="2833">
                  <c:v>7.1</c:v>
                </c:pt>
                <c:pt idx="2834">
                  <c:v>6.7</c:v>
                </c:pt>
                <c:pt idx="2835">
                  <c:v>6.2</c:v>
                </c:pt>
                <c:pt idx="2836">
                  <c:v>7.4</c:v>
                </c:pt>
                <c:pt idx="2837">
                  <c:v>3.7</c:v>
                </c:pt>
                <c:pt idx="2838">
                  <c:v>5.6</c:v>
                </c:pt>
                <c:pt idx="2839">
                  <c:v>5.7</c:v>
                </c:pt>
                <c:pt idx="2840">
                  <c:v>5.6</c:v>
                </c:pt>
                <c:pt idx="2841">
                  <c:v>6.5</c:v>
                </c:pt>
                <c:pt idx="2842">
                  <c:v>6.1</c:v>
                </c:pt>
                <c:pt idx="2843">
                  <c:v>7.7</c:v>
                </c:pt>
                <c:pt idx="2844">
                  <c:v>3.6</c:v>
                </c:pt>
                <c:pt idx="2845">
                  <c:v>7.3</c:v>
                </c:pt>
                <c:pt idx="2846">
                  <c:v>6.2</c:v>
                </c:pt>
                <c:pt idx="2847">
                  <c:v>6.8</c:v>
                </c:pt>
                <c:pt idx="2848">
                  <c:v>7.5</c:v>
                </c:pt>
                <c:pt idx="2849">
                  <c:v>5.9</c:v>
                </c:pt>
                <c:pt idx="2850">
                  <c:v>5.8</c:v>
                </c:pt>
                <c:pt idx="2851">
                  <c:v>6.4</c:v>
                </c:pt>
                <c:pt idx="2852">
                  <c:v>5.6</c:v>
                </c:pt>
                <c:pt idx="2853">
                  <c:v>6.1</c:v>
                </c:pt>
                <c:pt idx="2854">
                  <c:v>6.8</c:v>
                </c:pt>
                <c:pt idx="2855">
                  <c:v>3.4</c:v>
                </c:pt>
                <c:pt idx="2856">
                  <c:v>3.8</c:v>
                </c:pt>
                <c:pt idx="2857">
                  <c:v>6.8</c:v>
                </c:pt>
                <c:pt idx="2858">
                  <c:v>6.5</c:v>
                </c:pt>
                <c:pt idx="2859">
                  <c:v>4</c:v>
                </c:pt>
                <c:pt idx="2860">
                  <c:v>6.1</c:v>
                </c:pt>
                <c:pt idx="2861">
                  <c:v>6.6</c:v>
                </c:pt>
                <c:pt idx="2862">
                  <c:v>7.8</c:v>
                </c:pt>
                <c:pt idx="2863">
                  <c:v>5.7</c:v>
                </c:pt>
                <c:pt idx="2864">
                  <c:v>7.4</c:v>
                </c:pt>
                <c:pt idx="2865">
                  <c:v>8.6</c:v>
                </c:pt>
                <c:pt idx="2866">
                  <c:v>5.0999999999999996</c:v>
                </c:pt>
                <c:pt idx="2867">
                  <c:v>4.8</c:v>
                </c:pt>
                <c:pt idx="2868">
                  <c:v>4</c:v>
                </c:pt>
                <c:pt idx="2869">
                  <c:v>6.2</c:v>
                </c:pt>
                <c:pt idx="2870">
                  <c:v>5.5</c:v>
                </c:pt>
                <c:pt idx="2871">
                  <c:v>7.3</c:v>
                </c:pt>
                <c:pt idx="2872">
                  <c:v>4.9000000000000004</c:v>
                </c:pt>
                <c:pt idx="2873">
                  <c:v>6.6</c:v>
                </c:pt>
                <c:pt idx="2874">
                  <c:v>5.9</c:v>
                </c:pt>
                <c:pt idx="2875">
                  <c:v>6.7</c:v>
                </c:pt>
                <c:pt idx="2876">
                  <c:v>6.6</c:v>
                </c:pt>
                <c:pt idx="2877">
                  <c:v>6</c:v>
                </c:pt>
                <c:pt idx="2878">
                  <c:v>6.3</c:v>
                </c:pt>
                <c:pt idx="2879">
                  <c:v>6.2</c:v>
                </c:pt>
                <c:pt idx="2880">
                  <c:v>6.3</c:v>
                </c:pt>
                <c:pt idx="2881">
                  <c:v>4.5999999999999996</c:v>
                </c:pt>
                <c:pt idx="2882">
                  <c:v>6.4</c:v>
                </c:pt>
                <c:pt idx="2883">
                  <c:v>6.8</c:v>
                </c:pt>
                <c:pt idx="2884">
                  <c:v>5</c:v>
                </c:pt>
                <c:pt idx="2885">
                  <c:v>4.4000000000000004</c:v>
                </c:pt>
                <c:pt idx="2886">
                  <c:v>4.8</c:v>
                </c:pt>
                <c:pt idx="2887">
                  <c:v>6.3</c:v>
                </c:pt>
                <c:pt idx="2888">
                  <c:v>7.6</c:v>
                </c:pt>
                <c:pt idx="2889">
                  <c:v>5.2</c:v>
                </c:pt>
                <c:pt idx="2890">
                  <c:v>7.6</c:v>
                </c:pt>
                <c:pt idx="2891">
                  <c:v>6.3</c:v>
                </c:pt>
                <c:pt idx="2892">
                  <c:v>7.2</c:v>
                </c:pt>
                <c:pt idx="2893">
                  <c:v>7.4</c:v>
                </c:pt>
                <c:pt idx="2894">
                  <c:v>5.0999999999999996</c:v>
                </c:pt>
                <c:pt idx="2895">
                  <c:v>7.8</c:v>
                </c:pt>
                <c:pt idx="2896">
                  <c:v>5.0999999999999996</c:v>
                </c:pt>
                <c:pt idx="2897">
                  <c:v>5.7</c:v>
                </c:pt>
                <c:pt idx="2898">
                  <c:v>5.9</c:v>
                </c:pt>
                <c:pt idx="2899">
                  <c:v>5.5</c:v>
                </c:pt>
                <c:pt idx="2900">
                  <c:v>7</c:v>
                </c:pt>
                <c:pt idx="2901">
                  <c:v>7.2</c:v>
                </c:pt>
                <c:pt idx="2902">
                  <c:v>4.2</c:v>
                </c:pt>
                <c:pt idx="2903">
                  <c:v>6.6</c:v>
                </c:pt>
                <c:pt idx="2904">
                  <c:v>5.0999999999999996</c:v>
                </c:pt>
                <c:pt idx="2905">
                  <c:v>6.2</c:v>
                </c:pt>
                <c:pt idx="2906">
                  <c:v>6.5</c:v>
                </c:pt>
                <c:pt idx="2907">
                  <c:v>5.3</c:v>
                </c:pt>
                <c:pt idx="2908">
                  <c:v>6.5</c:v>
                </c:pt>
                <c:pt idx="2909">
                  <c:v>4.2</c:v>
                </c:pt>
                <c:pt idx="2911">
                  <c:v>5.3</c:v>
                </c:pt>
                <c:pt idx="2912">
                  <c:v>6.3</c:v>
                </c:pt>
                <c:pt idx="2913">
                  <c:v>6.3</c:v>
                </c:pt>
                <c:pt idx="2914">
                  <c:v>6.9</c:v>
                </c:pt>
                <c:pt idx="2915">
                  <c:v>5.0999999999999996</c:v>
                </c:pt>
                <c:pt idx="2916">
                  <c:v>6.4</c:v>
                </c:pt>
                <c:pt idx="2917">
                  <c:v>7.9</c:v>
                </c:pt>
                <c:pt idx="2918">
                  <c:v>6.8</c:v>
                </c:pt>
                <c:pt idx="2919">
                  <c:v>6.1</c:v>
                </c:pt>
                <c:pt idx="2920">
                  <c:v>6.8</c:v>
                </c:pt>
                <c:pt idx="2921">
                  <c:v>4.5999999999999996</c:v>
                </c:pt>
                <c:pt idx="2922">
                  <c:v>5.9</c:v>
                </c:pt>
                <c:pt idx="2923">
                  <c:v>4.5999999999999996</c:v>
                </c:pt>
                <c:pt idx="2924">
                  <c:v>5.9</c:v>
                </c:pt>
                <c:pt idx="2925">
                  <c:v>5.8</c:v>
                </c:pt>
                <c:pt idx="2926">
                  <c:v>6.4</c:v>
                </c:pt>
                <c:pt idx="2927">
                  <c:v>7.5</c:v>
                </c:pt>
                <c:pt idx="2928">
                  <c:v>5.5</c:v>
                </c:pt>
                <c:pt idx="2929">
                  <c:v>6.7</c:v>
                </c:pt>
                <c:pt idx="2930">
                  <c:v>6.4</c:v>
                </c:pt>
                <c:pt idx="2931">
                  <c:v>4.9000000000000004</c:v>
                </c:pt>
                <c:pt idx="2932">
                  <c:v>6.9</c:v>
                </c:pt>
                <c:pt idx="2933">
                  <c:v>4.3</c:v>
                </c:pt>
                <c:pt idx="2934">
                  <c:v>7</c:v>
                </c:pt>
                <c:pt idx="2935">
                  <c:v>7.1</c:v>
                </c:pt>
                <c:pt idx="2936">
                  <c:v>6.9</c:v>
                </c:pt>
                <c:pt idx="2937">
                  <c:v>7</c:v>
                </c:pt>
                <c:pt idx="2938">
                  <c:v>5.4</c:v>
                </c:pt>
                <c:pt idx="2939">
                  <c:v>5.8</c:v>
                </c:pt>
                <c:pt idx="2940">
                  <c:v>7</c:v>
                </c:pt>
                <c:pt idx="2941">
                  <c:v>6.4</c:v>
                </c:pt>
                <c:pt idx="2942">
                  <c:v>6.3</c:v>
                </c:pt>
                <c:pt idx="2943">
                  <c:v>5.6</c:v>
                </c:pt>
                <c:pt idx="2944">
                  <c:v>4</c:v>
                </c:pt>
                <c:pt idx="2945">
                  <c:v>4.4000000000000004</c:v>
                </c:pt>
                <c:pt idx="2946">
                  <c:v>5.9</c:v>
                </c:pt>
                <c:pt idx="2947">
                  <c:v>7.2</c:v>
                </c:pt>
                <c:pt idx="2948">
                  <c:v>5.0999999999999996</c:v>
                </c:pt>
                <c:pt idx="2949">
                  <c:v>7.3</c:v>
                </c:pt>
                <c:pt idx="2950">
                  <c:v>6.3</c:v>
                </c:pt>
                <c:pt idx="2951">
                  <c:v>5.4</c:v>
                </c:pt>
                <c:pt idx="2952">
                  <c:v>7.4</c:v>
                </c:pt>
                <c:pt idx="2953">
                  <c:v>5.7</c:v>
                </c:pt>
                <c:pt idx="2954">
                  <c:v>5.4</c:v>
                </c:pt>
                <c:pt idx="2955">
                  <c:v>5.3</c:v>
                </c:pt>
                <c:pt idx="2956">
                  <c:v>4.5</c:v>
                </c:pt>
                <c:pt idx="2957">
                  <c:v>6.2</c:v>
                </c:pt>
                <c:pt idx="2958">
                  <c:v>7.4</c:v>
                </c:pt>
                <c:pt idx="2959">
                  <c:v>6.7</c:v>
                </c:pt>
                <c:pt idx="2960">
                  <c:v>4.8</c:v>
                </c:pt>
                <c:pt idx="2961">
                  <c:v>6.9</c:v>
                </c:pt>
                <c:pt idx="2962">
                  <c:v>7</c:v>
                </c:pt>
                <c:pt idx="2963">
                  <c:v>7.8</c:v>
                </c:pt>
                <c:pt idx="2964">
                  <c:v>7.8</c:v>
                </c:pt>
                <c:pt idx="2965">
                  <c:v>7.3</c:v>
                </c:pt>
                <c:pt idx="2966">
                  <c:v>8.6999999999999993</c:v>
                </c:pt>
                <c:pt idx="2967">
                  <c:v>8.3000000000000007</c:v>
                </c:pt>
                <c:pt idx="2968">
                  <c:v>8.5</c:v>
                </c:pt>
                <c:pt idx="2969">
                  <c:v>8.4</c:v>
                </c:pt>
                <c:pt idx="2970">
                  <c:v>8</c:v>
                </c:pt>
                <c:pt idx="2971">
                  <c:v>8.1999999999999993</c:v>
                </c:pt>
                <c:pt idx="2972">
                  <c:v>5.7</c:v>
                </c:pt>
                <c:pt idx="2973">
                  <c:v>7.4</c:v>
                </c:pt>
                <c:pt idx="2974">
                  <c:v>6.7</c:v>
                </c:pt>
                <c:pt idx="2975">
                  <c:v>8.6</c:v>
                </c:pt>
                <c:pt idx="2976">
                  <c:v>3.3</c:v>
                </c:pt>
                <c:pt idx="2977">
                  <c:v>8.6</c:v>
                </c:pt>
                <c:pt idx="2978">
                  <c:v>6.5</c:v>
                </c:pt>
                <c:pt idx="2979">
                  <c:v>8</c:v>
                </c:pt>
                <c:pt idx="2980">
                  <c:v>7.9</c:v>
                </c:pt>
                <c:pt idx="2981">
                  <c:v>9.1</c:v>
                </c:pt>
                <c:pt idx="2982">
                  <c:v>7.3</c:v>
                </c:pt>
                <c:pt idx="2983">
                  <c:v>6.9</c:v>
                </c:pt>
                <c:pt idx="2984">
                  <c:v>8.4</c:v>
                </c:pt>
                <c:pt idx="2985">
                  <c:v>6.8</c:v>
                </c:pt>
                <c:pt idx="2986">
                  <c:v>7.5</c:v>
                </c:pt>
                <c:pt idx="2987">
                  <c:v>7.4</c:v>
                </c:pt>
                <c:pt idx="2988">
                  <c:v>7.5</c:v>
                </c:pt>
                <c:pt idx="2989">
                  <c:v>7.4</c:v>
                </c:pt>
                <c:pt idx="2990">
                  <c:v>6.1</c:v>
                </c:pt>
                <c:pt idx="2991">
                  <c:v>7.3</c:v>
                </c:pt>
                <c:pt idx="2992">
                  <c:v>6.7</c:v>
                </c:pt>
                <c:pt idx="2993">
                  <c:v>7.3</c:v>
                </c:pt>
                <c:pt idx="2994">
                  <c:v>7.1</c:v>
                </c:pt>
                <c:pt idx="2995">
                  <c:v>6.6</c:v>
                </c:pt>
                <c:pt idx="2996">
                  <c:v>7.7</c:v>
                </c:pt>
                <c:pt idx="2997">
                  <c:v>6.8</c:v>
                </c:pt>
                <c:pt idx="2998">
                  <c:v>7.1</c:v>
                </c:pt>
                <c:pt idx="2999">
                  <c:v>7.3</c:v>
                </c:pt>
                <c:pt idx="3000">
                  <c:v>8.1</c:v>
                </c:pt>
                <c:pt idx="3001">
                  <c:v>7.8</c:v>
                </c:pt>
                <c:pt idx="3002">
                  <c:v>6.2</c:v>
                </c:pt>
                <c:pt idx="3003">
                  <c:v>6.7</c:v>
                </c:pt>
                <c:pt idx="3004">
                  <c:v>7.5</c:v>
                </c:pt>
                <c:pt idx="3005">
                  <c:v>6.6</c:v>
                </c:pt>
                <c:pt idx="3006">
                  <c:v>6.1</c:v>
                </c:pt>
                <c:pt idx="3007">
                  <c:v>7.9</c:v>
                </c:pt>
                <c:pt idx="3008">
                  <c:v>7.7</c:v>
                </c:pt>
                <c:pt idx="3009">
                  <c:v>7.1</c:v>
                </c:pt>
                <c:pt idx="3010">
                  <c:v>7.6</c:v>
                </c:pt>
                <c:pt idx="3011">
                  <c:v>7.8</c:v>
                </c:pt>
                <c:pt idx="3012">
                  <c:v>7.2</c:v>
                </c:pt>
                <c:pt idx="3013">
                  <c:v>7.3</c:v>
                </c:pt>
                <c:pt idx="3014">
                  <c:v>6.5</c:v>
                </c:pt>
                <c:pt idx="3015">
                  <c:v>7.1</c:v>
                </c:pt>
                <c:pt idx="3016">
                  <c:v>5.3</c:v>
                </c:pt>
                <c:pt idx="3017">
                  <c:v>7.3</c:v>
                </c:pt>
                <c:pt idx="3018">
                  <c:v>6.2</c:v>
                </c:pt>
                <c:pt idx="3019">
                  <c:v>7.6</c:v>
                </c:pt>
                <c:pt idx="3020">
                  <c:v>7.1</c:v>
                </c:pt>
                <c:pt idx="3021">
                  <c:v>7</c:v>
                </c:pt>
                <c:pt idx="3022">
                  <c:v>8.3000000000000007</c:v>
                </c:pt>
                <c:pt idx="3023">
                  <c:v>7.6</c:v>
                </c:pt>
                <c:pt idx="3024">
                  <c:v>6.5</c:v>
                </c:pt>
                <c:pt idx="3025">
                  <c:v>7.4</c:v>
                </c:pt>
                <c:pt idx="3026">
                  <c:v>8.4</c:v>
                </c:pt>
                <c:pt idx="3027">
                  <c:v>6.8</c:v>
                </c:pt>
                <c:pt idx="3028">
                  <c:v>6.8</c:v>
                </c:pt>
                <c:pt idx="3029">
                  <c:v>6.1</c:v>
                </c:pt>
                <c:pt idx="3030">
                  <c:v>6.3</c:v>
                </c:pt>
                <c:pt idx="3031">
                  <c:v>6.5</c:v>
                </c:pt>
                <c:pt idx="3032">
                  <c:v>8.4</c:v>
                </c:pt>
                <c:pt idx="3033">
                  <c:v>8.9</c:v>
                </c:pt>
                <c:pt idx="3034">
                  <c:v>4.9000000000000004</c:v>
                </c:pt>
                <c:pt idx="3035">
                  <c:v>5.2</c:v>
                </c:pt>
                <c:pt idx="3036">
                  <c:v>7.2</c:v>
                </c:pt>
                <c:pt idx="3037">
                  <c:v>7.6</c:v>
                </c:pt>
                <c:pt idx="3038">
                  <c:v>7.8</c:v>
                </c:pt>
                <c:pt idx="3039">
                  <c:v>8</c:v>
                </c:pt>
                <c:pt idx="3040">
                  <c:v>7.1</c:v>
                </c:pt>
                <c:pt idx="3041">
                  <c:v>6.6</c:v>
                </c:pt>
                <c:pt idx="3042">
                  <c:v>6.2</c:v>
                </c:pt>
                <c:pt idx="3043">
                  <c:v>7.1</c:v>
                </c:pt>
                <c:pt idx="3044">
                  <c:v>6.4</c:v>
                </c:pt>
                <c:pt idx="3045">
                  <c:v>6</c:v>
                </c:pt>
                <c:pt idx="3046">
                  <c:v>5.6</c:v>
                </c:pt>
                <c:pt idx="3047">
                  <c:v>7.3</c:v>
                </c:pt>
                <c:pt idx="3048">
                  <c:v>7.2</c:v>
                </c:pt>
                <c:pt idx="3049">
                  <c:v>6.7</c:v>
                </c:pt>
                <c:pt idx="3050">
                  <c:v>7.4</c:v>
                </c:pt>
                <c:pt idx="3051">
                  <c:v>7.3</c:v>
                </c:pt>
                <c:pt idx="3052">
                  <c:v>6.2</c:v>
                </c:pt>
                <c:pt idx="3053">
                  <c:v>6.6</c:v>
                </c:pt>
                <c:pt idx="3054">
                  <c:v>7.5</c:v>
                </c:pt>
                <c:pt idx="3055">
                  <c:v>6.8</c:v>
                </c:pt>
                <c:pt idx="3056">
                  <c:v>5.8</c:v>
                </c:pt>
                <c:pt idx="3057">
                  <c:v>7.2</c:v>
                </c:pt>
                <c:pt idx="3058">
                  <c:v>6.9</c:v>
                </c:pt>
                <c:pt idx="3059">
                  <c:v>7</c:v>
                </c:pt>
                <c:pt idx="3060">
                  <c:v>5.6</c:v>
                </c:pt>
                <c:pt idx="3061">
                  <c:v>7.8</c:v>
                </c:pt>
                <c:pt idx="3062">
                  <c:v>6.7</c:v>
                </c:pt>
                <c:pt idx="3063">
                  <c:v>7.5</c:v>
                </c:pt>
                <c:pt idx="3064">
                  <c:v>7.5</c:v>
                </c:pt>
                <c:pt idx="3065">
                  <c:v>6.3</c:v>
                </c:pt>
                <c:pt idx="3066">
                  <c:v>8</c:v>
                </c:pt>
                <c:pt idx="3067">
                  <c:v>5.4</c:v>
                </c:pt>
                <c:pt idx="3068">
                  <c:v>6.9</c:v>
                </c:pt>
                <c:pt idx="3069">
                  <c:v>5.2</c:v>
                </c:pt>
                <c:pt idx="3070">
                  <c:v>7.2</c:v>
                </c:pt>
                <c:pt idx="3071">
                  <c:v>6.8</c:v>
                </c:pt>
                <c:pt idx="3072">
                  <c:v>7.5</c:v>
                </c:pt>
                <c:pt idx="3073">
                  <c:v>6.7</c:v>
                </c:pt>
                <c:pt idx="3074">
                  <c:v>7.2</c:v>
                </c:pt>
                <c:pt idx="3075">
                  <c:v>6.3</c:v>
                </c:pt>
                <c:pt idx="3076">
                  <c:v>7</c:v>
                </c:pt>
                <c:pt idx="3077">
                  <c:v>8.6</c:v>
                </c:pt>
                <c:pt idx="3078">
                  <c:v>6.1</c:v>
                </c:pt>
                <c:pt idx="3079">
                  <c:v>2.9</c:v>
                </c:pt>
                <c:pt idx="3080">
                  <c:v>6.5</c:v>
                </c:pt>
                <c:pt idx="3081">
                  <c:v>6.6</c:v>
                </c:pt>
                <c:pt idx="3082">
                  <c:v>5.5</c:v>
                </c:pt>
                <c:pt idx="3083">
                  <c:v>7.7</c:v>
                </c:pt>
                <c:pt idx="3084">
                  <c:v>7.2</c:v>
                </c:pt>
                <c:pt idx="3085">
                  <c:v>6.2</c:v>
                </c:pt>
                <c:pt idx="3086">
                  <c:v>6</c:v>
                </c:pt>
                <c:pt idx="3087">
                  <c:v>5.4</c:v>
                </c:pt>
                <c:pt idx="3088">
                  <c:v>6</c:v>
                </c:pt>
                <c:pt idx="3089">
                  <c:v>7.5</c:v>
                </c:pt>
                <c:pt idx="3090">
                  <c:v>7</c:v>
                </c:pt>
                <c:pt idx="3091">
                  <c:v>8.8000000000000007</c:v>
                </c:pt>
                <c:pt idx="3092">
                  <c:v>7.2</c:v>
                </c:pt>
                <c:pt idx="3093">
                  <c:v>6.4</c:v>
                </c:pt>
                <c:pt idx="3094">
                  <c:v>6.5</c:v>
                </c:pt>
                <c:pt idx="3095">
                  <c:v>9.3000000000000007</c:v>
                </c:pt>
                <c:pt idx="3096">
                  <c:v>6.4</c:v>
                </c:pt>
                <c:pt idx="3097">
                  <c:v>7.9</c:v>
                </c:pt>
                <c:pt idx="3098">
                  <c:v>6.7</c:v>
                </c:pt>
                <c:pt idx="3099">
                  <c:v>6.9</c:v>
                </c:pt>
                <c:pt idx="3100">
                  <c:v>7.1</c:v>
                </c:pt>
                <c:pt idx="3101">
                  <c:v>8.1999999999999993</c:v>
                </c:pt>
                <c:pt idx="3102">
                  <c:v>6.9</c:v>
                </c:pt>
                <c:pt idx="3103">
                  <c:v>5.4</c:v>
                </c:pt>
                <c:pt idx="3104">
                  <c:v>7.4</c:v>
                </c:pt>
                <c:pt idx="3105">
                  <c:v>7.6</c:v>
                </c:pt>
                <c:pt idx="3107">
                  <c:v>4.5999999999999996</c:v>
                </c:pt>
                <c:pt idx="3108">
                  <c:v>5.5</c:v>
                </c:pt>
                <c:pt idx="3109">
                  <c:v>6.9</c:v>
                </c:pt>
                <c:pt idx="3110">
                  <c:v>7.2</c:v>
                </c:pt>
                <c:pt idx="3111">
                  <c:v>6.3</c:v>
                </c:pt>
                <c:pt idx="3112">
                  <c:v>7.2</c:v>
                </c:pt>
                <c:pt idx="3113">
                  <c:v>6.1</c:v>
                </c:pt>
                <c:pt idx="3114">
                  <c:v>5.9</c:v>
                </c:pt>
                <c:pt idx="3115">
                  <c:v>6.5</c:v>
                </c:pt>
                <c:pt idx="3116">
                  <c:v>7.3</c:v>
                </c:pt>
                <c:pt idx="3117">
                  <c:v>5.2</c:v>
                </c:pt>
                <c:pt idx="3118">
                  <c:v>6.2</c:v>
                </c:pt>
                <c:pt idx="3119">
                  <c:v>7.1</c:v>
                </c:pt>
                <c:pt idx="3120">
                  <c:v>6.2</c:v>
                </c:pt>
                <c:pt idx="3121">
                  <c:v>5.8</c:v>
                </c:pt>
                <c:pt idx="3122">
                  <c:v>6.3</c:v>
                </c:pt>
                <c:pt idx="3123">
                  <c:v>5.7</c:v>
                </c:pt>
                <c:pt idx="3124">
                  <c:v>9</c:v>
                </c:pt>
                <c:pt idx="3125">
                  <c:v>4.7</c:v>
                </c:pt>
                <c:pt idx="3126">
                  <c:v>6.3</c:v>
                </c:pt>
                <c:pt idx="3127">
                  <c:v>8.6</c:v>
                </c:pt>
                <c:pt idx="3128">
                  <c:v>7</c:v>
                </c:pt>
                <c:pt idx="3129">
                  <c:v>6.3</c:v>
                </c:pt>
                <c:pt idx="3130">
                  <c:v>7.6</c:v>
                </c:pt>
                <c:pt idx="3131">
                  <c:v>7.6</c:v>
                </c:pt>
                <c:pt idx="3132">
                  <c:v>7.7</c:v>
                </c:pt>
                <c:pt idx="3133">
                  <c:v>8.1</c:v>
                </c:pt>
                <c:pt idx="3134">
                  <c:v>7.8</c:v>
                </c:pt>
                <c:pt idx="3135">
                  <c:v>4.7</c:v>
                </c:pt>
                <c:pt idx="3136">
                  <c:v>6.5</c:v>
                </c:pt>
                <c:pt idx="3137">
                  <c:v>5.7</c:v>
                </c:pt>
                <c:pt idx="3138">
                  <c:v>7.1</c:v>
                </c:pt>
                <c:pt idx="3139">
                  <c:v>8.1</c:v>
                </c:pt>
                <c:pt idx="3140">
                  <c:v>6.4</c:v>
                </c:pt>
                <c:pt idx="3141">
                  <c:v>5.3</c:v>
                </c:pt>
                <c:pt idx="3142">
                  <c:v>6.4</c:v>
                </c:pt>
                <c:pt idx="3143">
                  <c:v>8.6999999999999993</c:v>
                </c:pt>
                <c:pt idx="3144">
                  <c:v>6.4</c:v>
                </c:pt>
                <c:pt idx="3145">
                  <c:v>6.7</c:v>
                </c:pt>
                <c:pt idx="3146">
                  <c:v>6.6</c:v>
                </c:pt>
                <c:pt idx="3147">
                  <c:v>8.1</c:v>
                </c:pt>
                <c:pt idx="3148">
                  <c:v>7.7</c:v>
                </c:pt>
                <c:pt idx="3149">
                  <c:v>7.4</c:v>
                </c:pt>
                <c:pt idx="3150">
                  <c:v>7.5</c:v>
                </c:pt>
                <c:pt idx="3151">
                  <c:v>5.9</c:v>
                </c:pt>
                <c:pt idx="3152">
                  <c:v>8.1999999999999993</c:v>
                </c:pt>
                <c:pt idx="3153">
                  <c:v>8</c:v>
                </c:pt>
                <c:pt idx="3154">
                  <c:v>5.4</c:v>
                </c:pt>
                <c:pt idx="3155">
                  <c:v>6.1</c:v>
                </c:pt>
                <c:pt idx="3156">
                  <c:v>6.5</c:v>
                </c:pt>
                <c:pt idx="3157">
                  <c:v>7.1</c:v>
                </c:pt>
                <c:pt idx="3158">
                  <c:v>6.9</c:v>
                </c:pt>
                <c:pt idx="3159">
                  <c:v>5.3</c:v>
                </c:pt>
                <c:pt idx="3160">
                  <c:v>6</c:v>
                </c:pt>
                <c:pt idx="3161">
                  <c:v>6.1</c:v>
                </c:pt>
                <c:pt idx="3162">
                  <c:v>6.5</c:v>
                </c:pt>
                <c:pt idx="3163">
                  <c:v>6.8</c:v>
                </c:pt>
                <c:pt idx="3164">
                  <c:v>6.4</c:v>
                </c:pt>
                <c:pt idx="3165">
                  <c:v>6.8</c:v>
                </c:pt>
                <c:pt idx="3166">
                  <c:v>7.5</c:v>
                </c:pt>
                <c:pt idx="3167">
                  <c:v>6.6</c:v>
                </c:pt>
                <c:pt idx="3168">
                  <c:v>6.7</c:v>
                </c:pt>
                <c:pt idx="3169">
                  <c:v>7.7</c:v>
                </c:pt>
                <c:pt idx="3170">
                  <c:v>7.6</c:v>
                </c:pt>
                <c:pt idx="3171">
                  <c:v>5.6</c:v>
                </c:pt>
                <c:pt idx="3172">
                  <c:v>6.2</c:v>
                </c:pt>
                <c:pt idx="3173">
                  <c:v>3.7</c:v>
                </c:pt>
                <c:pt idx="3174">
                  <c:v>6.1</c:v>
                </c:pt>
                <c:pt idx="3175">
                  <c:v>6.4</c:v>
                </c:pt>
                <c:pt idx="3176">
                  <c:v>7.1</c:v>
                </c:pt>
                <c:pt idx="3177">
                  <c:v>4.7</c:v>
                </c:pt>
                <c:pt idx="3178">
                  <c:v>5.9</c:v>
                </c:pt>
                <c:pt idx="3179">
                  <c:v>7.1</c:v>
                </c:pt>
                <c:pt idx="3180">
                  <c:v>7.4</c:v>
                </c:pt>
                <c:pt idx="3181">
                  <c:v>6.9</c:v>
                </c:pt>
                <c:pt idx="3182">
                  <c:v>6.6</c:v>
                </c:pt>
                <c:pt idx="3183">
                  <c:v>7</c:v>
                </c:pt>
                <c:pt idx="3184">
                  <c:v>6.6</c:v>
                </c:pt>
                <c:pt idx="3185">
                  <c:v>5</c:v>
                </c:pt>
                <c:pt idx="3186">
                  <c:v>7.6</c:v>
                </c:pt>
                <c:pt idx="3187">
                  <c:v>8.1</c:v>
                </c:pt>
                <c:pt idx="3188">
                  <c:v>6.7</c:v>
                </c:pt>
                <c:pt idx="3189">
                  <c:v>5.4</c:v>
                </c:pt>
                <c:pt idx="3190">
                  <c:v>6.5</c:v>
                </c:pt>
                <c:pt idx="3191">
                  <c:v>5.3</c:v>
                </c:pt>
                <c:pt idx="3192">
                  <c:v>7.4</c:v>
                </c:pt>
                <c:pt idx="3193">
                  <c:v>7.2</c:v>
                </c:pt>
                <c:pt idx="3194">
                  <c:v>5.9</c:v>
                </c:pt>
                <c:pt idx="3195">
                  <c:v>8.6</c:v>
                </c:pt>
                <c:pt idx="3197">
                  <c:v>7.5</c:v>
                </c:pt>
                <c:pt idx="3198">
                  <c:v>5.8</c:v>
                </c:pt>
                <c:pt idx="3199">
                  <c:v>7.5</c:v>
                </c:pt>
                <c:pt idx="3200">
                  <c:v>7.1</c:v>
                </c:pt>
                <c:pt idx="3201">
                  <c:v>7.6</c:v>
                </c:pt>
                <c:pt idx="3202">
                  <c:v>8.1</c:v>
                </c:pt>
                <c:pt idx="3203">
                  <c:v>7.9</c:v>
                </c:pt>
                <c:pt idx="3204">
                  <c:v>6.6</c:v>
                </c:pt>
                <c:pt idx="3205">
                  <c:v>6.3</c:v>
                </c:pt>
                <c:pt idx="3206">
                  <c:v>7.1</c:v>
                </c:pt>
                <c:pt idx="3207">
                  <c:v>5.6</c:v>
                </c:pt>
                <c:pt idx="3208">
                  <c:v>7.4</c:v>
                </c:pt>
                <c:pt idx="3209">
                  <c:v>4.3</c:v>
                </c:pt>
                <c:pt idx="3210">
                  <c:v>8.3000000000000007</c:v>
                </c:pt>
                <c:pt idx="3211">
                  <c:v>7.6</c:v>
                </c:pt>
                <c:pt idx="3212">
                  <c:v>6.3</c:v>
                </c:pt>
                <c:pt idx="3213">
                  <c:v>5.7</c:v>
                </c:pt>
                <c:pt idx="3214">
                  <c:v>5.7</c:v>
                </c:pt>
                <c:pt idx="3215">
                  <c:v>7.2</c:v>
                </c:pt>
                <c:pt idx="3216">
                  <c:v>7.4</c:v>
                </c:pt>
                <c:pt idx="3217">
                  <c:v>7.5</c:v>
                </c:pt>
                <c:pt idx="3218">
                  <c:v>6.5</c:v>
                </c:pt>
                <c:pt idx="3219">
                  <c:v>7.4</c:v>
                </c:pt>
                <c:pt idx="3220">
                  <c:v>7.8</c:v>
                </c:pt>
                <c:pt idx="3221">
                  <c:v>6.6</c:v>
                </c:pt>
                <c:pt idx="3222">
                  <c:v>6.5</c:v>
                </c:pt>
                <c:pt idx="3223">
                  <c:v>6.6</c:v>
                </c:pt>
                <c:pt idx="3224">
                  <c:v>6.3</c:v>
                </c:pt>
                <c:pt idx="3225">
                  <c:v>8</c:v>
                </c:pt>
                <c:pt idx="3226">
                  <c:v>7.4</c:v>
                </c:pt>
                <c:pt idx="3227">
                  <c:v>5.9</c:v>
                </c:pt>
                <c:pt idx="3228">
                  <c:v>5.3</c:v>
                </c:pt>
                <c:pt idx="3229">
                  <c:v>5.8</c:v>
                </c:pt>
                <c:pt idx="3230">
                  <c:v>8.1</c:v>
                </c:pt>
                <c:pt idx="3231">
                  <c:v>6.6</c:v>
                </c:pt>
                <c:pt idx="3232">
                  <c:v>8</c:v>
                </c:pt>
                <c:pt idx="3233">
                  <c:v>4.9000000000000004</c:v>
                </c:pt>
                <c:pt idx="3234">
                  <c:v>7.8</c:v>
                </c:pt>
                <c:pt idx="3235">
                  <c:v>6.8</c:v>
                </c:pt>
                <c:pt idx="3236">
                  <c:v>6.7</c:v>
                </c:pt>
                <c:pt idx="3237">
                  <c:v>6.1</c:v>
                </c:pt>
                <c:pt idx="3238">
                  <c:v>4.7</c:v>
                </c:pt>
                <c:pt idx="3239">
                  <c:v>7.5</c:v>
                </c:pt>
                <c:pt idx="3240">
                  <c:v>7.6</c:v>
                </c:pt>
                <c:pt idx="3241">
                  <c:v>8.3000000000000007</c:v>
                </c:pt>
                <c:pt idx="3242">
                  <c:v>4.5999999999999996</c:v>
                </c:pt>
                <c:pt idx="3243">
                  <c:v>7.4</c:v>
                </c:pt>
                <c:pt idx="3244">
                  <c:v>7.1</c:v>
                </c:pt>
                <c:pt idx="3245">
                  <c:v>7.9</c:v>
                </c:pt>
                <c:pt idx="3246">
                  <c:v>4.3</c:v>
                </c:pt>
                <c:pt idx="3247">
                  <c:v>5.7</c:v>
                </c:pt>
                <c:pt idx="3248">
                  <c:v>7.4</c:v>
                </c:pt>
                <c:pt idx="3249">
                  <c:v>6.4</c:v>
                </c:pt>
                <c:pt idx="3250">
                  <c:v>8</c:v>
                </c:pt>
                <c:pt idx="3251">
                  <c:v>8.1999999999999993</c:v>
                </c:pt>
                <c:pt idx="3252">
                  <c:v>6.9</c:v>
                </c:pt>
                <c:pt idx="3253">
                  <c:v>7.9</c:v>
                </c:pt>
                <c:pt idx="3254">
                  <c:v>7.3</c:v>
                </c:pt>
                <c:pt idx="3255">
                  <c:v>5.3</c:v>
                </c:pt>
                <c:pt idx="3256">
                  <c:v>6.8</c:v>
                </c:pt>
                <c:pt idx="3257">
                  <c:v>7.3</c:v>
                </c:pt>
                <c:pt idx="3258">
                  <c:v>7.9</c:v>
                </c:pt>
                <c:pt idx="3259">
                  <c:v>6.4</c:v>
                </c:pt>
                <c:pt idx="3260">
                  <c:v>6.4</c:v>
                </c:pt>
                <c:pt idx="3261">
                  <c:v>6.8</c:v>
                </c:pt>
                <c:pt idx="3262">
                  <c:v>5.5</c:v>
                </c:pt>
                <c:pt idx="3263">
                  <c:v>6</c:v>
                </c:pt>
                <c:pt idx="3264">
                  <c:v>7.1</c:v>
                </c:pt>
                <c:pt idx="3265">
                  <c:v>7.3</c:v>
                </c:pt>
                <c:pt idx="3266">
                  <c:v>8.1999999999999993</c:v>
                </c:pt>
                <c:pt idx="3267">
                  <c:v>7.5</c:v>
                </c:pt>
                <c:pt idx="3268">
                  <c:v>7.7</c:v>
                </c:pt>
                <c:pt idx="3269">
                  <c:v>5.2</c:v>
                </c:pt>
                <c:pt idx="3270">
                  <c:v>6.9</c:v>
                </c:pt>
                <c:pt idx="3271">
                  <c:v>6.5</c:v>
                </c:pt>
                <c:pt idx="3272">
                  <c:v>4.4000000000000004</c:v>
                </c:pt>
                <c:pt idx="3273">
                  <c:v>6.6</c:v>
                </c:pt>
                <c:pt idx="3274">
                  <c:v>5.8</c:v>
                </c:pt>
                <c:pt idx="3275">
                  <c:v>7.3</c:v>
                </c:pt>
                <c:pt idx="3276">
                  <c:v>7.7</c:v>
                </c:pt>
                <c:pt idx="3277">
                  <c:v>7.5</c:v>
                </c:pt>
                <c:pt idx="3278">
                  <c:v>6.9</c:v>
                </c:pt>
                <c:pt idx="3279">
                  <c:v>5.2</c:v>
                </c:pt>
                <c:pt idx="3280">
                  <c:v>6.4</c:v>
                </c:pt>
                <c:pt idx="3281">
                  <c:v>4.4000000000000004</c:v>
                </c:pt>
                <c:pt idx="3282">
                  <c:v>6.1</c:v>
                </c:pt>
                <c:pt idx="3283">
                  <c:v>7.5</c:v>
                </c:pt>
                <c:pt idx="3285">
                  <c:v>7</c:v>
                </c:pt>
                <c:pt idx="3286">
                  <c:v>5.0999999999999996</c:v>
                </c:pt>
                <c:pt idx="3287">
                  <c:v>5.7</c:v>
                </c:pt>
                <c:pt idx="3288">
                  <c:v>7.6</c:v>
                </c:pt>
                <c:pt idx="3289">
                  <c:v>6.3</c:v>
                </c:pt>
                <c:pt idx="3290">
                  <c:v>8.1999999999999993</c:v>
                </c:pt>
                <c:pt idx="3291">
                  <c:v>5.2</c:v>
                </c:pt>
                <c:pt idx="3292">
                  <c:v>7.1</c:v>
                </c:pt>
                <c:pt idx="3293">
                  <c:v>6.6</c:v>
                </c:pt>
                <c:pt idx="3294">
                  <c:v>5.3</c:v>
                </c:pt>
                <c:pt idx="3295">
                  <c:v>7</c:v>
                </c:pt>
                <c:pt idx="3296">
                  <c:v>7.4</c:v>
                </c:pt>
                <c:pt idx="3297">
                  <c:v>8.4</c:v>
                </c:pt>
                <c:pt idx="3298">
                  <c:v>5.8</c:v>
                </c:pt>
                <c:pt idx="3299">
                  <c:v>6</c:v>
                </c:pt>
                <c:pt idx="3300">
                  <c:v>7.2</c:v>
                </c:pt>
                <c:pt idx="3301">
                  <c:v>6.3</c:v>
                </c:pt>
                <c:pt idx="3302">
                  <c:v>5.6</c:v>
                </c:pt>
                <c:pt idx="3303">
                  <c:v>6.3</c:v>
                </c:pt>
                <c:pt idx="3304">
                  <c:v>8</c:v>
                </c:pt>
                <c:pt idx="3305">
                  <c:v>1.7</c:v>
                </c:pt>
                <c:pt idx="3306">
                  <c:v>7.1</c:v>
                </c:pt>
                <c:pt idx="3307">
                  <c:v>7.4</c:v>
                </c:pt>
                <c:pt idx="3308">
                  <c:v>5.2</c:v>
                </c:pt>
                <c:pt idx="3309">
                  <c:v>8.1</c:v>
                </c:pt>
                <c:pt idx="3310">
                  <c:v>8.5</c:v>
                </c:pt>
                <c:pt idx="3311">
                  <c:v>6.2</c:v>
                </c:pt>
                <c:pt idx="3312">
                  <c:v>6.7</c:v>
                </c:pt>
                <c:pt idx="3313">
                  <c:v>7.6</c:v>
                </c:pt>
                <c:pt idx="3314">
                  <c:v>6.8</c:v>
                </c:pt>
                <c:pt idx="3315">
                  <c:v>7.6</c:v>
                </c:pt>
                <c:pt idx="3316">
                  <c:v>7.6</c:v>
                </c:pt>
                <c:pt idx="3317">
                  <c:v>6.5</c:v>
                </c:pt>
                <c:pt idx="3318">
                  <c:v>7.4</c:v>
                </c:pt>
                <c:pt idx="3319">
                  <c:v>6.2</c:v>
                </c:pt>
                <c:pt idx="3320">
                  <c:v>6.7</c:v>
                </c:pt>
                <c:pt idx="3321">
                  <c:v>6.2</c:v>
                </c:pt>
                <c:pt idx="3322">
                  <c:v>7.1</c:v>
                </c:pt>
                <c:pt idx="3323">
                  <c:v>6.8</c:v>
                </c:pt>
                <c:pt idx="3324">
                  <c:v>5.9</c:v>
                </c:pt>
                <c:pt idx="3325">
                  <c:v>6.5</c:v>
                </c:pt>
                <c:pt idx="3326">
                  <c:v>8.4</c:v>
                </c:pt>
                <c:pt idx="3327">
                  <c:v>5.5</c:v>
                </c:pt>
                <c:pt idx="3328">
                  <c:v>6.5</c:v>
                </c:pt>
                <c:pt idx="3329">
                  <c:v>6.3</c:v>
                </c:pt>
                <c:pt idx="3330">
                  <c:v>6.7</c:v>
                </c:pt>
                <c:pt idx="3331">
                  <c:v>5.8</c:v>
                </c:pt>
                <c:pt idx="3332">
                  <c:v>3</c:v>
                </c:pt>
                <c:pt idx="3333">
                  <c:v>5.8</c:v>
                </c:pt>
                <c:pt idx="3334">
                  <c:v>8</c:v>
                </c:pt>
                <c:pt idx="3335">
                  <c:v>5.4</c:v>
                </c:pt>
                <c:pt idx="3336">
                  <c:v>7.6</c:v>
                </c:pt>
                <c:pt idx="3337">
                  <c:v>7.3</c:v>
                </c:pt>
                <c:pt idx="3338">
                  <c:v>6.1</c:v>
                </c:pt>
                <c:pt idx="3339">
                  <c:v>7.7</c:v>
                </c:pt>
                <c:pt idx="3340">
                  <c:v>4.4000000000000004</c:v>
                </c:pt>
                <c:pt idx="3341">
                  <c:v>6</c:v>
                </c:pt>
                <c:pt idx="3343">
                  <c:v>7.3</c:v>
                </c:pt>
                <c:pt idx="3344">
                  <c:v>5.9</c:v>
                </c:pt>
                <c:pt idx="3345">
                  <c:v>5.7</c:v>
                </c:pt>
                <c:pt idx="3346">
                  <c:v>6.8</c:v>
                </c:pt>
                <c:pt idx="3347">
                  <c:v>7.7</c:v>
                </c:pt>
                <c:pt idx="3348">
                  <c:v>6.6</c:v>
                </c:pt>
                <c:pt idx="3349">
                  <c:v>5.9</c:v>
                </c:pt>
                <c:pt idx="3350">
                  <c:v>7.3</c:v>
                </c:pt>
                <c:pt idx="3351">
                  <c:v>8</c:v>
                </c:pt>
                <c:pt idx="3352">
                  <c:v>6</c:v>
                </c:pt>
                <c:pt idx="3353">
                  <c:v>7.7</c:v>
                </c:pt>
                <c:pt idx="3354">
                  <c:v>7.8</c:v>
                </c:pt>
                <c:pt idx="3355">
                  <c:v>6.6</c:v>
                </c:pt>
                <c:pt idx="3356">
                  <c:v>3.3</c:v>
                </c:pt>
                <c:pt idx="3357">
                  <c:v>7.2</c:v>
                </c:pt>
                <c:pt idx="3358">
                  <c:v>7.9</c:v>
                </c:pt>
                <c:pt idx="3359">
                  <c:v>6.3</c:v>
                </c:pt>
                <c:pt idx="3360">
                  <c:v>7.6</c:v>
                </c:pt>
                <c:pt idx="3361">
                  <c:v>7.1</c:v>
                </c:pt>
                <c:pt idx="3362">
                  <c:v>7.3</c:v>
                </c:pt>
                <c:pt idx="3363">
                  <c:v>5.7</c:v>
                </c:pt>
                <c:pt idx="3364">
                  <c:v>6.8</c:v>
                </c:pt>
                <c:pt idx="3365">
                  <c:v>4.7</c:v>
                </c:pt>
                <c:pt idx="3366">
                  <c:v>6.8</c:v>
                </c:pt>
                <c:pt idx="3367">
                  <c:v>7.1</c:v>
                </c:pt>
                <c:pt idx="3368">
                  <c:v>7.4</c:v>
                </c:pt>
                <c:pt idx="3369">
                  <c:v>8.3000000000000007</c:v>
                </c:pt>
                <c:pt idx="3370">
                  <c:v>5.8</c:v>
                </c:pt>
                <c:pt idx="3371">
                  <c:v>6</c:v>
                </c:pt>
                <c:pt idx="3372">
                  <c:v>6.8</c:v>
                </c:pt>
                <c:pt idx="3373">
                  <c:v>8.1999999999999993</c:v>
                </c:pt>
                <c:pt idx="3374">
                  <c:v>5.8</c:v>
                </c:pt>
                <c:pt idx="3375">
                  <c:v>6.2</c:v>
                </c:pt>
                <c:pt idx="3376">
                  <c:v>6.8</c:v>
                </c:pt>
                <c:pt idx="3377">
                  <c:v>6.1</c:v>
                </c:pt>
                <c:pt idx="3378">
                  <c:v>5.4</c:v>
                </c:pt>
                <c:pt idx="3379">
                  <c:v>7.8</c:v>
                </c:pt>
                <c:pt idx="3380">
                  <c:v>5.6</c:v>
                </c:pt>
                <c:pt idx="3381">
                  <c:v>6.8</c:v>
                </c:pt>
                <c:pt idx="3382">
                  <c:v>7.4</c:v>
                </c:pt>
                <c:pt idx="3383">
                  <c:v>7.2</c:v>
                </c:pt>
                <c:pt idx="3384">
                  <c:v>7.6</c:v>
                </c:pt>
                <c:pt idx="3385">
                  <c:v>7.6</c:v>
                </c:pt>
                <c:pt idx="3386">
                  <c:v>7.3</c:v>
                </c:pt>
                <c:pt idx="3387">
                  <c:v>6.4</c:v>
                </c:pt>
                <c:pt idx="3388">
                  <c:v>5.6</c:v>
                </c:pt>
                <c:pt idx="3389">
                  <c:v>7.4</c:v>
                </c:pt>
                <c:pt idx="3390">
                  <c:v>7.2</c:v>
                </c:pt>
                <c:pt idx="3391">
                  <c:v>8.6999999999999993</c:v>
                </c:pt>
                <c:pt idx="3392">
                  <c:v>7.1</c:v>
                </c:pt>
                <c:pt idx="3393">
                  <c:v>6.2</c:v>
                </c:pt>
                <c:pt idx="3394">
                  <c:v>6.1</c:v>
                </c:pt>
                <c:pt idx="3395">
                  <c:v>5.7</c:v>
                </c:pt>
                <c:pt idx="3396">
                  <c:v>7</c:v>
                </c:pt>
                <c:pt idx="3397">
                  <c:v>7.1</c:v>
                </c:pt>
                <c:pt idx="3398">
                  <c:v>6.1</c:v>
                </c:pt>
                <c:pt idx="3399">
                  <c:v>5.8</c:v>
                </c:pt>
                <c:pt idx="3401">
                  <c:v>6.9</c:v>
                </c:pt>
                <c:pt idx="3402">
                  <c:v>6.4</c:v>
                </c:pt>
                <c:pt idx="3403">
                  <c:v>7.7</c:v>
                </c:pt>
                <c:pt idx="3404">
                  <c:v>7.7</c:v>
                </c:pt>
                <c:pt idx="3405">
                  <c:v>7.2</c:v>
                </c:pt>
                <c:pt idx="3406">
                  <c:v>8.1999999999999993</c:v>
                </c:pt>
                <c:pt idx="3407">
                  <c:v>7.4</c:v>
                </c:pt>
                <c:pt idx="3408">
                  <c:v>5.4</c:v>
                </c:pt>
                <c:pt idx="3409">
                  <c:v>6.1</c:v>
                </c:pt>
                <c:pt idx="3410">
                  <c:v>5.3</c:v>
                </c:pt>
                <c:pt idx="3411">
                  <c:v>6.5</c:v>
                </c:pt>
                <c:pt idx="3412">
                  <c:v>7.5</c:v>
                </c:pt>
                <c:pt idx="3413">
                  <c:v>7.4</c:v>
                </c:pt>
                <c:pt idx="3414">
                  <c:v>7.7</c:v>
                </c:pt>
                <c:pt idx="3415">
                  <c:v>8.8000000000000007</c:v>
                </c:pt>
                <c:pt idx="3417">
                  <c:v>6.5</c:v>
                </c:pt>
                <c:pt idx="3418">
                  <c:v>5.3</c:v>
                </c:pt>
                <c:pt idx="3419">
                  <c:v>7</c:v>
                </c:pt>
                <c:pt idx="3420">
                  <c:v>5.6</c:v>
                </c:pt>
                <c:pt idx="3421">
                  <c:v>5.5</c:v>
                </c:pt>
                <c:pt idx="3422">
                  <c:v>6.8</c:v>
                </c:pt>
                <c:pt idx="3423">
                  <c:v>5.7</c:v>
                </c:pt>
                <c:pt idx="3424">
                  <c:v>6.3</c:v>
                </c:pt>
                <c:pt idx="3425">
                  <c:v>6.8</c:v>
                </c:pt>
                <c:pt idx="3426">
                  <c:v>5.9</c:v>
                </c:pt>
                <c:pt idx="3427">
                  <c:v>6.1</c:v>
                </c:pt>
                <c:pt idx="3428">
                  <c:v>5.7</c:v>
                </c:pt>
                <c:pt idx="3429">
                  <c:v>6.8</c:v>
                </c:pt>
                <c:pt idx="3430">
                  <c:v>6.4</c:v>
                </c:pt>
                <c:pt idx="3431">
                  <c:v>5.6</c:v>
                </c:pt>
                <c:pt idx="3432">
                  <c:v>7.6</c:v>
                </c:pt>
                <c:pt idx="3434">
                  <c:v>5.3</c:v>
                </c:pt>
                <c:pt idx="3435">
                  <c:v>7.7</c:v>
                </c:pt>
                <c:pt idx="3436">
                  <c:v>6.3</c:v>
                </c:pt>
                <c:pt idx="3437">
                  <c:v>7.8</c:v>
                </c:pt>
                <c:pt idx="3438">
                  <c:v>5.9</c:v>
                </c:pt>
                <c:pt idx="3439">
                  <c:v>5.6</c:v>
                </c:pt>
                <c:pt idx="3440">
                  <c:v>7.4</c:v>
                </c:pt>
                <c:pt idx="3441">
                  <c:v>4.8</c:v>
                </c:pt>
                <c:pt idx="3442">
                  <c:v>4.8</c:v>
                </c:pt>
                <c:pt idx="3443">
                  <c:v>7.4</c:v>
                </c:pt>
                <c:pt idx="3444">
                  <c:v>6.6</c:v>
                </c:pt>
                <c:pt idx="3446">
                  <c:v>7.1</c:v>
                </c:pt>
                <c:pt idx="3447">
                  <c:v>7.1</c:v>
                </c:pt>
                <c:pt idx="3448">
                  <c:v>7.5</c:v>
                </c:pt>
                <c:pt idx="3449">
                  <c:v>7.2</c:v>
                </c:pt>
                <c:pt idx="3450">
                  <c:v>7.3</c:v>
                </c:pt>
                <c:pt idx="3451">
                  <c:v>6.5</c:v>
                </c:pt>
                <c:pt idx="3452">
                  <c:v>7.3</c:v>
                </c:pt>
                <c:pt idx="3453">
                  <c:v>8.1</c:v>
                </c:pt>
                <c:pt idx="3454">
                  <c:v>7.4</c:v>
                </c:pt>
                <c:pt idx="3455">
                  <c:v>5.2</c:v>
                </c:pt>
                <c:pt idx="3456">
                  <c:v>7.4</c:v>
                </c:pt>
                <c:pt idx="3457">
                  <c:v>6.9</c:v>
                </c:pt>
                <c:pt idx="3458">
                  <c:v>6.7</c:v>
                </c:pt>
                <c:pt idx="3459">
                  <c:v>6.7</c:v>
                </c:pt>
                <c:pt idx="3460">
                  <c:v>7.1</c:v>
                </c:pt>
                <c:pt idx="3461">
                  <c:v>5.4</c:v>
                </c:pt>
                <c:pt idx="3462">
                  <c:v>6.8</c:v>
                </c:pt>
                <c:pt idx="3463">
                  <c:v>7.2</c:v>
                </c:pt>
                <c:pt idx="3464">
                  <c:v>6.3</c:v>
                </c:pt>
                <c:pt idx="3465">
                  <c:v>6.6</c:v>
                </c:pt>
                <c:pt idx="3466">
                  <c:v>6.8</c:v>
                </c:pt>
                <c:pt idx="3467">
                  <c:v>7.1</c:v>
                </c:pt>
                <c:pt idx="3468">
                  <c:v>6.6</c:v>
                </c:pt>
                <c:pt idx="3469">
                  <c:v>5.5</c:v>
                </c:pt>
                <c:pt idx="3470">
                  <c:v>7.1</c:v>
                </c:pt>
                <c:pt idx="3471">
                  <c:v>7.8</c:v>
                </c:pt>
                <c:pt idx="3472">
                  <c:v>6.3</c:v>
                </c:pt>
                <c:pt idx="3473">
                  <c:v>7.8</c:v>
                </c:pt>
                <c:pt idx="3474">
                  <c:v>7.4</c:v>
                </c:pt>
                <c:pt idx="3475">
                  <c:v>7.4</c:v>
                </c:pt>
                <c:pt idx="3476">
                  <c:v>7.3</c:v>
                </c:pt>
                <c:pt idx="3477">
                  <c:v>6.1</c:v>
                </c:pt>
                <c:pt idx="3478">
                  <c:v>7.7</c:v>
                </c:pt>
                <c:pt idx="3479">
                  <c:v>5.7</c:v>
                </c:pt>
                <c:pt idx="3480">
                  <c:v>8.3000000000000007</c:v>
                </c:pt>
                <c:pt idx="3481">
                  <c:v>7.8</c:v>
                </c:pt>
                <c:pt idx="3482">
                  <c:v>6.7</c:v>
                </c:pt>
                <c:pt idx="3483">
                  <c:v>7.4</c:v>
                </c:pt>
                <c:pt idx="3484">
                  <c:v>5.7</c:v>
                </c:pt>
                <c:pt idx="3485">
                  <c:v>5.5</c:v>
                </c:pt>
                <c:pt idx="3486">
                  <c:v>7.8</c:v>
                </c:pt>
                <c:pt idx="3487">
                  <c:v>7.8</c:v>
                </c:pt>
                <c:pt idx="3488">
                  <c:v>6.6</c:v>
                </c:pt>
                <c:pt idx="3489">
                  <c:v>7.4</c:v>
                </c:pt>
                <c:pt idx="3490">
                  <c:v>4.0999999999999996</c:v>
                </c:pt>
                <c:pt idx="3491">
                  <c:v>7.3</c:v>
                </c:pt>
                <c:pt idx="3492">
                  <c:v>6.8</c:v>
                </c:pt>
                <c:pt idx="3493">
                  <c:v>6.9</c:v>
                </c:pt>
                <c:pt idx="3494">
                  <c:v>5.8</c:v>
                </c:pt>
                <c:pt idx="3495">
                  <c:v>5.9</c:v>
                </c:pt>
                <c:pt idx="3496">
                  <c:v>7.8</c:v>
                </c:pt>
                <c:pt idx="3497">
                  <c:v>5.9</c:v>
                </c:pt>
                <c:pt idx="3498">
                  <c:v>6.6</c:v>
                </c:pt>
                <c:pt idx="3499">
                  <c:v>6.4</c:v>
                </c:pt>
                <c:pt idx="3500">
                  <c:v>8</c:v>
                </c:pt>
                <c:pt idx="3501">
                  <c:v>7.1</c:v>
                </c:pt>
                <c:pt idx="3502">
                  <c:v>3.4</c:v>
                </c:pt>
                <c:pt idx="3503">
                  <c:v>5.6</c:v>
                </c:pt>
                <c:pt idx="3504">
                  <c:v>7.3</c:v>
                </c:pt>
                <c:pt idx="3505">
                  <c:v>3.7</c:v>
                </c:pt>
                <c:pt idx="3506">
                  <c:v>5.4</c:v>
                </c:pt>
                <c:pt idx="3507">
                  <c:v>5.9</c:v>
                </c:pt>
                <c:pt idx="3508">
                  <c:v>6.8</c:v>
                </c:pt>
                <c:pt idx="3509">
                  <c:v>5.0999999999999996</c:v>
                </c:pt>
                <c:pt idx="3510">
                  <c:v>5.8</c:v>
                </c:pt>
                <c:pt idx="3511">
                  <c:v>4.5</c:v>
                </c:pt>
                <c:pt idx="3512">
                  <c:v>6.1</c:v>
                </c:pt>
                <c:pt idx="3513">
                  <c:v>6.5</c:v>
                </c:pt>
                <c:pt idx="3514">
                  <c:v>6.6</c:v>
                </c:pt>
                <c:pt idx="3515">
                  <c:v>7</c:v>
                </c:pt>
                <c:pt idx="3516">
                  <c:v>7.4</c:v>
                </c:pt>
                <c:pt idx="3517">
                  <c:v>7.2</c:v>
                </c:pt>
                <c:pt idx="3518">
                  <c:v>4.4000000000000004</c:v>
                </c:pt>
                <c:pt idx="3519">
                  <c:v>5</c:v>
                </c:pt>
                <c:pt idx="3520">
                  <c:v>5.7</c:v>
                </c:pt>
                <c:pt idx="3521">
                  <c:v>8</c:v>
                </c:pt>
                <c:pt idx="3522">
                  <c:v>6.5</c:v>
                </c:pt>
                <c:pt idx="3523">
                  <c:v>7</c:v>
                </c:pt>
                <c:pt idx="3524">
                  <c:v>7</c:v>
                </c:pt>
                <c:pt idx="3525">
                  <c:v>5.0999999999999996</c:v>
                </c:pt>
                <c:pt idx="3526">
                  <c:v>8.6</c:v>
                </c:pt>
                <c:pt idx="3527">
                  <c:v>7.6</c:v>
                </c:pt>
                <c:pt idx="3528">
                  <c:v>6.3</c:v>
                </c:pt>
                <c:pt idx="3529">
                  <c:v>5.9</c:v>
                </c:pt>
                <c:pt idx="3530">
                  <c:v>5.7</c:v>
                </c:pt>
                <c:pt idx="3531">
                  <c:v>7.7</c:v>
                </c:pt>
                <c:pt idx="3532">
                  <c:v>8</c:v>
                </c:pt>
                <c:pt idx="3533">
                  <c:v>6.4</c:v>
                </c:pt>
                <c:pt idx="3534">
                  <c:v>8.1999999999999993</c:v>
                </c:pt>
                <c:pt idx="3535">
                  <c:v>5.8</c:v>
                </c:pt>
                <c:pt idx="3536">
                  <c:v>7</c:v>
                </c:pt>
                <c:pt idx="3537">
                  <c:v>5.3</c:v>
                </c:pt>
                <c:pt idx="3538">
                  <c:v>8</c:v>
                </c:pt>
                <c:pt idx="3539">
                  <c:v>5.6</c:v>
                </c:pt>
                <c:pt idx="3540">
                  <c:v>6.5</c:v>
                </c:pt>
                <c:pt idx="3541">
                  <c:v>3.4</c:v>
                </c:pt>
                <c:pt idx="3542">
                  <c:v>7.3</c:v>
                </c:pt>
                <c:pt idx="3543">
                  <c:v>7.6</c:v>
                </c:pt>
                <c:pt idx="3544">
                  <c:v>9.3000000000000007</c:v>
                </c:pt>
                <c:pt idx="3545">
                  <c:v>7.5</c:v>
                </c:pt>
                <c:pt idx="3546">
                  <c:v>6.4</c:v>
                </c:pt>
                <c:pt idx="3547">
                  <c:v>6.1</c:v>
                </c:pt>
                <c:pt idx="3548">
                  <c:v>6.2</c:v>
                </c:pt>
                <c:pt idx="3549">
                  <c:v>7.4</c:v>
                </c:pt>
                <c:pt idx="3550">
                  <c:v>5.5</c:v>
                </c:pt>
                <c:pt idx="3551">
                  <c:v>7.8</c:v>
                </c:pt>
                <c:pt idx="3552">
                  <c:v>6.8</c:v>
                </c:pt>
                <c:pt idx="3553">
                  <c:v>4.8</c:v>
                </c:pt>
                <c:pt idx="3554">
                  <c:v>6.5</c:v>
                </c:pt>
                <c:pt idx="3555">
                  <c:v>6.4</c:v>
                </c:pt>
                <c:pt idx="3556">
                  <c:v>7.1</c:v>
                </c:pt>
                <c:pt idx="3557">
                  <c:v>6.3</c:v>
                </c:pt>
                <c:pt idx="3558">
                  <c:v>5.7</c:v>
                </c:pt>
                <c:pt idx="3559">
                  <c:v>6.9</c:v>
                </c:pt>
                <c:pt idx="3560">
                  <c:v>6.5</c:v>
                </c:pt>
                <c:pt idx="3561">
                  <c:v>5.0999999999999996</c:v>
                </c:pt>
                <c:pt idx="3562">
                  <c:v>6.9</c:v>
                </c:pt>
                <c:pt idx="3563">
                  <c:v>6.4</c:v>
                </c:pt>
                <c:pt idx="3564">
                  <c:v>7.3</c:v>
                </c:pt>
                <c:pt idx="3565">
                  <c:v>7.3</c:v>
                </c:pt>
                <c:pt idx="3566">
                  <c:v>6.2</c:v>
                </c:pt>
                <c:pt idx="3567">
                  <c:v>6.4</c:v>
                </c:pt>
                <c:pt idx="3568">
                  <c:v>6.6</c:v>
                </c:pt>
                <c:pt idx="3570">
                  <c:v>6.6</c:v>
                </c:pt>
                <c:pt idx="3571">
                  <c:v>6.9</c:v>
                </c:pt>
                <c:pt idx="3572">
                  <c:v>7</c:v>
                </c:pt>
                <c:pt idx="3573">
                  <c:v>5.8</c:v>
                </c:pt>
                <c:pt idx="3574">
                  <c:v>6.8</c:v>
                </c:pt>
                <c:pt idx="3575">
                  <c:v>5.6</c:v>
                </c:pt>
                <c:pt idx="3576">
                  <c:v>6.6</c:v>
                </c:pt>
                <c:pt idx="3577">
                  <c:v>6.9</c:v>
                </c:pt>
                <c:pt idx="3578">
                  <c:v>7.1</c:v>
                </c:pt>
                <c:pt idx="3579">
                  <c:v>3.5</c:v>
                </c:pt>
                <c:pt idx="3580">
                  <c:v>5.3</c:v>
                </c:pt>
                <c:pt idx="3581">
                  <c:v>7.5</c:v>
                </c:pt>
                <c:pt idx="3582">
                  <c:v>5.4</c:v>
                </c:pt>
                <c:pt idx="3583">
                  <c:v>6.7</c:v>
                </c:pt>
                <c:pt idx="3584">
                  <c:v>5.8</c:v>
                </c:pt>
                <c:pt idx="3585">
                  <c:v>6.3</c:v>
                </c:pt>
                <c:pt idx="3586">
                  <c:v>7.6</c:v>
                </c:pt>
                <c:pt idx="3587">
                  <c:v>7.6</c:v>
                </c:pt>
                <c:pt idx="3588">
                  <c:v>5.9</c:v>
                </c:pt>
                <c:pt idx="3589">
                  <c:v>6.5</c:v>
                </c:pt>
                <c:pt idx="3590">
                  <c:v>7.1</c:v>
                </c:pt>
                <c:pt idx="3591">
                  <c:v>5.0999999999999996</c:v>
                </c:pt>
                <c:pt idx="3592">
                  <c:v>7.3</c:v>
                </c:pt>
                <c:pt idx="3593">
                  <c:v>6.7</c:v>
                </c:pt>
                <c:pt idx="3594">
                  <c:v>6.6</c:v>
                </c:pt>
                <c:pt idx="3595">
                  <c:v>7.4</c:v>
                </c:pt>
                <c:pt idx="3596">
                  <c:v>7.5</c:v>
                </c:pt>
                <c:pt idx="3597">
                  <c:v>8.4</c:v>
                </c:pt>
                <c:pt idx="3598">
                  <c:v>6.2</c:v>
                </c:pt>
                <c:pt idx="3599">
                  <c:v>7.5</c:v>
                </c:pt>
                <c:pt idx="3600">
                  <c:v>6.3</c:v>
                </c:pt>
                <c:pt idx="3601">
                  <c:v>5.9</c:v>
                </c:pt>
                <c:pt idx="3602">
                  <c:v>4.8</c:v>
                </c:pt>
                <c:pt idx="3604">
                  <c:v>6</c:v>
                </c:pt>
                <c:pt idx="3605">
                  <c:v>5.6</c:v>
                </c:pt>
                <c:pt idx="3606">
                  <c:v>7.4</c:v>
                </c:pt>
                <c:pt idx="3607">
                  <c:v>8.1999999999999993</c:v>
                </c:pt>
                <c:pt idx="3608">
                  <c:v>8.5</c:v>
                </c:pt>
                <c:pt idx="3609">
                  <c:v>6.6</c:v>
                </c:pt>
                <c:pt idx="3610">
                  <c:v>7.4</c:v>
                </c:pt>
                <c:pt idx="3611">
                  <c:v>7.6</c:v>
                </c:pt>
                <c:pt idx="3612">
                  <c:v>6.2</c:v>
                </c:pt>
                <c:pt idx="3613">
                  <c:v>7.6</c:v>
                </c:pt>
                <c:pt idx="3614">
                  <c:v>5</c:v>
                </c:pt>
                <c:pt idx="3615">
                  <c:v>6.5</c:v>
                </c:pt>
                <c:pt idx="3616">
                  <c:v>7.4</c:v>
                </c:pt>
                <c:pt idx="3617">
                  <c:v>5.9</c:v>
                </c:pt>
                <c:pt idx="3618">
                  <c:v>7.4</c:v>
                </c:pt>
                <c:pt idx="3619">
                  <c:v>6.2</c:v>
                </c:pt>
                <c:pt idx="3620">
                  <c:v>7.3</c:v>
                </c:pt>
                <c:pt idx="3621">
                  <c:v>5.5</c:v>
                </c:pt>
                <c:pt idx="3622">
                  <c:v>6.6</c:v>
                </c:pt>
                <c:pt idx="3623">
                  <c:v>8.1999999999999993</c:v>
                </c:pt>
                <c:pt idx="3624">
                  <c:v>7.1</c:v>
                </c:pt>
                <c:pt idx="3625">
                  <c:v>7.2</c:v>
                </c:pt>
                <c:pt idx="3626">
                  <c:v>7.9</c:v>
                </c:pt>
                <c:pt idx="3627">
                  <c:v>5.3</c:v>
                </c:pt>
                <c:pt idx="3628">
                  <c:v>7</c:v>
                </c:pt>
                <c:pt idx="3629">
                  <c:v>6.7</c:v>
                </c:pt>
                <c:pt idx="3630">
                  <c:v>5.5</c:v>
                </c:pt>
                <c:pt idx="3631">
                  <c:v>7</c:v>
                </c:pt>
                <c:pt idx="3632">
                  <c:v>7.2</c:v>
                </c:pt>
                <c:pt idx="3633">
                  <c:v>7.6</c:v>
                </c:pt>
                <c:pt idx="3634">
                  <c:v>6.8</c:v>
                </c:pt>
                <c:pt idx="3635">
                  <c:v>5.4</c:v>
                </c:pt>
                <c:pt idx="3636">
                  <c:v>7</c:v>
                </c:pt>
                <c:pt idx="3637">
                  <c:v>5.3</c:v>
                </c:pt>
                <c:pt idx="3638">
                  <c:v>6.9</c:v>
                </c:pt>
                <c:pt idx="3639">
                  <c:v>5.8</c:v>
                </c:pt>
                <c:pt idx="3640">
                  <c:v>5.8</c:v>
                </c:pt>
                <c:pt idx="3641">
                  <c:v>7.2</c:v>
                </c:pt>
                <c:pt idx="3642">
                  <c:v>6.7</c:v>
                </c:pt>
                <c:pt idx="3643">
                  <c:v>8.1</c:v>
                </c:pt>
                <c:pt idx="3644">
                  <c:v>6.3</c:v>
                </c:pt>
                <c:pt idx="3645">
                  <c:v>6.1</c:v>
                </c:pt>
                <c:pt idx="3646">
                  <c:v>7.3</c:v>
                </c:pt>
                <c:pt idx="3647">
                  <c:v>7.3</c:v>
                </c:pt>
                <c:pt idx="3648">
                  <c:v>7.7</c:v>
                </c:pt>
                <c:pt idx="3649">
                  <c:v>7.1</c:v>
                </c:pt>
                <c:pt idx="3650">
                  <c:v>4.8</c:v>
                </c:pt>
                <c:pt idx="3651">
                  <c:v>7.9</c:v>
                </c:pt>
                <c:pt idx="3652">
                  <c:v>6.6</c:v>
                </c:pt>
                <c:pt idx="3653">
                  <c:v>6.5</c:v>
                </c:pt>
                <c:pt idx="3654">
                  <c:v>7.3</c:v>
                </c:pt>
                <c:pt idx="3655">
                  <c:v>4.7</c:v>
                </c:pt>
                <c:pt idx="3656">
                  <c:v>7.4</c:v>
                </c:pt>
                <c:pt idx="3657">
                  <c:v>5.8</c:v>
                </c:pt>
                <c:pt idx="3658">
                  <c:v>6.4</c:v>
                </c:pt>
                <c:pt idx="3659">
                  <c:v>5.6</c:v>
                </c:pt>
                <c:pt idx="3660">
                  <c:v>7.2</c:v>
                </c:pt>
                <c:pt idx="3661">
                  <c:v>6.5</c:v>
                </c:pt>
                <c:pt idx="3662">
                  <c:v>5.6</c:v>
                </c:pt>
                <c:pt idx="3663">
                  <c:v>5.8</c:v>
                </c:pt>
                <c:pt idx="3664">
                  <c:v>4.5999999999999996</c:v>
                </c:pt>
                <c:pt idx="3665">
                  <c:v>5.4</c:v>
                </c:pt>
                <c:pt idx="3666">
                  <c:v>6.2</c:v>
                </c:pt>
                <c:pt idx="3667">
                  <c:v>6.8</c:v>
                </c:pt>
                <c:pt idx="3668">
                  <c:v>6.7</c:v>
                </c:pt>
                <c:pt idx="3669">
                  <c:v>6</c:v>
                </c:pt>
                <c:pt idx="3670">
                  <c:v>6.3</c:v>
                </c:pt>
                <c:pt idx="3671">
                  <c:v>7.4</c:v>
                </c:pt>
                <c:pt idx="3672">
                  <c:v>6</c:v>
                </c:pt>
                <c:pt idx="3673">
                  <c:v>6.5</c:v>
                </c:pt>
                <c:pt idx="3674">
                  <c:v>5.2</c:v>
                </c:pt>
                <c:pt idx="3675">
                  <c:v>7</c:v>
                </c:pt>
                <c:pt idx="3676">
                  <c:v>6.4</c:v>
                </c:pt>
                <c:pt idx="3677">
                  <c:v>7.1</c:v>
                </c:pt>
                <c:pt idx="3678">
                  <c:v>6.7</c:v>
                </c:pt>
                <c:pt idx="3679">
                  <c:v>7.9</c:v>
                </c:pt>
                <c:pt idx="3680">
                  <c:v>5.8</c:v>
                </c:pt>
                <c:pt idx="3681">
                  <c:v>7.9</c:v>
                </c:pt>
                <c:pt idx="3682">
                  <c:v>8.1</c:v>
                </c:pt>
                <c:pt idx="3683">
                  <c:v>4.5</c:v>
                </c:pt>
                <c:pt idx="3684">
                  <c:v>6.7</c:v>
                </c:pt>
                <c:pt idx="3685">
                  <c:v>4.2</c:v>
                </c:pt>
                <c:pt idx="3686">
                  <c:v>6.4</c:v>
                </c:pt>
                <c:pt idx="3687">
                  <c:v>6.4</c:v>
                </c:pt>
                <c:pt idx="3688">
                  <c:v>6</c:v>
                </c:pt>
                <c:pt idx="3689">
                  <c:v>3.9</c:v>
                </c:pt>
                <c:pt idx="3690">
                  <c:v>6.7</c:v>
                </c:pt>
                <c:pt idx="3691">
                  <c:v>5.5</c:v>
                </c:pt>
                <c:pt idx="3692">
                  <c:v>8</c:v>
                </c:pt>
                <c:pt idx="3693">
                  <c:v>5.3</c:v>
                </c:pt>
                <c:pt idx="3694">
                  <c:v>6.8</c:v>
                </c:pt>
                <c:pt idx="3695">
                  <c:v>6.2</c:v>
                </c:pt>
                <c:pt idx="3696">
                  <c:v>5.9</c:v>
                </c:pt>
                <c:pt idx="3697">
                  <c:v>3.7</c:v>
                </c:pt>
                <c:pt idx="3698">
                  <c:v>7.6</c:v>
                </c:pt>
                <c:pt idx="3699">
                  <c:v>6.6</c:v>
                </c:pt>
                <c:pt idx="3700">
                  <c:v>7.4</c:v>
                </c:pt>
                <c:pt idx="3701">
                  <c:v>6.3</c:v>
                </c:pt>
                <c:pt idx="3702">
                  <c:v>6</c:v>
                </c:pt>
                <c:pt idx="3703">
                  <c:v>6.2</c:v>
                </c:pt>
                <c:pt idx="3704">
                  <c:v>6.2</c:v>
                </c:pt>
                <c:pt idx="3705">
                  <c:v>6</c:v>
                </c:pt>
                <c:pt idx="3706">
                  <c:v>6.9</c:v>
                </c:pt>
                <c:pt idx="3707">
                  <c:v>5.8</c:v>
                </c:pt>
                <c:pt idx="3708">
                  <c:v>5.8</c:v>
                </c:pt>
                <c:pt idx="3709">
                  <c:v>3.9</c:v>
                </c:pt>
                <c:pt idx="3710">
                  <c:v>5.9</c:v>
                </c:pt>
                <c:pt idx="3711">
                  <c:v>7</c:v>
                </c:pt>
                <c:pt idx="3712">
                  <c:v>7.4</c:v>
                </c:pt>
                <c:pt idx="3714">
                  <c:v>7.2</c:v>
                </c:pt>
                <c:pt idx="3715">
                  <c:v>7.2</c:v>
                </c:pt>
                <c:pt idx="3716">
                  <c:v>7.3</c:v>
                </c:pt>
                <c:pt idx="3717">
                  <c:v>4.9000000000000004</c:v>
                </c:pt>
                <c:pt idx="3718">
                  <c:v>7.1</c:v>
                </c:pt>
                <c:pt idx="3719">
                  <c:v>8.1</c:v>
                </c:pt>
                <c:pt idx="3720">
                  <c:v>7.8</c:v>
                </c:pt>
                <c:pt idx="3721">
                  <c:v>5.9</c:v>
                </c:pt>
                <c:pt idx="3722">
                  <c:v>6.5</c:v>
                </c:pt>
                <c:pt idx="3723">
                  <c:v>7.4</c:v>
                </c:pt>
                <c:pt idx="3724">
                  <c:v>7.5</c:v>
                </c:pt>
                <c:pt idx="3725">
                  <c:v>4.5</c:v>
                </c:pt>
                <c:pt idx="3726">
                  <c:v>7.2</c:v>
                </c:pt>
                <c:pt idx="3727">
                  <c:v>6.6</c:v>
                </c:pt>
                <c:pt idx="3728">
                  <c:v>7</c:v>
                </c:pt>
                <c:pt idx="3729">
                  <c:v>5.2</c:v>
                </c:pt>
                <c:pt idx="3730">
                  <c:v>5.4</c:v>
                </c:pt>
                <c:pt idx="3731">
                  <c:v>7.6</c:v>
                </c:pt>
                <c:pt idx="3732">
                  <c:v>7.1</c:v>
                </c:pt>
                <c:pt idx="3733">
                  <c:v>5.6</c:v>
                </c:pt>
                <c:pt idx="3734">
                  <c:v>5.6</c:v>
                </c:pt>
                <c:pt idx="3735">
                  <c:v>4.9000000000000004</c:v>
                </c:pt>
                <c:pt idx="3736">
                  <c:v>4.4000000000000004</c:v>
                </c:pt>
                <c:pt idx="3737">
                  <c:v>4.9000000000000004</c:v>
                </c:pt>
                <c:pt idx="3738">
                  <c:v>5.2</c:v>
                </c:pt>
                <c:pt idx="3739">
                  <c:v>7.3</c:v>
                </c:pt>
                <c:pt idx="3740">
                  <c:v>7</c:v>
                </c:pt>
                <c:pt idx="3741">
                  <c:v>5.0999999999999996</c:v>
                </c:pt>
                <c:pt idx="3742">
                  <c:v>6.1</c:v>
                </c:pt>
                <c:pt idx="3743">
                  <c:v>6.8</c:v>
                </c:pt>
                <c:pt idx="3744">
                  <c:v>6.8</c:v>
                </c:pt>
                <c:pt idx="3745">
                  <c:v>7.3</c:v>
                </c:pt>
                <c:pt idx="3746">
                  <c:v>7.1</c:v>
                </c:pt>
                <c:pt idx="3747">
                  <c:v>6</c:v>
                </c:pt>
                <c:pt idx="3748">
                  <c:v>5.3</c:v>
                </c:pt>
                <c:pt idx="3749">
                  <c:v>5.0999999999999996</c:v>
                </c:pt>
                <c:pt idx="3750">
                  <c:v>5.5</c:v>
                </c:pt>
                <c:pt idx="3751">
                  <c:v>6.3</c:v>
                </c:pt>
                <c:pt idx="3752">
                  <c:v>6.3</c:v>
                </c:pt>
                <c:pt idx="3753">
                  <c:v>5.2</c:v>
                </c:pt>
                <c:pt idx="3754">
                  <c:v>7.7</c:v>
                </c:pt>
                <c:pt idx="3755">
                  <c:v>4.3</c:v>
                </c:pt>
                <c:pt idx="3756">
                  <c:v>5.8</c:v>
                </c:pt>
                <c:pt idx="3757">
                  <c:v>7.1</c:v>
                </c:pt>
                <c:pt idx="3758">
                  <c:v>5</c:v>
                </c:pt>
                <c:pt idx="3759">
                  <c:v>6.4</c:v>
                </c:pt>
                <c:pt idx="3760">
                  <c:v>5.4</c:v>
                </c:pt>
                <c:pt idx="3761">
                  <c:v>7.7</c:v>
                </c:pt>
                <c:pt idx="3763">
                  <c:v>3.8</c:v>
                </c:pt>
                <c:pt idx="3764">
                  <c:v>6.1</c:v>
                </c:pt>
                <c:pt idx="3765">
                  <c:v>7.2</c:v>
                </c:pt>
                <c:pt idx="3766">
                  <c:v>2.6</c:v>
                </c:pt>
                <c:pt idx="3767">
                  <c:v>7.2</c:v>
                </c:pt>
                <c:pt idx="3768">
                  <c:v>7.5</c:v>
                </c:pt>
                <c:pt idx="3769">
                  <c:v>5.7</c:v>
                </c:pt>
                <c:pt idx="3770">
                  <c:v>6.3</c:v>
                </c:pt>
                <c:pt idx="3771">
                  <c:v>6.8</c:v>
                </c:pt>
                <c:pt idx="3772">
                  <c:v>7.8</c:v>
                </c:pt>
                <c:pt idx="3773">
                  <c:v>7.5</c:v>
                </c:pt>
                <c:pt idx="3774">
                  <c:v>5.6</c:v>
                </c:pt>
                <c:pt idx="3775">
                  <c:v>4.9000000000000004</c:v>
                </c:pt>
                <c:pt idx="3776">
                  <c:v>8.1</c:v>
                </c:pt>
                <c:pt idx="3777">
                  <c:v>6.8</c:v>
                </c:pt>
                <c:pt idx="3778">
                  <c:v>7</c:v>
                </c:pt>
                <c:pt idx="3779">
                  <c:v>6.8</c:v>
                </c:pt>
                <c:pt idx="3780">
                  <c:v>3.4</c:v>
                </c:pt>
                <c:pt idx="3781">
                  <c:v>6.9</c:v>
                </c:pt>
                <c:pt idx="3782">
                  <c:v>5.0999999999999996</c:v>
                </c:pt>
                <c:pt idx="3783">
                  <c:v>6.5</c:v>
                </c:pt>
                <c:pt idx="3784">
                  <c:v>7.3</c:v>
                </c:pt>
                <c:pt idx="3785">
                  <c:v>6.4</c:v>
                </c:pt>
                <c:pt idx="3786">
                  <c:v>5.6</c:v>
                </c:pt>
                <c:pt idx="3787">
                  <c:v>5.9</c:v>
                </c:pt>
                <c:pt idx="3788">
                  <c:v>7.9</c:v>
                </c:pt>
                <c:pt idx="3789">
                  <c:v>7.3</c:v>
                </c:pt>
                <c:pt idx="3790">
                  <c:v>5.3</c:v>
                </c:pt>
                <c:pt idx="3791">
                  <c:v>2.8</c:v>
                </c:pt>
                <c:pt idx="3792">
                  <c:v>7.5</c:v>
                </c:pt>
                <c:pt idx="3793">
                  <c:v>5.9</c:v>
                </c:pt>
                <c:pt idx="3794">
                  <c:v>6.3</c:v>
                </c:pt>
                <c:pt idx="3795">
                  <c:v>5.9</c:v>
                </c:pt>
                <c:pt idx="3796">
                  <c:v>6.4</c:v>
                </c:pt>
                <c:pt idx="3797">
                  <c:v>5.4</c:v>
                </c:pt>
                <c:pt idx="3798">
                  <c:v>6</c:v>
                </c:pt>
                <c:pt idx="3799">
                  <c:v>4.5999999999999996</c:v>
                </c:pt>
                <c:pt idx="3800">
                  <c:v>4.5999999999999996</c:v>
                </c:pt>
                <c:pt idx="3801">
                  <c:v>7.5</c:v>
                </c:pt>
                <c:pt idx="3802">
                  <c:v>8.5</c:v>
                </c:pt>
                <c:pt idx="3803">
                  <c:v>6.3</c:v>
                </c:pt>
                <c:pt idx="3804">
                  <c:v>7.2</c:v>
                </c:pt>
                <c:pt idx="3805">
                  <c:v>5.6</c:v>
                </c:pt>
                <c:pt idx="3806">
                  <c:v>5.5</c:v>
                </c:pt>
                <c:pt idx="3807">
                  <c:v>5.4</c:v>
                </c:pt>
                <c:pt idx="3808">
                  <c:v>6.1</c:v>
                </c:pt>
                <c:pt idx="3809">
                  <c:v>6.7</c:v>
                </c:pt>
                <c:pt idx="3810">
                  <c:v>6.3</c:v>
                </c:pt>
                <c:pt idx="3811">
                  <c:v>7.1</c:v>
                </c:pt>
                <c:pt idx="3812">
                  <c:v>5.4</c:v>
                </c:pt>
                <c:pt idx="3813">
                  <c:v>6.8</c:v>
                </c:pt>
                <c:pt idx="3814">
                  <c:v>7.6</c:v>
                </c:pt>
                <c:pt idx="3815">
                  <c:v>5.5</c:v>
                </c:pt>
                <c:pt idx="3816">
                  <c:v>6.7</c:v>
                </c:pt>
                <c:pt idx="3817">
                  <c:v>8.3000000000000007</c:v>
                </c:pt>
                <c:pt idx="3818">
                  <c:v>6.5</c:v>
                </c:pt>
                <c:pt idx="3819">
                  <c:v>6.7</c:v>
                </c:pt>
                <c:pt idx="3820">
                  <c:v>2.4</c:v>
                </c:pt>
                <c:pt idx="3821">
                  <c:v>5.7</c:v>
                </c:pt>
                <c:pt idx="3822">
                  <c:v>5.7</c:v>
                </c:pt>
                <c:pt idx="3823">
                  <c:v>7.5</c:v>
                </c:pt>
                <c:pt idx="3824">
                  <c:v>7.5</c:v>
                </c:pt>
                <c:pt idx="3826">
                  <c:v>6.7</c:v>
                </c:pt>
                <c:pt idx="3827">
                  <c:v>6.4</c:v>
                </c:pt>
                <c:pt idx="3828">
                  <c:v>7.2</c:v>
                </c:pt>
                <c:pt idx="3829">
                  <c:v>5.4</c:v>
                </c:pt>
                <c:pt idx="3830">
                  <c:v>5.2</c:v>
                </c:pt>
                <c:pt idx="3831">
                  <c:v>5.0999999999999996</c:v>
                </c:pt>
                <c:pt idx="3832">
                  <c:v>2.7</c:v>
                </c:pt>
                <c:pt idx="3833">
                  <c:v>7.2</c:v>
                </c:pt>
                <c:pt idx="3834">
                  <c:v>5.8</c:v>
                </c:pt>
                <c:pt idx="3835">
                  <c:v>5.2</c:v>
                </c:pt>
                <c:pt idx="3836">
                  <c:v>7.7</c:v>
                </c:pt>
                <c:pt idx="3837">
                  <c:v>6.7</c:v>
                </c:pt>
                <c:pt idx="3838">
                  <c:v>4.5</c:v>
                </c:pt>
                <c:pt idx="3839">
                  <c:v>7.6</c:v>
                </c:pt>
                <c:pt idx="3840">
                  <c:v>5.3</c:v>
                </c:pt>
                <c:pt idx="3841">
                  <c:v>4.9000000000000004</c:v>
                </c:pt>
                <c:pt idx="3842">
                  <c:v>4.5999999999999996</c:v>
                </c:pt>
                <c:pt idx="3843">
                  <c:v>3.4</c:v>
                </c:pt>
                <c:pt idx="3844">
                  <c:v>5.6</c:v>
                </c:pt>
                <c:pt idx="3845">
                  <c:v>8.1999999999999993</c:v>
                </c:pt>
                <c:pt idx="3846">
                  <c:v>5</c:v>
                </c:pt>
                <c:pt idx="3847">
                  <c:v>7.6</c:v>
                </c:pt>
                <c:pt idx="3848">
                  <c:v>7.3</c:v>
                </c:pt>
                <c:pt idx="3849">
                  <c:v>7.7</c:v>
                </c:pt>
                <c:pt idx="3850">
                  <c:v>6.5</c:v>
                </c:pt>
                <c:pt idx="3851">
                  <c:v>7.3</c:v>
                </c:pt>
                <c:pt idx="3852">
                  <c:v>6.8</c:v>
                </c:pt>
                <c:pt idx="3853">
                  <c:v>5.0999999999999996</c:v>
                </c:pt>
                <c:pt idx="3854">
                  <c:v>5.6</c:v>
                </c:pt>
                <c:pt idx="3855">
                  <c:v>8.4</c:v>
                </c:pt>
                <c:pt idx="3856">
                  <c:v>7.4</c:v>
                </c:pt>
                <c:pt idx="3857">
                  <c:v>3.8</c:v>
                </c:pt>
                <c:pt idx="3858">
                  <c:v>5</c:v>
                </c:pt>
                <c:pt idx="3859">
                  <c:v>4.8</c:v>
                </c:pt>
                <c:pt idx="3860">
                  <c:v>5.8</c:v>
                </c:pt>
                <c:pt idx="3861">
                  <c:v>6</c:v>
                </c:pt>
                <c:pt idx="3862">
                  <c:v>4.9000000000000004</c:v>
                </c:pt>
                <c:pt idx="3863">
                  <c:v>6.5</c:v>
                </c:pt>
                <c:pt idx="3864">
                  <c:v>3.9</c:v>
                </c:pt>
                <c:pt idx="3865">
                  <c:v>6.6</c:v>
                </c:pt>
                <c:pt idx="3866">
                  <c:v>5.8</c:v>
                </c:pt>
                <c:pt idx="3867">
                  <c:v>5.0999999999999996</c:v>
                </c:pt>
                <c:pt idx="3868">
                  <c:v>5.8</c:v>
                </c:pt>
                <c:pt idx="3869">
                  <c:v>5.3</c:v>
                </c:pt>
                <c:pt idx="3870">
                  <c:v>6.5</c:v>
                </c:pt>
                <c:pt idx="3871">
                  <c:v>5.2</c:v>
                </c:pt>
                <c:pt idx="3872">
                  <c:v>6.3</c:v>
                </c:pt>
                <c:pt idx="3873">
                  <c:v>6.6</c:v>
                </c:pt>
                <c:pt idx="3874">
                  <c:v>4.3</c:v>
                </c:pt>
                <c:pt idx="3875">
                  <c:v>4.9000000000000004</c:v>
                </c:pt>
                <c:pt idx="3876">
                  <c:v>7.2</c:v>
                </c:pt>
                <c:pt idx="3877">
                  <c:v>4.8</c:v>
                </c:pt>
                <c:pt idx="3878">
                  <c:v>6.3</c:v>
                </c:pt>
                <c:pt idx="3879">
                  <c:v>5.3</c:v>
                </c:pt>
                <c:pt idx="3880">
                  <c:v>7.3</c:v>
                </c:pt>
                <c:pt idx="3881">
                  <c:v>5.0999999999999996</c:v>
                </c:pt>
                <c:pt idx="3882">
                  <c:v>6.5</c:v>
                </c:pt>
                <c:pt idx="3883">
                  <c:v>5.0999999999999996</c:v>
                </c:pt>
                <c:pt idx="3884">
                  <c:v>7.2</c:v>
                </c:pt>
                <c:pt idx="3885">
                  <c:v>3.3</c:v>
                </c:pt>
                <c:pt idx="3886">
                  <c:v>6.6</c:v>
                </c:pt>
                <c:pt idx="3887">
                  <c:v>8.6999999999999993</c:v>
                </c:pt>
                <c:pt idx="3888">
                  <c:v>5.9</c:v>
                </c:pt>
                <c:pt idx="3889">
                  <c:v>4.5</c:v>
                </c:pt>
                <c:pt idx="3890">
                  <c:v>6.8</c:v>
                </c:pt>
                <c:pt idx="3891">
                  <c:v>6.1</c:v>
                </c:pt>
                <c:pt idx="3892">
                  <c:v>6.2</c:v>
                </c:pt>
                <c:pt idx="3893">
                  <c:v>7.3</c:v>
                </c:pt>
                <c:pt idx="3894">
                  <c:v>6.1</c:v>
                </c:pt>
                <c:pt idx="3895">
                  <c:v>5.7</c:v>
                </c:pt>
                <c:pt idx="3896">
                  <c:v>6.9</c:v>
                </c:pt>
                <c:pt idx="3897">
                  <c:v>6.5</c:v>
                </c:pt>
                <c:pt idx="3898">
                  <c:v>3.5</c:v>
                </c:pt>
                <c:pt idx="3899">
                  <c:v>6.8</c:v>
                </c:pt>
                <c:pt idx="3900">
                  <c:v>5.6</c:v>
                </c:pt>
                <c:pt idx="3901">
                  <c:v>6.9</c:v>
                </c:pt>
                <c:pt idx="3902">
                  <c:v>5.3</c:v>
                </c:pt>
                <c:pt idx="3903">
                  <c:v>2.5</c:v>
                </c:pt>
                <c:pt idx="3905">
                  <c:v>6.1</c:v>
                </c:pt>
                <c:pt idx="3906">
                  <c:v>8.1999999999999993</c:v>
                </c:pt>
                <c:pt idx="3907">
                  <c:v>5.6</c:v>
                </c:pt>
                <c:pt idx="3908">
                  <c:v>5</c:v>
                </c:pt>
                <c:pt idx="3909">
                  <c:v>7.4</c:v>
                </c:pt>
                <c:pt idx="3910">
                  <c:v>5</c:v>
                </c:pt>
                <c:pt idx="3911">
                  <c:v>6.3</c:v>
                </c:pt>
                <c:pt idx="3912">
                  <c:v>7.8</c:v>
                </c:pt>
                <c:pt idx="3913">
                  <c:v>3.4</c:v>
                </c:pt>
                <c:pt idx="3914">
                  <c:v>8</c:v>
                </c:pt>
                <c:pt idx="3915">
                  <c:v>7.1</c:v>
                </c:pt>
                <c:pt idx="3916">
                  <c:v>6.9</c:v>
                </c:pt>
                <c:pt idx="3917">
                  <c:v>6.6</c:v>
                </c:pt>
                <c:pt idx="3918">
                  <c:v>6</c:v>
                </c:pt>
                <c:pt idx="3919">
                  <c:v>5.2</c:v>
                </c:pt>
                <c:pt idx="3920">
                  <c:v>5.3</c:v>
                </c:pt>
                <c:pt idx="3921">
                  <c:v>6.6</c:v>
                </c:pt>
                <c:pt idx="3922">
                  <c:v>6.6</c:v>
                </c:pt>
                <c:pt idx="3923">
                  <c:v>4.5999999999999996</c:v>
                </c:pt>
                <c:pt idx="3924">
                  <c:v>6.8</c:v>
                </c:pt>
                <c:pt idx="3925">
                  <c:v>6.4</c:v>
                </c:pt>
                <c:pt idx="3926">
                  <c:v>7.9</c:v>
                </c:pt>
                <c:pt idx="3927">
                  <c:v>8.1999999999999993</c:v>
                </c:pt>
                <c:pt idx="3928">
                  <c:v>7.2</c:v>
                </c:pt>
                <c:pt idx="3929">
                  <c:v>6.8</c:v>
                </c:pt>
                <c:pt idx="3930">
                  <c:v>7.6</c:v>
                </c:pt>
                <c:pt idx="3931">
                  <c:v>6.7</c:v>
                </c:pt>
                <c:pt idx="3932">
                  <c:v>4.7</c:v>
                </c:pt>
                <c:pt idx="3933">
                  <c:v>7.5</c:v>
                </c:pt>
                <c:pt idx="3934">
                  <c:v>6.6</c:v>
                </c:pt>
                <c:pt idx="3935">
                  <c:v>5.2</c:v>
                </c:pt>
                <c:pt idx="3936">
                  <c:v>7.2</c:v>
                </c:pt>
                <c:pt idx="3937">
                  <c:v>7</c:v>
                </c:pt>
                <c:pt idx="3938">
                  <c:v>5</c:v>
                </c:pt>
                <c:pt idx="3939">
                  <c:v>2.6</c:v>
                </c:pt>
                <c:pt idx="3940">
                  <c:v>5.0999999999999996</c:v>
                </c:pt>
                <c:pt idx="3941">
                  <c:v>6.9</c:v>
                </c:pt>
                <c:pt idx="3942">
                  <c:v>6.4</c:v>
                </c:pt>
                <c:pt idx="3943">
                  <c:v>6.4</c:v>
                </c:pt>
                <c:pt idx="3944">
                  <c:v>7.9</c:v>
                </c:pt>
                <c:pt idx="3945">
                  <c:v>6.2</c:v>
                </c:pt>
                <c:pt idx="3946">
                  <c:v>7.5</c:v>
                </c:pt>
                <c:pt idx="3947">
                  <c:v>4.5999999999999996</c:v>
                </c:pt>
                <c:pt idx="3948">
                  <c:v>6.4</c:v>
                </c:pt>
                <c:pt idx="3949">
                  <c:v>4</c:v>
                </c:pt>
                <c:pt idx="3950">
                  <c:v>6.6</c:v>
                </c:pt>
                <c:pt idx="3951">
                  <c:v>7.2</c:v>
                </c:pt>
                <c:pt idx="3952">
                  <c:v>3.6</c:v>
                </c:pt>
                <c:pt idx="3953">
                  <c:v>6.5</c:v>
                </c:pt>
                <c:pt idx="3954">
                  <c:v>6.9</c:v>
                </c:pt>
                <c:pt idx="3955">
                  <c:v>8</c:v>
                </c:pt>
                <c:pt idx="3956">
                  <c:v>7.6</c:v>
                </c:pt>
                <c:pt idx="3957">
                  <c:v>6.5</c:v>
                </c:pt>
                <c:pt idx="3958">
                  <c:v>5.4</c:v>
                </c:pt>
                <c:pt idx="3959">
                  <c:v>5.4</c:v>
                </c:pt>
                <c:pt idx="3960">
                  <c:v>6.2</c:v>
                </c:pt>
                <c:pt idx="3961">
                  <c:v>5.7</c:v>
                </c:pt>
                <c:pt idx="3962">
                  <c:v>5.6</c:v>
                </c:pt>
                <c:pt idx="3963">
                  <c:v>5.7</c:v>
                </c:pt>
                <c:pt idx="3964">
                  <c:v>6.4</c:v>
                </c:pt>
                <c:pt idx="3965">
                  <c:v>6.4</c:v>
                </c:pt>
                <c:pt idx="3966">
                  <c:v>7</c:v>
                </c:pt>
                <c:pt idx="3967">
                  <c:v>6.5</c:v>
                </c:pt>
                <c:pt idx="3968">
                  <c:v>7.2</c:v>
                </c:pt>
                <c:pt idx="3969">
                  <c:v>6.6</c:v>
                </c:pt>
                <c:pt idx="3970">
                  <c:v>7.1</c:v>
                </c:pt>
                <c:pt idx="3971">
                  <c:v>5.5</c:v>
                </c:pt>
                <c:pt idx="3972">
                  <c:v>6.1</c:v>
                </c:pt>
                <c:pt idx="3973">
                  <c:v>7.3</c:v>
                </c:pt>
                <c:pt idx="3974">
                  <c:v>6.3</c:v>
                </c:pt>
                <c:pt idx="3975">
                  <c:v>5.9</c:v>
                </c:pt>
                <c:pt idx="3976">
                  <c:v>7.1</c:v>
                </c:pt>
                <c:pt idx="3977">
                  <c:v>5.0999999999999996</c:v>
                </c:pt>
                <c:pt idx="3978">
                  <c:v>6.8</c:v>
                </c:pt>
                <c:pt idx="3979">
                  <c:v>5.0999999999999996</c:v>
                </c:pt>
                <c:pt idx="3980">
                  <c:v>6.7</c:v>
                </c:pt>
                <c:pt idx="3981">
                  <c:v>5.5</c:v>
                </c:pt>
                <c:pt idx="3982">
                  <c:v>6.2</c:v>
                </c:pt>
                <c:pt idx="3983">
                  <c:v>4.3</c:v>
                </c:pt>
                <c:pt idx="3984">
                  <c:v>5.9</c:v>
                </c:pt>
                <c:pt idx="3985">
                  <c:v>6.9</c:v>
                </c:pt>
                <c:pt idx="3986">
                  <c:v>7.6</c:v>
                </c:pt>
                <c:pt idx="3987">
                  <c:v>6.9</c:v>
                </c:pt>
                <c:pt idx="3988">
                  <c:v>4.5999999999999996</c:v>
                </c:pt>
                <c:pt idx="3989">
                  <c:v>5.2</c:v>
                </c:pt>
                <c:pt idx="3990">
                  <c:v>3.9</c:v>
                </c:pt>
                <c:pt idx="3991">
                  <c:v>6.3</c:v>
                </c:pt>
                <c:pt idx="3992">
                  <c:v>3.8</c:v>
                </c:pt>
                <c:pt idx="3993">
                  <c:v>6.8</c:v>
                </c:pt>
                <c:pt idx="3995">
                  <c:v>5.4</c:v>
                </c:pt>
                <c:pt idx="3996">
                  <c:v>7.1</c:v>
                </c:pt>
                <c:pt idx="3997">
                  <c:v>4</c:v>
                </c:pt>
                <c:pt idx="3998">
                  <c:v>6.4</c:v>
                </c:pt>
                <c:pt idx="3999">
                  <c:v>3</c:v>
                </c:pt>
                <c:pt idx="4000">
                  <c:v>6.7</c:v>
                </c:pt>
                <c:pt idx="4001">
                  <c:v>3.1</c:v>
                </c:pt>
                <c:pt idx="4002">
                  <c:v>7</c:v>
                </c:pt>
                <c:pt idx="4003">
                  <c:v>3.7</c:v>
                </c:pt>
                <c:pt idx="4004">
                  <c:v>4.7</c:v>
                </c:pt>
                <c:pt idx="4005">
                  <c:v>8.1</c:v>
                </c:pt>
                <c:pt idx="4006">
                  <c:v>5.9</c:v>
                </c:pt>
                <c:pt idx="4007">
                  <c:v>5.7</c:v>
                </c:pt>
                <c:pt idx="4008">
                  <c:v>4.3</c:v>
                </c:pt>
                <c:pt idx="4009">
                  <c:v>7.1</c:v>
                </c:pt>
                <c:pt idx="4010">
                  <c:v>5.3</c:v>
                </c:pt>
                <c:pt idx="4011">
                  <c:v>6.6</c:v>
                </c:pt>
                <c:pt idx="4012">
                  <c:v>6.2</c:v>
                </c:pt>
                <c:pt idx="4013">
                  <c:v>7.3</c:v>
                </c:pt>
                <c:pt idx="4014">
                  <c:v>6</c:v>
                </c:pt>
                <c:pt idx="4015">
                  <c:v>6.3</c:v>
                </c:pt>
                <c:pt idx="4016">
                  <c:v>5.8</c:v>
                </c:pt>
                <c:pt idx="4017">
                  <c:v>6.4</c:v>
                </c:pt>
                <c:pt idx="4018">
                  <c:v>6.1</c:v>
                </c:pt>
                <c:pt idx="4019">
                  <c:v>4.3</c:v>
                </c:pt>
                <c:pt idx="4020">
                  <c:v>6.4</c:v>
                </c:pt>
                <c:pt idx="4021">
                  <c:v>7.5</c:v>
                </c:pt>
                <c:pt idx="4022">
                  <c:v>5.8</c:v>
                </c:pt>
                <c:pt idx="4023">
                  <c:v>6.5</c:v>
                </c:pt>
                <c:pt idx="4024">
                  <c:v>8</c:v>
                </c:pt>
                <c:pt idx="4025">
                  <c:v>7</c:v>
                </c:pt>
                <c:pt idx="4026">
                  <c:v>4.3</c:v>
                </c:pt>
                <c:pt idx="4027">
                  <c:v>3.8</c:v>
                </c:pt>
                <c:pt idx="4028">
                  <c:v>4.8</c:v>
                </c:pt>
                <c:pt idx="4029">
                  <c:v>5.5</c:v>
                </c:pt>
                <c:pt idx="4030">
                  <c:v>6.2</c:v>
                </c:pt>
                <c:pt idx="4031">
                  <c:v>7.6</c:v>
                </c:pt>
                <c:pt idx="4032">
                  <c:v>6.9</c:v>
                </c:pt>
                <c:pt idx="4033">
                  <c:v>7.2</c:v>
                </c:pt>
                <c:pt idx="4034">
                  <c:v>6.5</c:v>
                </c:pt>
                <c:pt idx="4035">
                  <c:v>5.8</c:v>
                </c:pt>
                <c:pt idx="4036">
                  <c:v>6</c:v>
                </c:pt>
                <c:pt idx="4037">
                  <c:v>5.3</c:v>
                </c:pt>
                <c:pt idx="4038">
                  <c:v>3.5</c:v>
                </c:pt>
                <c:pt idx="4039">
                  <c:v>5.5</c:v>
                </c:pt>
                <c:pt idx="4040">
                  <c:v>8</c:v>
                </c:pt>
                <c:pt idx="4041">
                  <c:v>5.4</c:v>
                </c:pt>
                <c:pt idx="4042">
                  <c:v>8.1</c:v>
                </c:pt>
                <c:pt idx="4043">
                  <c:v>7.2</c:v>
                </c:pt>
                <c:pt idx="4044">
                  <c:v>6.9</c:v>
                </c:pt>
                <c:pt idx="4045">
                  <c:v>5.7</c:v>
                </c:pt>
                <c:pt idx="4046">
                  <c:v>6.5</c:v>
                </c:pt>
                <c:pt idx="4047">
                  <c:v>6.9</c:v>
                </c:pt>
                <c:pt idx="4048">
                  <c:v>7.2</c:v>
                </c:pt>
                <c:pt idx="4049">
                  <c:v>5.9</c:v>
                </c:pt>
                <c:pt idx="4050">
                  <c:v>6.5</c:v>
                </c:pt>
                <c:pt idx="4051">
                  <c:v>6.2</c:v>
                </c:pt>
                <c:pt idx="4052">
                  <c:v>5</c:v>
                </c:pt>
                <c:pt idx="4053">
                  <c:v>6.4</c:v>
                </c:pt>
                <c:pt idx="4054">
                  <c:v>6.2</c:v>
                </c:pt>
                <c:pt idx="4055">
                  <c:v>6</c:v>
                </c:pt>
                <c:pt idx="4056">
                  <c:v>8</c:v>
                </c:pt>
                <c:pt idx="4057">
                  <c:v>5.8</c:v>
                </c:pt>
                <c:pt idx="4058">
                  <c:v>6.5</c:v>
                </c:pt>
                <c:pt idx="4059">
                  <c:v>7.5</c:v>
                </c:pt>
                <c:pt idx="4060">
                  <c:v>5.9</c:v>
                </c:pt>
                <c:pt idx="4061">
                  <c:v>6.3</c:v>
                </c:pt>
                <c:pt idx="4062">
                  <c:v>4.8</c:v>
                </c:pt>
                <c:pt idx="4063">
                  <c:v>4.7</c:v>
                </c:pt>
                <c:pt idx="4064">
                  <c:v>6</c:v>
                </c:pt>
                <c:pt idx="4065">
                  <c:v>7.2</c:v>
                </c:pt>
                <c:pt idx="4066">
                  <c:v>6.7</c:v>
                </c:pt>
                <c:pt idx="4067">
                  <c:v>5.0999999999999996</c:v>
                </c:pt>
                <c:pt idx="4068">
                  <c:v>6.1</c:v>
                </c:pt>
                <c:pt idx="4069">
                  <c:v>6.8</c:v>
                </c:pt>
                <c:pt idx="4070">
                  <c:v>7.3</c:v>
                </c:pt>
                <c:pt idx="4071">
                  <c:v>7</c:v>
                </c:pt>
                <c:pt idx="4072">
                  <c:v>6.2</c:v>
                </c:pt>
                <c:pt idx="4073">
                  <c:v>6.4</c:v>
                </c:pt>
                <c:pt idx="4074">
                  <c:v>5.7</c:v>
                </c:pt>
                <c:pt idx="4075">
                  <c:v>5.5</c:v>
                </c:pt>
                <c:pt idx="4076">
                  <c:v>7.2</c:v>
                </c:pt>
                <c:pt idx="4077">
                  <c:v>6</c:v>
                </c:pt>
                <c:pt idx="4078">
                  <c:v>5.5</c:v>
                </c:pt>
                <c:pt idx="4079">
                  <c:v>4.4000000000000004</c:v>
                </c:pt>
                <c:pt idx="4080">
                  <c:v>4.4000000000000004</c:v>
                </c:pt>
                <c:pt idx="4081">
                  <c:v>7.6</c:v>
                </c:pt>
                <c:pt idx="4082">
                  <c:v>6.2</c:v>
                </c:pt>
                <c:pt idx="4083">
                  <c:v>3.2</c:v>
                </c:pt>
                <c:pt idx="4084">
                  <c:v>5.7</c:v>
                </c:pt>
                <c:pt idx="4085">
                  <c:v>7.8</c:v>
                </c:pt>
                <c:pt idx="4086">
                  <c:v>7.2</c:v>
                </c:pt>
                <c:pt idx="4087">
                  <c:v>7.1</c:v>
                </c:pt>
                <c:pt idx="4088">
                  <c:v>7</c:v>
                </c:pt>
                <c:pt idx="4089">
                  <c:v>7.4</c:v>
                </c:pt>
                <c:pt idx="4090">
                  <c:v>5.8</c:v>
                </c:pt>
                <c:pt idx="4091">
                  <c:v>6.7</c:v>
                </c:pt>
                <c:pt idx="4092">
                  <c:v>3.8</c:v>
                </c:pt>
                <c:pt idx="4093">
                  <c:v>7.3</c:v>
                </c:pt>
                <c:pt idx="4094">
                  <c:v>6.7</c:v>
                </c:pt>
                <c:pt idx="4095">
                  <c:v>6.6</c:v>
                </c:pt>
                <c:pt idx="4096">
                  <c:v>6.5</c:v>
                </c:pt>
                <c:pt idx="4097">
                  <c:v>5</c:v>
                </c:pt>
                <c:pt idx="4098">
                  <c:v>8.3000000000000007</c:v>
                </c:pt>
                <c:pt idx="4099">
                  <c:v>5.7</c:v>
                </c:pt>
                <c:pt idx="4100">
                  <c:v>5.2</c:v>
                </c:pt>
                <c:pt idx="4101">
                  <c:v>5.8</c:v>
                </c:pt>
                <c:pt idx="4102">
                  <c:v>5.8</c:v>
                </c:pt>
                <c:pt idx="4103">
                  <c:v>4</c:v>
                </c:pt>
                <c:pt idx="4104">
                  <c:v>7.7</c:v>
                </c:pt>
                <c:pt idx="4105">
                  <c:v>4.7</c:v>
                </c:pt>
                <c:pt idx="4106">
                  <c:v>5.3</c:v>
                </c:pt>
                <c:pt idx="4107">
                  <c:v>6.8</c:v>
                </c:pt>
                <c:pt idx="4108">
                  <c:v>4</c:v>
                </c:pt>
                <c:pt idx="4109">
                  <c:v>7</c:v>
                </c:pt>
                <c:pt idx="4110">
                  <c:v>5.8</c:v>
                </c:pt>
                <c:pt idx="4111">
                  <c:v>5</c:v>
                </c:pt>
                <c:pt idx="4112">
                  <c:v>7.5</c:v>
                </c:pt>
                <c:pt idx="4113">
                  <c:v>6.2</c:v>
                </c:pt>
                <c:pt idx="4114">
                  <c:v>6.8</c:v>
                </c:pt>
                <c:pt idx="4115">
                  <c:v>7.7</c:v>
                </c:pt>
                <c:pt idx="4116">
                  <c:v>6.8</c:v>
                </c:pt>
                <c:pt idx="4117">
                  <c:v>4.5</c:v>
                </c:pt>
                <c:pt idx="4118">
                  <c:v>6.2</c:v>
                </c:pt>
                <c:pt idx="4119">
                  <c:v>6.9</c:v>
                </c:pt>
                <c:pt idx="4120">
                  <c:v>3</c:v>
                </c:pt>
                <c:pt idx="4121">
                  <c:v>6.5</c:v>
                </c:pt>
                <c:pt idx="4122">
                  <c:v>5.9</c:v>
                </c:pt>
                <c:pt idx="4123">
                  <c:v>6.7</c:v>
                </c:pt>
                <c:pt idx="4124">
                  <c:v>6.2</c:v>
                </c:pt>
                <c:pt idx="4125">
                  <c:v>5.5</c:v>
                </c:pt>
                <c:pt idx="4126">
                  <c:v>4.7</c:v>
                </c:pt>
                <c:pt idx="4127">
                  <c:v>7.2</c:v>
                </c:pt>
                <c:pt idx="4128">
                  <c:v>4.2</c:v>
                </c:pt>
                <c:pt idx="4129">
                  <c:v>6.8</c:v>
                </c:pt>
                <c:pt idx="4130">
                  <c:v>8</c:v>
                </c:pt>
                <c:pt idx="4131">
                  <c:v>4.5999999999999996</c:v>
                </c:pt>
                <c:pt idx="4132">
                  <c:v>7.5</c:v>
                </c:pt>
                <c:pt idx="4133">
                  <c:v>7.3</c:v>
                </c:pt>
                <c:pt idx="4134">
                  <c:v>6.6</c:v>
                </c:pt>
                <c:pt idx="4135">
                  <c:v>5.3</c:v>
                </c:pt>
                <c:pt idx="4136">
                  <c:v>2.7</c:v>
                </c:pt>
                <c:pt idx="4137">
                  <c:v>7</c:v>
                </c:pt>
                <c:pt idx="4138">
                  <c:v>6.1</c:v>
                </c:pt>
                <c:pt idx="4139">
                  <c:v>4.9000000000000004</c:v>
                </c:pt>
                <c:pt idx="4140">
                  <c:v>4.5</c:v>
                </c:pt>
                <c:pt idx="4141">
                  <c:v>7.4</c:v>
                </c:pt>
                <c:pt idx="4142">
                  <c:v>6.4</c:v>
                </c:pt>
                <c:pt idx="4143">
                  <c:v>7</c:v>
                </c:pt>
                <c:pt idx="4144">
                  <c:v>7</c:v>
                </c:pt>
                <c:pt idx="4145">
                  <c:v>6.9</c:v>
                </c:pt>
                <c:pt idx="4146">
                  <c:v>5.7</c:v>
                </c:pt>
                <c:pt idx="4147">
                  <c:v>7.6</c:v>
                </c:pt>
                <c:pt idx="4148">
                  <c:v>5.5</c:v>
                </c:pt>
                <c:pt idx="4149">
                  <c:v>5.9</c:v>
                </c:pt>
                <c:pt idx="4150">
                  <c:v>4.3</c:v>
                </c:pt>
                <c:pt idx="4151">
                  <c:v>4.3</c:v>
                </c:pt>
                <c:pt idx="4152">
                  <c:v>7.9</c:v>
                </c:pt>
                <c:pt idx="4153">
                  <c:v>6.4</c:v>
                </c:pt>
                <c:pt idx="4154">
                  <c:v>6.7</c:v>
                </c:pt>
                <c:pt idx="4155">
                  <c:v>8.5</c:v>
                </c:pt>
                <c:pt idx="4156">
                  <c:v>4.5999999999999996</c:v>
                </c:pt>
                <c:pt idx="4157">
                  <c:v>6.5</c:v>
                </c:pt>
                <c:pt idx="4158">
                  <c:v>2.9</c:v>
                </c:pt>
                <c:pt idx="4159">
                  <c:v>4.9000000000000004</c:v>
                </c:pt>
                <c:pt idx="4160">
                  <c:v>6.5</c:v>
                </c:pt>
                <c:pt idx="4161">
                  <c:v>6.3</c:v>
                </c:pt>
                <c:pt idx="4162">
                  <c:v>7.7</c:v>
                </c:pt>
                <c:pt idx="4163">
                  <c:v>8.1</c:v>
                </c:pt>
                <c:pt idx="4164">
                  <c:v>6.8</c:v>
                </c:pt>
                <c:pt idx="4165">
                  <c:v>6.8</c:v>
                </c:pt>
                <c:pt idx="4166">
                  <c:v>3.7</c:v>
                </c:pt>
                <c:pt idx="4167">
                  <c:v>6.7</c:v>
                </c:pt>
                <c:pt idx="4168">
                  <c:v>8.1</c:v>
                </c:pt>
                <c:pt idx="4169">
                  <c:v>5.8</c:v>
                </c:pt>
                <c:pt idx="4170">
                  <c:v>8.4</c:v>
                </c:pt>
                <c:pt idx="4171">
                  <c:v>7.8</c:v>
                </c:pt>
                <c:pt idx="4172">
                  <c:v>8.3000000000000007</c:v>
                </c:pt>
                <c:pt idx="4173">
                  <c:v>6.9</c:v>
                </c:pt>
                <c:pt idx="4174">
                  <c:v>5.8</c:v>
                </c:pt>
                <c:pt idx="4175">
                  <c:v>5.5</c:v>
                </c:pt>
                <c:pt idx="4176">
                  <c:v>7.4</c:v>
                </c:pt>
                <c:pt idx="4177">
                  <c:v>5.9</c:v>
                </c:pt>
                <c:pt idx="4178">
                  <c:v>5.3</c:v>
                </c:pt>
                <c:pt idx="4179">
                  <c:v>3.3</c:v>
                </c:pt>
                <c:pt idx="4180">
                  <c:v>5.5</c:v>
                </c:pt>
                <c:pt idx="4181">
                  <c:v>7.4</c:v>
                </c:pt>
                <c:pt idx="4182">
                  <c:v>7.5</c:v>
                </c:pt>
                <c:pt idx="4183">
                  <c:v>6.2</c:v>
                </c:pt>
                <c:pt idx="4184">
                  <c:v>5.7</c:v>
                </c:pt>
                <c:pt idx="4185">
                  <c:v>8.1</c:v>
                </c:pt>
                <c:pt idx="4186">
                  <c:v>7.3</c:v>
                </c:pt>
                <c:pt idx="4187">
                  <c:v>6.8</c:v>
                </c:pt>
                <c:pt idx="4188">
                  <c:v>4.2</c:v>
                </c:pt>
                <c:pt idx="4189">
                  <c:v>7.1</c:v>
                </c:pt>
                <c:pt idx="4190">
                  <c:v>7</c:v>
                </c:pt>
                <c:pt idx="4191">
                  <c:v>5.5</c:v>
                </c:pt>
                <c:pt idx="4192">
                  <c:v>4.7</c:v>
                </c:pt>
                <c:pt idx="4193">
                  <c:v>6.4</c:v>
                </c:pt>
                <c:pt idx="4194">
                  <c:v>5.2</c:v>
                </c:pt>
                <c:pt idx="4195">
                  <c:v>6.4</c:v>
                </c:pt>
                <c:pt idx="4196">
                  <c:v>6.2</c:v>
                </c:pt>
                <c:pt idx="4197">
                  <c:v>6.5</c:v>
                </c:pt>
                <c:pt idx="4198">
                  <c:v>6.2</c:v>
                </c:pt>
                <c:pt idx="4199">
                  <c:v>7</c:v>
                </c:pt>
                <c:pt idx="4200">
                  <c:v>6.6</c:v>
                </c:pt>
                <c:pt idx="4202">
                  <c:v>5.7</c:v>
                </c:pt>
                <c:pt idx="4203">
                  <c:v>4.9000000000000004</c:v>
                </c:pt>
                <c:pt idx="4204">
                  <c:v>6.1</c:v>
                </c:pt>
                <c:pt idx="4205">
                  <c:v>5.9</c:v>
                </c:pt>
                <c:pt idx="4206">
                  <c:v>5.3</c:v>
                </c:pt>
                <c:pt idx="4207">
                  <c:v>5.6</c:v>
                </c:pt>
                <c:pt idx="4208">
                  <c:v>5.9</c:v>
                </c:pt>
                <c:pt idx="4210">
                  <c:v>7.2</c:v>
                </c:pt>
                <c:pt idx="4211">
                  <c:v>6.4</c:v>
                </c:pt>
                <c:pt idx="4212">
                  <c:v>4.8</c:v>
                </c:pt>
                <c:pt idx="4213">
                  <c:v>4.7</c:v>
                </c:pt>
                <c:pt idx="4214">
                  <c:v>6.9</c:v>
                </c:pt>
                <c:pt idx="4216">
                  <c:v>6.6</c:v>
                </c:pt>
                <c:pt idx="4217">
                  <c:v>6.4</c:v>
                </c:pt>
                <c:pt idx="4218">
                  <c:v>5.5</c:v>
                </c:pt>
                <c:pt idx="4219">
                  <c:v>6.9</c:v>
                </c:pt>
                <c:pt idx="4220">
                  <c:v>5.2</c:v>
                </c:pt>
                <c:pt idx="4221">
                  <c:v>7.1</c:v>
                </c:pt>
                <c:pt idx="4222">
                  <c:v>5.9</c:v>
                </c:pt>
                <c:pt idx="4223">
                  <c:v>7.2</c:v>
                </c:pt>
                <c:pt idx="4224">
                  <c:v>3.7</c:v>
                </c:pt>
                <c:pt idx="4225">
                  <c:v>5</c:v>
                </c:pt>
                <c:pt idx="4227">
                  <c:v>5.5</c:v>
                </c:pt>
                <c:pt idx="4228">
                  <c:v>7</c:v>
                </c:pt>
                <c:pt idx="4229">
                  <c:v>5</c:v>
                </c:pt>
                <c:pt idx="4230">
                  <c:v>6.3</c:v>
                </c:pt>
                <c:pt idx="4231">
                  <c:v>7.2</c:v>
                </c:pt>
                <c:pt idx="4232">
                  <c:v>6.2</c:v>
                </c:pt>
                <c:pt idx="4233">
                  <c:v>5.0999999999999996</c:v>
                </c:pt>
                <c:pt idx="4235">
                  <c:v>7</c:v>
                </c:pt>
                <c:pt idx="4236">
                  <c:v>6.3</c:v>
                </c:pt>
                <c:pt idx="4237">
                  <c:v>6.6</c:v>
                </c:pt>
                <c:pt idx="4238">
                  <c:v>6.6</c:v>
                </c:pt>
                <c:pt idx="4239">
                  <c:v>6.1</c:v>
                </c:pt>
                <c:pt idx="4240">
                  <c:v>5.2</c:v>
                </c:pt>
                <c:pt idx="4241">
                  <c:v>4.5</c:v>
                </c:pt>
                <c:pt idx="4242">
                  <c:v>5.8</c:v>
                </c:pt>
                <c:pt idx="4243">
                  <c:v>5</c:v>
                </c:pt>
                <c:pt idx="4244">
                  <c:v>5.6</c:v>
                </c:pt>
                <c:pt idx="4245">
                  <c:v>2.5</c:v>
                </c:pt>
                <c:pt idx="4246">
                  <c:v>5.8</c:v>
                </c:pt>
                <c:pt idx="4247">
                  <c:v>7.1</c:v>
                </c:pt>
                <c:pt idx="4248">
                  <c:v>8.4</c:v>
                </c:pt>
                <c:pt idx="4249">
                  <c:v>5.0999999999999996</c:v>
                </c:pt>
                <c:pt idx="4250">
                  <c:v>4.3</c:v>
                </c:pt>
                <c:pt idx="4251">
                  <c:v>5.6</c:v>
                </c:pt>
                <c:pt idx="4252">
                  <c:v>7</c:v>
                </c:pt>
                <c:pt idx="4253">
                  <c:v>6.6</c:v>
                </c:pt>
                <c:pt idx="4254">
                  <c:v>5.6</c:v>
                </c:pt>
                <c:pt idx="4255">
                  <c:v>6.2</c:v>
                </c:pt>
                <c:pt idx="4256">
                  <c:v>6.2</c:v>
                </c:pt>
                <c:pt idx="4257">
                  <c:v>7.5</c:v>
                </c:pt>
                <c:pt idx="4258">
                  <c:v>8</c:v>
                </c:pt>
                <c:pt idx="4259">
                  <c:v>5.4</c:v>
                </c:pt>
                <c:pt idx="4260">
                  <c:v>4.9000000000000004</c:v>
                </c:pt>
                <c:pt idx="4261">
                  <c:v>7.7</c:v>
                </c:pt>
                <c:pt idx="4262">
                  <c:v>7.8</c:v>
                </c:pt>
                <c:pt idx="4263">
                  <c:v>5.9</c:v>
                </c:pt>
                <c:pt idx="4264">
                  <c:v>7.8</c:v>
                </c:pt>
                <c:pt idx="4267">
                  <c:v>7.4</c:v>
                </c:pt>
                <c:pt idx="4268">
                  <c:v>6.8</c:v>
                </c:pt>
                <c:pt idx="4269">
                  <c:v>6.2</c:v>
                </c:pt>
                <c:pt idx="4270">
                  <c:v>7.4</c:v>
                </c:pt>
                <c:pt idx="4271">
                  <c:v>6.3</c:v>
                </c:pt>
                <c:pt idx="4272">
                  <c:v>7.4</c:v>
                </c:pt>
                <c:pt idx="4273">
                  <c:v>6.1</c:v>
                </c:pt>
                <c:pt idx="4274">
                  <c:v>7.1</c:v>
                </c:pt>
                <c:pt idx="4275">
                  <c:v>6.8</c:v>
                </c:pt>
                <c:pt idx="4276">
                  <c:v>7.8</c:v>
                </c:pt>
                <c:pt idx="4277">
                  <c:v>6.8</c:v>
                </c:pt>
                <c:pt idx="4278">
                  <c:v>5.9</c:v>
                </c:pt>
                <c:pt idx="4279">
                  <c:v>6.9</c:v>
                </c:pt>
                <c:pt idx="4280">
                  <c:v>2.8</c:v>
                </c:pt>
                <c:pt idx="4281">
                  <c:v>5.7</c:v>
                </c:pt>
                <c:pt idx="4282">
                  <c:v>2.6</c:v>
                </c:pt>
                <c:pt idx="4283">
                  <c:v>7.1</c:v>
                </c:pt>
                <c:pt idx="4284">
                  <c:v>6.4</c:v>
                </c:pt>
                <c:pt idx="4285">
                  <c:v>5.5</c:v>
                </c:pt>
                <c:pt idx="4286">
                  <c:v>6.4</c:v>
                </c:pt>
                <c:pt idx="4287">
                  <c:v>4.4000000000000004</c:v>
                </c:pt>
                <c:pt idx="4288">
                  <c:v>5</c:v>
                </c:pt>
                <c:pt idx="4289">
                  <c:v>7</c:v>
                </c:pt>
                <c:pt idx="4290">
                  <c:v>8.9</c:v>
                </c:pt>
                <c:pt idx="4291">
                  <c:v>6.1</c:v>
                </c:pt>
                <c:pt idx="4293">
                  <c:v>6.8</c:v>
                </c:pt>
                <c:pt idx="4294">
                  <c:v>6.7</c:v>
                </c:pt>
                <c:pt idx="4295">
                  <c:v>6.9</c:v>
                </c:pt>
                <c:pt idx="4296">
                  <c:v>6.9</c:v>
                </c:pt>
                <c:pt idx="4297">
                  <c:v>6.4</c:v>
                </c:pt>
                <c:pt idx="4298">
                  <c:v>4.7</c:v>
                </c:pt>
                <c:pt idx="4299">
                  <c:v>6.7</c:v>
                </c:pt>
                <c:pt idx="4300">
                  <c:v>7.2</c:v>
                </c:pt>
                <c:pt idx="4301">
                  <c:v>4.7</c:v>
                </c:pt>
                <c:pt idx="4302">
                  <c:v>5.6</c:v>
                </c:pt>
                <c:pt idx="4303">
                  <c:v>7</c:v>
                </c:pt>
                <c:pt idx="4304">
                  <c:v>7.1</c:v>
                </c:pt>
                <c:pt idx="4305">
                  <c:v>9.1</c:v>
                </c:pt>
                <c:pt idx="4306">
                  <c:v>5.7</c:v>
                </c:pt>
                <c:pt idx="4307">
                  <c:v>7.5</c:v>
                </c:pt>
                <c:pt idx="4308">
                  <c:v>6.1</c:v>
                </c:pt>
                <c:pt idx="4309">
                  <c:v>5.8</c:v>
                </c:pt>
                <c:pt idx="4310">
                  <c:v>7.7</c:v>
                </c:pt>
                <c:pt idx="4311">
                  <c:v>7.2</c:v>
                </c:pt>
                <c:pt idx="4312">
                  <c:v>6.9</c:v>
                </c:pt>
                <c:pt idx="4313">
                  <c:v>7.5</c:v>
                </c:pt>
                <c:pt idx="4314">
                  <c:v>5.4</c:v>
                </c:pt>
                <c:pt idx="4315">
                  <c:v>7.3</c:v>
                </c:pt>
                <c:pt idx="4316">
                  <c:v>6.1</c:v>
                </c:pt>
                <c:pt idx="4317">
                  <c:v>6.3</c:v>
                </c:pt>
                <c:pt idx="4318">
                  <c:v>7.3</c:v>
                </c:pt>
                <c:pt idx="4319">
                  <c:v>6.2</c:v>
                </c:pt>
                <c:pt idx="4320">
                  <c:v>6.7</c:v>
                </c:pt>
                <c:pt idx="4321">
                  <c:v>8</c:v>
                </c:pt>
                <c:pt idx="4322">
                  <c:v>6.2</c:v>
                </c:pt>
                <c:pt idx="4323">
                  <c:v>5.6</c:v>
                </c:pt>
                <c:pt idx="4324">
                  <c:v>6.1</c:v>
                </c:pt>
                <c:pt idx="4325">
                  <c:v>6.5</c:v>
                </c:pt>
                <c:pt idx="4326">
                  <c:v>6.7</c:v>
                </c:pt>
                <c:pt idx="4327">
                  <c:v>2.5</c:v>
                </c:pt>
                <c:pt idx="4328">
                  <c:v>4.9000000000000004</c:v>
                </c:pt>
                <c:pt idx="4329">
                  <c:v>7.6</c:v>
                </c:pt>
                <c:pt idx="4330">
                  <c:v>6.3</c:v>
                </c:pt>
                <c:pt idx="4331">
                  <c:v>6.9</c:v>
                </c:pt>
                <c:pt idx="4332">
                  <c:v>8.4</c:v>
                </c:pt>
                <c:pt idx="4333">
                  <c:v>6.3</c:v>
                </c:pt>
                <c:pt idx="4334">
                  <c:v>7</c:v>
                </c:pt>
                <c:pt idx="4335">
                  <c:v>7.6</c:v>
                </c:pt>
                <c:pt idx="4336">
                  <c:v>7.5</c:v>
                </c:pt>
                <c:pt idx="4337">
                  <c:v>8</c:v>
                </c:pt>
                <c:pt idx="4338">
                  <c:v>6.5</c:v>
                </c:pt>
                <c:pt idx="4339">
                  <c:v>6.5</c:v>
                </c:pt>
                <c:pt idx="4340">
                  <c:v>7.1</c:v>
                </c:pt>
                <c:pt idx="4341">
                  <c:v>7.2</c:v>
                </c:pt>
                <c:pt idx="4342">
                  <c:v>7.5</c:v>
                </c:pt>
                <c:pt idx="4343">
                  <c:v>7</c:v>
                </c:pt>
                <c:pt idx="4344">
                  <c:v>6.8</c:v>
                </c:pt>
                <c:pt idx="4345">
                  <c:v>7.3</c:v>
                </c:pt>
                <c:pt idx="4346">
                  <c:v>5.6</c:v>
                </c:pt>
                <c:pt idx="4347">
                  <c:v>7.2</c:v>
                </c:pt>
                <c:pt idx="4348">
                  <c:v>7</c:v>
                </c:pt>
                <c:pt idx="4349">
                  <c:v>5.7</c:v>
                </c:pt>
                <c:pt idx="4350">
                  <c:v>6</c:v>
                </c:pt>
                <c:pt idx="4351">
                  <c:v>7.7</c:v>
                </c:pt>
                <c:pt idx="4352">
                  <c:v>5.4</c:v>
                </c:pt>
                <c:pt idx="4353">
                  <c:v>7.1</c:v>
                </c:pt>
                <c:pt idx="4354">
                  <c:v>7.5</c:v>
                </c:pt>
                <c:pt idx="4355">
                  <c:v>5.7</c:v>
                </c:pt>
                <c:pt idx="4356">
                  <c:v>4.3</c:v>
                </c:pt>
                <c:pt idx="4357">
                  <c:v>7.4</c:v>
                </c:pt>
                <c:pt idx="4358">
                  <c:v>7.5</c:v>
                </c:pt>
                <c:pt idx="4359">
                  <c:v>7.1</c:v>
                </c:pt>
                <c:pt idx="4360">
                  <c:v>6.3</c:v>
                </c:pt>
                <c:pt idx="4361">
                  <c:v>5.7</c:v>
                </c:pt>
                <c:pt idx="4362">
                  <c:v>7.2</c:v>
                </c:pt>
                <c:pt idx="4363">
                  <c:v>6.9</c:v>
                </c:pt>
                <c:pt idx="4364">
                  <c:v>7.8</c:v>
                </c:pt>
                <c:pt idx="4365">
                  <c:v>5.8</c:v>
                </c:pt>
                <c:pt idx="4366">
                  <c:v>7.2</c:v>
                </c:pt>
                <c:pt idx="4367">
                  <c:v>8.1</c:v>
                </c:pt>
                <c:pt idx="4368">
                  <c:v>6.6</c:v>
                </c:pt>
                <c:pt idx="4369">
                  <c:v>6.2</c:v>
                </c:pt>
                <c:pt idx="4370">
                  <c:v>6.1</c:v>
                </c:pt>
                <c:pt idx="4371">
                  <c:v>7.8</c:v>
                </c:pt>
                <c:pt idx="4372">
                  <c:v>7.7</c:v>
                </c:pt>
                <c:pt idx="4374">
                  <c:v>6.8</c:v>
                </c:pt>
                <c:pt idx="4375">
                  <c:v>7.4</c:v>
                </c:pt>
                <c:pt idx="4376">
                  <c:v>4.8</c:v>
                </c:pt>
                <c:pt idx="4377">
                  <c:v>6.7</c:v>
                </c:pt>
                <c:pt idx="4378">
                  <c:v>7.4</c:v>
                </c:pt>
                <c:pt idx="4379">
                  <c:v>7.6</c:v>
                </c:pt>
                <c:pt idx="4380">
                  <c:v>7.3</c:v>
                </c:pt>
                <c:pt idx="4381">
                  <c:v>5.6</c:v>
                </c:pt>
                <c:pt idx="4382">
                  <c:v>6.4</c:v>
                </c:pt>
                <c:pt idx="4383">
                  <c:v>6</c:v>
                </c:pt>
                <c:pt idx="4384">
                  <c:v>5.5</c:v>
                </c:pt>
                <c:pt idx="4385">
                  <c:v>7.8</c:v>
                </c:pt>
                <c:pt idx="4386">
                  <c:v>7.2</c:v>
                </c:pt>
                <c:pt idx="4387">
                  <c:v>6.9</c:v>
                </c:pt>
                <c:pt idx="4388">
                  <c:v>7.7</c:v>
                </c:pt>
                <c:pt idx="4389">
                  <c:v>6.9</c:v>
                </c:pt>
                <c:pt idx="4390">
                  <c:v>5.7</c:v>
                </c:pt>
                <c:pt idx="4391">
                  <c:v>8.4</c:v>
                </c:pt>
                <c:pt idx="4392">
                  <c:v>8.1</c:v>
                </c:pt>
                <c:pt idx="4393">
                  <c:v>7.5</c:v>
                </c:pt>
                <c:pt idx="4394">
                  <c:v>7.8</c:v>
                </c:pt>
                <c:pt idx="4395">
                  <c:v>7.5</c:v>
                </c:pt>
                <c:pt idx="4396">
                  <c:v>6.8</c:v>
                </c:pt>
                <c:pt idx="4397">
                  <c:v>8.6999999999999993</c:v>
                </c:pt>
                <c:pt idx="4398">
                  <c:v>8.3000000000000007</c:v>
                </c:pt>
                <c:pt idx="4399">
                  <c:v>6.5</c:v>
                </c:pt>
                <c:pt idx="4400">
                  <c:v>7.3</c:v>
                </c:pt>
                <c:pt idx="4401">
                  <c:v>5.8</c:v>
                </c:pt>
                <c:pt idx="4402">
                  <c:v>7.7</c:v>
                </c:pt>
                <c:pt idx="4403">
                  <c:v>7.6</c:v>
                </c:pt>
                <c:pt idx="4404">
                  <c:v>7.9</c:v>
                </c:pt>
                <c:pt idx="4405">
                  <c:v>7.1</c:v>
                </c:pt>
                <c:pt idx="4408">
                  <c:v>5.4</c:v>
                </c:pt>
                <c:pt idx="4409">
                  <c:v>6.3</c:v>
                </c:pt>
                <c:pt idx="4410">
                  <c:v>7</c:v>
                </c:pt>
                <c:pt idx="4411">
                  <c:v>6.2</c:v>
                </c:pt>
                <c:pt idx="4412">
                  <c:v>6.8</c:v>
                </c:pt>
                <c:pt idx="4413">
                  <c:v>7</c:v>
                </c:pt>
                <c:pt idx="4414">
                  <c:v>5</c:v>
                </c:pt>
                <c:pt idx="4415">
                  <c:v>5.5</c:v>
                </c:pt>
                <c:pt idx="4416">
                  <c:v>7</c:v>
                </c:pt>
                <c:pt idx="4417">
                  <c:v>8.6999999999999993</c:v>
                </c:pt>
                <c:pt idx="4418">
                  <c:v>6.2</c:v>
                </c:pt>
                <c:pt idx="4419">
                  <c:v>5.7</c:v>
                </c:pt>
                <c:pt idx="4420">
                  <c:v>7.4</c:v>
                </c:pt>
                <c:pt idx="4421">
                  <c:v>6.2</c:v>
                </c:pt>
                <c:pt idx="4422">
                  <c:v>8</c:v>
                </c:pt>
                <c:pt idx="4423">
                  <c:v>5</c:v>
                </c:pt>
                <c:pt idx="4424">
                  <c:v>5.3</c:v>
                </c:pt>
                <c:pt idx="4425">
                  <c:v>5.3</c:v>
                </c:pt>
                <c:pt idx="4426">
                  <c:v>5.7</c:v>
                </c:pt>
                <c:pt idx="4427">
                  <c:v>6.9</c:v>
                </c:pt>
                <c:pt idx="4428">
                  <c:v>4.7</c:v>
                </c:pt>
                <c:pt idx="4429">
                  <c:v>5.8</c:v>
                </c:pt>
                <c:pt idx="4430">
                  <c:v>8.1999999999999993</c:v>
                </c:pt>
                <c:pt idx="4431">
                  <c:v>6</c:v>
                </c:pt>
                <c:pt idx="4432">
                  <c:v>7</c:v>
                </c:pt>
                <c:pt idx="4433">
                  <c:v>7</c:v>
                </c:pt>
                <c:pt idx="4434">
                  <c:v>5.9</c:v>
                </c:pt>
                <c:pt idx="4435">
                  <c:v>4.5999999999999996</c:v>
                </c:pt>
                <c:pt idx="4436">
                  <c:v>7.8</c:v>
                </c:pt>
                <c:pt idx="4437">
                  <c:v>5.3</c:v>
                </c:pt>
                <c:pt idx="4438">
                  <c:v>8</c:v>
                </c:pt>
                <c:pt idx="4439">
                  <c:v>6.2</c:v>
                </c:pt>
                <c:pt idx="4440">
                  <c:v>6.4</c:v>
                </c:pt>
                <c:pt idx="4441">
                  <c:v>7.4</c:v>
                </c:pt>
                <c:pt idx="4442">
                  <c:v>4.5999999999999996</c:v>
                </c:pt>
                <c:pt idx="4443">
                  <c:v>6.4</c:v>
                </c:pt>
                <c:pt idx="4444">
                  <c:v>7.8</c:v>
                </c:pt>
                <c:pt idx="4445">
                  <c:v>5.2</c:v>
                </c:pt>
                <c:pt idx="4446">
                  <c:v>7.1</c:v>
                </c:pt>
                <c:pt idx="4447">
                  <c:v>8.1</c:v>
                </c:pt>
                <c:pt idx="4448">
                  <c:v>5.3</c:v>
                </c:pt>
                <c:pt idx="4449">
                  <c:v>7.5</c:v>
                </c:pt>
                <c:pt idx="4450">
                  <c:v>6.3</c:v>
                </c:pt>
                <c:pt idx="4451">
                  <c:v>6.6</c:v>
                </c:pt>
                <c:pt idx="4452">
                  <c:v>7.2</c:v>
                </c:pt>
                <c:pt idx="4453">
                  <c:v>7.3</c:v>
                </c:pt>
                <c:pt idx="4454">
                  <c:v>4.8</c:v>
                </c:pt>
                <c:pt idx="4455">
                  <c:v>4.9000000000000004</c:v>
                </c:pt>
                <c:pt idx="4456">
                  <c:v>8.4</c:v>
                </c:pt>
                <c:pt idx="4457">
                  <c:v>6.1</c:v>
                </c:pt>
                <c:pt idx="4458">
                  <c:v>6.8</c:v>
                </c:pt>
                <c:pt idx="4459">
                  <c:v>6.3</c:v>
                </c:pt>
                <c:pt idx="4460">
                  <c:v>5.7</c:v>
                </c:pt>
                <c:pt idx="4461">
                  <c:v>5.3</c:v>
                </c:pt>
                <c:pt idx="4462">
                  <c:v>6.8</c:v>
                </c:pt>
                <c:pt idx="4463">
                  <c:v>2.5</c:v>
                </c:pt>
                <c:pt idx="4464">
                  <c:v>7.1</c:v>
                </c:pt>
                <c:pt idx="4465">
                  <c:v>6.8</c:v>
                </c:pt>
                <c:pt idx="4466">
                  <c:v>6.8</c:v>
                </c:pt>
                <c:pt idx="4467">
                  <c:v>7.2</c:v>
                </c:pt>
                <c:pt idx="4468">
                  <c:v>6.7</c:v>
                </c:pt>
                <c:pt idx="4469">
                  <c:v>7.5</c:v>
                </c:pt>
                <c:pt idx="4470">
                  <c:v>6.7</c:v>
                </c:pt>
                <c:pt idx="4471">
                  <c:v>5.6</c:v>
                </c:pt>
                <c:pt idx="4472">
                  <c:v>7.2</c:v>
                </c:pt>
                <c:pt idx="4473">
                  <c:v>6.2</c:v>
                </c:pt>
                <c:pt idx="4474">
                  <c:v>4</c:v>
                </c:pt>
                <c:pt idx="4476">
                  <c:v>8.1</c:v>
                </c:pt>
                <c:pt idx="4477">
                  <c:v>5.4</c:v>
                </c:pt>
                <c:pt idx="4478">
                  <c:v>5.9</c:v>
                </c:pt>
                <c:pt idx="4479">
                  <c:v>6.5</c:v>
                </c:pt>
                <c:pt idx="4480">
                  <c:v>7.1</c:v>
                </c:pt>
                <c:pt idx="4481">
                  <c:v>5.5</c:v>
                </c:pt>
                <c:pt idx="4482">
                  <c:v>5.6</c:v>
                </c:pt>
                <c:pt idx="4483">
                  <c:v>7</c:v>
                </c:pt>
                <c:pt idx="4484">
                  <c:v>3</c:v>
                </c:pt>
                <c:pt idx="4485">
                  <c:v>7.1</c:v>
                </c:pt>
                <c:pt idx="4486">
                  <c:v>6.3</c:v>
                </c:pt>
                <c:pt idx="4487">
                  <c:v>7.9</c:v>
                </c:pt>
                <c:pt idx="4488">
                  <c:v>8.5</c:v>
                </c:pt>
                <c:pt idx="4489">
                  <c:v>5.6</c:v>
                </c:pt>
                <c:pt idx="4490">
                  <c:v>5.3</c:v>
                </c:pt>
                <c:pt idx="4491">
                  <c:v>4.5</c:v>
                </c:pt>
                <c:pt idx="4492">
                  <c:v>7.2</c:v>
                </c:pt>
                <c:pt idx="4493">
                  <c:v>7.1</c:v>
                </c:pt>
                <c:pt idx="4494">
                  <c:v>6.1</c:v>
                </c:pt>
                <c:pt idx="4495">
                  <c:v>6.5</c:v>
                </c:pt>
                <c:pt idx="4496">
                  <c:v>6.6</c:v>
                </c:pt>
                <c:pt idx="4497">
                  <c:v>6</c:v>
                </c:pt>
                <c:pt idx="4498">
                  <c:v>8</c:v>
                </c:pt>
                <c:pt idx="4499">
                  <c:v>7.1</c:v>
                </c:pt>
                <c:pt idx="4500">
                  <c:v>6.8</c:v>
                </c:pt>
                <c:pt idx="4501">
                  <c:v>5.7</c:v>
                </c:pt>
                <c:pt idx="4502">
                  <c:v>6.2</c:v>
                </c:pt>
                <c:pt idx="4503">
                  <c:v>9.1999999999999993</c:v>
                </c:pt>
                <c:pt idx="4504">
                  <c:v>7.9</c:v>
                </c:pt>
                <c:pt idx="4505">
                  <c:v>8</c:v>
                </c:pt>
                <c:pt idx="4506">
                  <c:v>6.5</c:v>
                </c:pt>
                <c:pt idx="4507">
                  <c:v>6.9</c:v>
                </c:pt>
                <c:pt idx="4508">
                  <c:v>4.5999999999999996</c:v>
                </c:pt>
                <c:pt idx="4509">
                  <c:v>6.7</c:v>
                </c:pt>
                <c:pt idx="4510">
                  <c:v>6</c:v>
                </c:pt>
                <c:pt idx="4511">
                  <c:v>7.1</c:v>
                </c:pt>
                <c:pt idx="4512">
                  <c:v>6.4</c:v>
                </c:pt>
                <c:pt idx="4513">
                  <c:v>7</c:v>
                </c:pt>
                <c:pt idx="4514">
                  <c:v>8</c:v>
                </c:pt>
                <c:pt idx="4515">
                  <c:v>4.8</c:v>
                </c:pt>
                <c:pt idx="4516">
                  <c:v>5.8</c:v>
                </c:pt>
                <c:pt idx="4517">
                  <c:v>6.6</c:v>
                </c:pt>
                <c:pt idx="4518">
                  <c:v>7.1</c:v>
                </c:pt>
                <c:pt idx="4519">
                  <c:v>8.1</c:v>
                </c:pt>
                <c:pt idx="4520">
                  <c:v>1.6</c:v>
                </c:pt>
                <c:pt idx="4521">
                  <c:v>6.6</c:v>
                </c:pt>
                <c:pt idx="4522">
                  <c:v>5.8</c:v>
                </c:pt>
                <c:pt idx="4523">
                  <c:v>6.7</c:v>
                </c:pt>
                <c:pt idx="4524">
                  <c:v>7.4</c:v>
                </c:pt>
                <c:pt idx="4525">
                  <c:v>6.4</c:v>
                </c:pt>
                <c:pt idx="4526">
                  <c:v>6.5</c:v>
                </c:pt>
                <c:pt idx="4527">
                  <c:v>5.4</c:v>
                </c:pt>
                <c:pt idx="4528">
                  <c:v>7</c:v>
                </c:pt>
                <c:pt idx="4529">
                  <c:v>6.5</c:v>
                </c:pt>
                <c:pt idx="4530">
                  <c:v>6.5</c:v>
                </c:pt>
                <c:pt idx="4531">
                  <c:v>7.3</c:v>
                </c:pt>
                <c:pt idx="4532">
                  <c:v>5.6</c:v>
                </c:pt>
                <c:pt idx="4533">
                  <c:v>6.3</c:v>
                </c:pt>
                <c:pt idx="4534">
                  <c:v>6.6</c:v>
                </c:pt>
                <c:pt idx="4536">
                  <c:v>6.2</c:v>
                </c:pt>
                <c:pt idx="4537">
                  <c:v>5.5</c:v>
                </c:pt>
                <c:pt idx="4538">
                  <c:v>5.6</c:v>
                </c:pt>
                <c:pt idx="4539">
                  <c:v>5.6</c:v>
                </c:pt>
                <c:pt idx="4540">
                  <c:v>7.1</c:v>
                </c:pt>
                <c:pt idx="4541">
                  <c:v>6.9</c:v>
                </c:pt>
                <c:pt idx="4542">
                  <c:v>7.4</c:v>
                </c:pt>
                <c:pt idx="4543">
                  <c:v>7.3</c:v>
                </c:pt>
                <c:pt idx="4544">
                  <c:v>6.8</c:v>
                </c:pt>
                <c:pt idx="4545">
                  <c:v>7</c:v>
                </c:pt>
                <c:pt idx="4546">
                  <c:v>5.2</c:v>
                </c:pt>
                <c:pt idx="4547">
                  <c:v>5.7</c:v>
                </c:pt>
                <c:pt idx="4548">
                  <c:v>8</c:v>
                </c:pt>
                <c:pt idx="4549">
                  <c:v>6.2</c:v>
                </c:pt>
                <c:pt idx="4550">
                  <c:v>7.6</c:v>
                </c:pt>
                <c:pt idx="4552">
                  <c:v>5.4</c:v>
                </c:pt>
                <c:pt idx="4553">
                  <c:v>5.6</c:v>
                </c:pt>
                <c:pt idx="4554">
                  <c:v>5.3</c:v>
                </c:pt>
                <c:pt idx="4555">
                  <c:v>6.3</c:v>
                </c:pt>
                <c:pt idx="4556">
                  <c:v>6.2</c:v>
                </c:pt>
                <c:pt idx="4557">
                  <c:v>7.1</c:v>
                </c:pt>
                <c:pt idx="4558">
                  <c:v>7.4</c:v>
                </c:pt>
                <c:pt idx="4559">
                  <c:v>7.9</c:v>
                </c:pt>
                <c:pt idx="4560">
                  <c:v>5.3</c:v>
                </c:pt>
                <c:pt idx="4562">
                  <c:v>7.4</c:v>
                </c:pt>
                <c:pt idx="4563">
                  <c:v>5.7</c:v>
                </c:pt>
                <c:pt idx="4564">
                  <c:v>7.7</c:v>
                </c:pt>
                <c:pt idx="4565">
                  <c:v>5.5</c:v>
                </c:pt>
                <c:pt idx="4566">
                  <c:v>6.5</c:v>
                </c:pt>
                <c:pt idx="4567">
                  <c:v>5.5</c:v>
                </c:pt>
                <c:pt idx="4568">
                  <c:v>5.8</c:v>
                </c:pt>
                <c:pt idx="4569">
                  <c:v>7.2</c:v>
                </c:pt>
                <c:pt idx="4570">
                  <c:v>6.4</c:v>
                </c:pt>
                <c:pt idx="4571">
                  <c:v>6.7</c:v>
                </c:pt>
                <c:pt idx="4572">
                  <c:v>6.6</c:v>
                </c:pt>
                <c:pt idx="4573">
                  <c:v>5.5</c:v>
                </c:pt>
                <c:pt idx="4574">
                  <c:v>8</c:v>
                </c:pt>
                <c:pt idx="4575">
                  <c:v>6.1</c:v>
                </c:pt>
                <c:pt idx="4576">
                  <c:v>7.8</c:v>
                </c:pt>
                <c:pt idx="4577">
                  <c:v>7.7</c:v>
                </c:pt>
                <c:pt idx="4578">
                  <c:v>6.4</c:v>
                </c:pt>
                <c:pt idx="4579">
                  <c:v>7.6</c:v>
                </c:pt>
                <c:pt idx="4580">
                  <c:v>5.7</c:v>
                </c:pt>
                <c:pt idx="4581">
                  <c:v>7.4</c:v>
                </c:pt>
                <c:pt idx="4582">
                  <c:v>7.2</c:v>
                </c:pt>
                <c:pt idx="4583">
                  <c:v>8.4</c:v>
                </c:pt>
                <c:pt idx="4584">
                  <c:v>6.8</c:v>
                </c:pt>
                <c:pt idx="4585">
                  <c:v>6.6</c:v>
                </c:pt>
                <c:pt idx="4586">
                  <c:v>6.5</c:v>
                </c:pt>
                <c:pt idx="4587">
                  <c:v>7.6</c:v>
                </c:pt>
                <c:pt idx="4588">
                  <c:v>7.1</c:v>
                </c:pt>
                <c:pt idx="4589">
                  <c:v>7.2</c:v>
                </c:pt>
                <c:pt idx="4590">
                  <c:v>5.6</c:v>
                </c:pt>
                <c:pt idx="4591">
                  <c:v>5.2</c:v>
                </c:pt>
                <c:pt idx="4592">
                  <c:v>3.9</c:v>
                </c:pt>
                <c:pt idx="4594">
                  <c:v>6.8</c:v>
                </c:pt>
                <c:pt idx="4595">
                  <c:v>3.6</c:v>
                </c:pt>
                <c:pt idx="4596">
                  <c:v>7</c:v>
                </c:pt>
                <c:pt idx="4597">
                  <c:v>6.6</c:v>
                </c:pt>
                <c:pt idx="4598">
                  <c:v>6.9</c:v>
                </c:pt>
                <c:pt idx="4599">
                  <c:v>7.1</c:v>
                </c:pt>
                <c:pt idx="4600">
                  <c:v>6.6</c:v>
                </c:pt>
                <c:pt idx="4601">
                  <c:v>7.2</c:v>
                </c:pt>
                <c:pt idx="4602">
                  <c:v>6.1</c:v>
                </c:pt>
                <c:pt idx="4603">
                  <c:v>7.3</c:v>
                </c:pt>
                <c:pt idx="4604">
                  <c:v>6.6</c:v>
                </c:pt>
                <c:pt idx="4605">
                  <c:v>8.1</c:v>
                </c:pt>
                <c:pt idx="4606">
                  <c:v>6.7</c:v>
                </c:pt>
                <c:pt idx="4607">
                  <c:v>6.1</c:v>
                </c:pt>
                <c:pt idx="4608">
                  <c:v>6.4</c:v>
                </c:pt>
                <c:pt idx="4609">
                  <c:v>6.3</c:v>
                </c:pt>
                <c:pt idx="4610">
                  <c:v>7.4</c:v>
                </c:pt>
                <c:pt idx="4611">
                  <c:v>4.3</c:v>
                </c:pt>
                <c:pt idx="4612">
                  <c:v>5.8</c:v>
                </c:pt>
                <c:pt idx="4613">
                  <c:v>6.7</c:v>
                </c:pt>
                <c:pt idx="4614">
                  <c:v>6.1</c:v>
                </c:pt>
                <c:pt idx="4615">
                  <c:v>3.9</c:v>
                </c:pt>
                <c:pt idx="4616">
                  <c:v>7.3</c:v>
                </c:pt>
                <c:pt idx="4617">
                  <c:v>7</c:v>
                </c:pt>
                <c:pt idx="4618">
                  <c:v>6.6</c:v>
                </c:pt>
                <c:pt idx="4619">
                  <c:v>7.5</c:v>
                </c:pt>
                <c:pt idx="4620">
                  <c:v>7</c:v>
                </c:pt>
                <c:pt idx="4621">
                  <c:v>6.3</c:v>
                </c:pt>
                <c:pt idx="4622">
                  <c:v>8.1</c:v>
                </c:pt>
                <c:pt idx="4623">
                  <c:v>7.7</c:v>
                </c:pt>
                <c:pt idx="4624">
                  <c:v>4.2</c:v>
                </c:pt>
                <c:pt idx="4625">
                  <c:v>4.5999999999999996</c:v>
                </c:pt>
                <c:pt idx="4626">
                  <c:v>6.4</c:v>
                </c:pt>
                <c:pt idx="4627">
                  <c:v>5.4</c:v>
                </c:pt>
                <c:pt idx="4628">
                  <c:v>4.3</c:v>
                </c:pt>
                <c:pt idx="4629">
                  <c:v>7.6</c:v>
                </c:pt>
                <c:pt idx="4630">
                  <c:v>7.3</c:v>
                </c:pt>
                <c:pt idx="4631">
                  <c:v>7.4</c:v>
                </c:pt>
                <c:pt idx="4632">
                  <c:v>6.8</c:v>
                </c:pt>
                <c:pt idx="4633">
                  <c:v>6.5</c:v>
                </c:pt>
                <c:pt idx="4634">
                  <c:v>6.2</c:v>
                </c:pt>
                <c:pt idx="4635">
                  <c:v>8.6999999999999993</c:v>
                </c:pt>
                <c:pt idx="4636">
                  <c:v>6.5</c:v>
                </c:pt>
                <c:pt idx="4637">
                  <c:v>6.4</c:v>
                </c:pt>
                <c:pt idx="4639">
                  <c:v>6.2</c:v>
                </c:pt>
                <c:pt idx="4640">
                  <c:v>7.4</c:v>
                </c:pt>
                <c:pt idx="4642">
                  <c:v>6.5</c:v>
                </c:pt>
                <c:pt idx="4643">
                  <c:v>7</c:v>
                </c:pt>
                <c:pt idx="4644">
                  <c:v>6.7</c:v>
                </c:pt>
                <c:pt idx="4645">
                  <c:v>4.7</c:v>
                </c:pt>
                <c:pt idx="4646">
                  <c:v>5.7</c:v>
                </c:pt>
                <c:pt idx="4647">
                  <c:v>2.6</c:v>
                </c:pt>
                <c:pt idx="4648">
                  <c:v>6.5</c:v>
                </c:pt>
                <c:pt idx="4649">
                  <c:v>6.7</c:v>
                </c:pt>
                <c:pt idx="4650">
                  <c:v>4.8</c:v>
                </c:pt>
                <c:pt idx="4651">
                  <c:v>7.4</c:v>
                </c:pt>
                <c:pt idx="4652">
                  <c:v>6.1</c:v>
                </c:pt>
                <c:pt idx="4653">
                  <c:v>4.5</c:v>
                </c:pt>
                <c:pt idx="4654">
                  <c:v>5.5</c:v>
                </c:pt>
                <c:pt idx="4655">
                  <c:v>4.4000000000000004</c:v>
                </c:pt>
                <c:pt idx="4656">
                  <c:v>6.7</c:v>
                </c:pt>
                <c:pt idx="4657">
                  <c:v>7</c:v>
                </c:pt>
                <c:pt idx="4658">
                  <c:v>6.4</c:v>
                </c:pt>
                <c:pt idx="4659">
                  <c:v>8.6</c:v>
                </c:pt>
                <c:pt idx="4660">
                  <c:v>7.2</c:v>
                </c:pt>
                <c:pt idx="4661">
                  <c:v>7.4</c:v>
                </c:pt>
                <c:pt idx="4662">
                  <c:v>7.2</c:v>
                </c:pt>
                <c:pt idx="4663">
                  <c:v>5.5</c:v>
                </c:pt>
                <c:pt idx="4664">
                  <c:v>5.4</c:v>
                </c:pt>
                <c:pt idx="4665">
                  <c:v>6.2</c:v>
                </c:pt>
                <c:pt idx="4666">
                  <c:v>6.9</c:v>
                </c:pt>
                <c:pt idx="4667">
                  <c:v>8.3000000000000007</c:v>
                </c:pt>
                <c:pt idx="4668">
                  <c:v>7.5</c:v>
                </c:pt>
                <c:pt idx="4669">
                  <c:v>7</c:v>
                </c:pt>
                <c:pt idx="4670">
                  <c:v>7.1</c:v>
                </c:pt>
                <c:pt idx="4671">
                  <c:v>6.6</c:v>
                </c:pt>
                <c:pt idx="4672">
                  <c:v>6.6</c:v>
                </c:pt>
                <c:pt idx="4673">
                  <c:v>7.4</c:v>
                </c:pt>
                <c:pt idx="4674">
                  <c:v>7.2</c:v>
                </c:pt>
                <c:pt idx="4675">
                  <c:v>7.1</c:v>
                </c:pt>
                <c:pt idx="4676">
                  <c:v>5.4</c:v>
                </c:pt>
                <c:pt idx="4677">
                  <c:v>7.9</c:v>
                </c:pt>
                <c:pt idx="4678">
                  <c:v>7</c:v>
                </c:pt>
                <c:pt idx="4679">
                  <c:v>7.3</c:v>
                </c:pt>
                <c:pt idx="4680">
                  <c:v>6.7</c:v>
                </c:pt>
                <c:pt idx="4681">
                  <c:v>6.3</c:v>
                </c:pt>
                <c:pt idx="4682">
                  <c:v>6.7</c:v>
                </c:pt>
                <c:pt idx="4683">
                  <c:v>5.5</c:v>
                </c:pt>
                <c:pt idx="4684">
                  <c:v>6.3</c:v>
                </c:pt>
                <c:pt idx="4685">
                  <c:v>6.7</c:v>
                </c:pt>
                <c:pt idx="4686">
                  <c:v>8.4</c:v>
                </c:pt>
                <c:pt idx="4687">
                  <c:v>6</c:v>
                </c:pt>
                <c:pt idx="4688">
                  <c:v>6.4</c:v>
                </c:pt>
                <c:pt idx="4689">
                  <c:v>5.4</c:v>
                </c:pt>
                <c:pt idx="4690">
                  <c:v>5.9</c:v>
                </c:pt>
                <c:pt idx="4691">
                  <c:v>7.4</c:v>
                </c:pt>
                <c:pt idx="4692">
                  <c:v>4.7</c:v>
                </c:pt>
                <c:pt idx="4693">
                  <c:v>7.9</c:v>
                </c:pt>
                <c:pt idx="4694">
                  <c:v>5.7</c:v>
                </c:pt>
                <c:pt idx="4695">
                  <c:v>6.9</c:v>
                </c:pt>
                <c:pt idx="4696">
                  <c:v>7</c:v>
                </c:pt>
                <c:pt idx="4697">
                  <c:v>7.2</c:v>
                </c:pt>
                <c:pt idx="4698">
                  <c:v>6.3</c:v>
                </c:pt>
                <c:pt idx="4699">
                  <c:v>4.3</c:v>
                </c:pt>
                <c:pt idx="4700">
                  <c:v>6.2</c:v>
                </c:pt>
                <c:pt idx="4701">
                  <c:v>7.5</c:v>
                </c:pt>
                <c:pt idx="4702">
                  <c:v>6.4</c:v>
                </c:pt>
                <c:pt idx="4703">
                  <c:v>7.7</c:v>
                </c:pt>
                <c:pt idx="4704">
                  <c:v>7.2</c:v>
                </c:pt>
                <c:pt idx="4705">
                  <c:v>6.9</c:v>
                </c:pt>
                <c:pt idx="4706">
                  <c:v>5.5</c:v>
                </c:pt>
                <c:pt idx="4707">
                  <c:v>7.8</c:v>
                </c:pt>
                <c:pt idx="4708">
                  <c:v>7.2</c:v>
                </c:pt>
                <c:pt idx="4709">
                  <c:v>6.6</c:v>
                </c:pt>
                <c:pt idx="4710">
                  <c:v>5.5</c:v>
                </c:pt>
                <c:pt idx="4711">
                  <c:v>7.5</c:v>
                </c:pt>
                <c:pt idx="4712">
                  <c:v>4.4000000000000004</c:v>
                </c:pt>
                <c:pt idx="4713">
                  <c:v>5.0999999999999996</c:v>
                </c:pt>
                <c:pt idx="4714">
                  <c:v>5.5</c:v>
                </c:pt>
                <c:pt idx="4715">
                  <c:v>5.7</c:v>
                </c:pt>
                <c:pt idx="4716">
                  <c:v>6.6</c:v>
                </c:pt>
                <c:pt idx="4717">
                  <c:v>6.2</c:v>
                </c:pt>
                <c:pt idx="4718">
                  <c:v>7.4</c:v>
                </c:pt>
                <c:pt idx="4719">
                  <c:v>6.9</c:v>
                </c:pt>
                <c:pt idx="4720">
                  <c:v>6.5</c:v>
                </c:pt>
                <c:pt idx="4721">
                  <c:v>8.1</c:v>
                </c:pt>
                <c:pt idx="4722">
                  <c:v>7.4</c:v>
                </c:pt>
                <c:pt idx="4723">
                  <c:v>7</c:v>
                </c:pt>
                <c:pt idx="4724">
                  <c:v>6.1</c:v>
                </c:pt>
                <c:pt idx="4725">
                  <c:v>6.2</c:v>
                </c:pt>
                <c:pt idx="4726">
                  <c:v>7.4</c:v>
                </c:pt>
                <c:pt idx="4727">
                  <c:v>7.3</c:v>
                </c:pt>
                <c:pt idx="4728">
                  <c:v>4.5999999999999996</c:v>
                </c:pt>
                <c:pt idx="4729">
                  <c:v>5.3</c:v>
                </c:pt>
                <c:pt idx="4730">
                  <c:v>6.6</c:v>
                </c:pt>
                <c:pt idx="4731">
                  <c:v>6.8</c:v>
                </c:pt>
                <c:pt idx="4732">
                  <c:v>6.9</c:v>
                </c:pt>
                <c:pt idx="4733">
                  <c:v>4.7</c:v>
                </c:pt>
                <c:pt idx="4734">
                  <c:v>7.9</c:v>
                </c:pt>
                <c:pt idx="4735">
                  <c:v>6.8</c:v>
                </c:pt>
                <c:pt idx="4736">
                  <c:v>7.4</c:v>
                </c:pt>
                <c:pt idx="4737">
                  <c:v>5.5</c:v>
                </c:pt>
                <c:pt idx="4738">
                  <c:v>7.4</c:v>
                </c:pt>
                <c:pt idx="4739">
                  <c:v>5.5</c:v>
                </c:pt>
                <c:pt idx="4740">
                  <c:v>6.9</c:v>
                </c:pt>
                <c:pt idx="4741">
                  <c:v>6.3</c:v>
                </c:pt>
                <c:pt idx="4742">
                  <c:v>6.7</c:v>
                </c:pt>
                <c:pt idx="4743">
                  <c:v>4.8</c:v>
                </c:pt>
                <c:pt idx="4744">
                  <c:v>3.9</c:v>
                </c:pt>
                <c:pt idx="4745">
                  <c:v>6.6</c:v>
                </c:pt>
                <c:pt idx="4746">
                  <c:v>4.2</c:v>
                </c:pt>
                <c:pt idx="4747">
                  <c:v>6.3</c:v>
                </c:pt>
                <c:pt idx="4748">
                  <c:v>5.4</c:v>
                </c:pt>
                <c:pt idx="4749">
                  <c:v>6.6</c:v>
                </c:pt>
                <c:pt idx="4750">
                  <c:v>6.3</c:v>
                </c:pt>
                <c:pt idx="4751">
                  <c:v>6.5</c:v>
                </c:pt>
                <c:pt idx="4752">
                  <c:v>7</c:v>
                </c:pt>
                <c:pt idx="4753">
                  <c:v>7.5</c:v>
                </c:pt>
                <c:pt idx="4754">
                  <c:v>5.3</c:v>
                </c:pt>
                <c:pt idx="4755">
                  <c:v>7.5</c:v>
                </c:pt>
                <c:pt idx="4756">
                  <c:v>7.8</c:v>
                </c:pt>
                <c:pt idx="4757">
                  <c:v>6.4</c:v>
                </c:pt>
                <c:pt idx="4758">
                  <c:v>5.0999999999999996</c:v>
                </c:pt>
                <c:pt idx="4759">
                  <c:v>5.6</c:v>
                </c:pt>
                <c:pt idx="4760">
                  <c:v>7</c:v>
                </c:pt>
                <c:pt idx="4761">
                  <c:v>5.3</c:v>
                </c:pt>
                <c:pt idx="4762">
                  <c:v>7.7</c:v>
                </c:pt>
                <c:pt idx="4763">
                  <c:v>7.5</c:v>
                </c:pt>
                <c:pt idx="4764">
                  <c:v>6.1</c:v>
                </c:pt>
                <c:pt idx="4765">
                  <c:v>5.6</c:v>
                </c:pt>
                <c:pt idx="4766">
                  <c:v>6.1</c:v>
                </c:pt>
                <c:pt idx="4767">
                  <c:v>6.5</c:v>
                </c:pt>
                <c:pt idx="4768">
                  <c:v>6.2</c:v>
                </c:pt>
                <c:pt idx="4769">
                  <c:v>6.5</c:v>
                </c:pt>
                <c:pt idx="4770">
                  <c:v>4.8</c:v>
                </c:pt>
                <c:pt idx="4771">
                  <c:v>6.7</c:v>
                </c:pt>
                <c:pt idx="4772">
                  <c:v>4.4000000000000004</c:v>
                </c:pt>
                <c:pt idx="4773">
                  <c:v>7</c:v>
                </c:pt>
                <c:pt idx="4774">
                  <c:v>7</c:v>
                </c:pt>
                <c:pt idx="4775">
                  <c:v>7.3</c:v>
                </c:pt>
                <c:pt idx="4776">
                  <c:v>7.7</c:v>
                </c:pt>
                <c:pt idx="4777">
                  <c:v>7.1</c:v>
                </c:pt>
                <c:pt idx="4778">
                  <c:v>4.3</c:v>
                </c:pt>
                <c:pt idx="4779">
                  <c:v>6.9</c:v>
                </c:pt>
                <c:pt idx="4780">
                  <c:v>7.2</c:v>
                </c:pt>
                <c:pt idx="4781">
                  <c:v>7.7</c:v>
                </c:pt>
                <c:pt idx="4782">
                  <c:v>5.4</c:v>
                </c:pt>
                <c:pt idx="4783">
                  <c:v>6.2</c:v>
                </c:pt>
                <c:pt idx="4784">
                  <c:v>5.4</c:v>
                </c:pt>
                <c:pt idx="4785">
                  <c:v>3.4</c:v>
                </c:pt>
                <c:pt idx="4786">
                  <c:v>6</c:v>
                </c:pt>
                <c:pt idx="4787">
                  <c:v>6.5</c:v>
                </c:pt>
                <c:pt idx="4788">
                  <c:v>5.7</c:v>
                </c:pt>
                <c:pt idx="4789">
                  <c:v>6.3</c:v>
                </c:pt>
                <c:pt idx="4790">
                  <c:v>6.6</c:v>
                </c:pt>
                <c:pt idx="4791">
                  <c:v>8.1999999999999993</c:v>
                </c:pt>
                <c:pt idx="4792">
                  <c:v>6.2</c:v>
                </c:pt>
                <c:pt idx="4793">
                  <c:v>5.2</c:v>
                </c:pt>
                <c:pt idx="4794">
                  <c:v>6.1</c:v>
                </c:pt>
                <c:pt idx="4795">
                  <c:v>7.2</c:v>
                </c:pt>
                <c:pt idx="4796">
                  <c:v>5.9</c:v>
                </c:pt>
                <c:pt idx="4797">
                  <c:v>6.5</c:v>
                </c:pt>
                <c:pt idx="4798">
                  <c:v>6.7</c:v>
                </c:pt>
                <c:pt idx="4799">
                  <c:v>5.3</c:v>
                </c:pt>
                <c:pt idx="4800">
                  <c:v>6.8</c:v>
                </c:pt>
                <c:pt idx="4801">
                  <c:v>7.6</c:v>
                </c:pt>
                <c:pt idx="4802">
                  <c:v>7.7</c:v>
                </c:pt>
                <c:pt idx="4803">
                  <c:v>7.2</c:v>
                </c:pt>
                <c:pt idx="4804">
                  <c:v>4.7</c:v>
                </c:pt>
                <c:pt idx="4805">
                  <c:v>6.5</c:v>
                </c:pt>
                <c:pt idx="4806">
                  <c:v>6.1</c:v>
                </c:pt>
                <c:pt idx="4807">
                  <c:v>4.2</c:v>
                </c:pt>
                <c:pt idx="4808">
                  <c:v>5.2</c:v>
                </c:pt>
                <c:pt idx="4809">
                  <c:v>5.6</c:v>
                </c:pt>
                <c:pt idx="4810">
                  <c:v>5.2</c:v>
                </c:pt>
                <c:pt idx="4811">
                  <c:v>6.5</c:v>
                </c:pt>
                <c:pt idx="4812">
                  <c:v>4.3</c:v>
                </c:pt>
                <c:pt idx="4813">
                  <c:v>7.5</c:v>
                </c:pt>
                <c:pt idx="4814">
                  <c:v>6.6</c:v>
                </c:pt>
                <c:pt idx="4815">
                  <c:v>4.0999999999999996</c:v>
                </c:pt>
                <c:pt idx="4816">
                  <c:v>7.8</c:v>
                </c:pt>
                <c:pt idx="4817">
                  <c:v>7.9</c:v>
                </c:pt>
                <c:pt idx="4818">
                  <c:v>6.2</c:v>
                </c:pt>
                <c:pt idx="4819">
                  <c:v>6.3</c:v>
                </c:pt>
                <c:pt idx="4820">
                  <c:v>8.1</c:v>
                </c:pt>
                <c:pt idx="4821">
                  <c:v>5.5</c:v>
                </c:pt>
                <c:pt idx="4822">
                  <c:v>6.1</c:v>
                </c:pt>
                <c:pt idx="4823">
                  <c:v>5.5</c:v>
                </c:pt>
                <c:pt idx="4824">
                  <c:v>5.8</c:v>
                </c:pt>
                <c:pt idx="4825">
                  <c:v>6.9</c:v>
                </c:pt>
                <c:pt idx="4826">
                  <c:v>6.9</c:v>
                </c:pt>
                <c:pt idx="4827">
                  <c:v>5.9</c:v>
                </c:pt>
                <c:pt idx="4829">
                  <c:v>5.2</c:v>
                </c:pt>
                <c:pt idx="4830">
                  <c:v>4.8</c:v>
                </c:pt>
                <c:pt idx="4831">
                  <c:v>7.8</c:v>
                </c:pt>
                <c:pt idx="4832">
                  <c:v>7.6</c:v>
                </c:pt>
                <c:pt idx="4833">
                  <c:v>5.4</c:v>
                </c:pt>
                <c:pt idx="4834">
                  <c:v>6.8</c:v>
                </c:pt>
                <c:pt idx="4835">
                  <c:v>5.6</c:v>
                </c:pt>
                <c:pt idx="4836">
                  <c:v>5.5</c:v>
                </c:pt>
                <c:pt idx="4837">
                  <c:v>6.8</c:v>
                </c:pt>
                <c:pt idx="4838">
                  <c:v>6.1</c:v>
                </c:pt>
                <c:pt idx="4839">
                  <c:v>6.1</c:v>
                </c:pt>
                <c:pt idx="4840">
                  <c:v>4.4000000000000004</c:v>
                </c:pt>
                <c:pt idx="4841">
                  <c:v>7.3</c:v>
                </c:pt>
                <c:pt idx="4842">
                  <c:v>7.2</c:v>
                </c:pt>
                <c:pt idx="4843">
                  <c:v>7.9</c:v>
                </c:pt>
                <c:pt idx="4844">
                  <c:v>6</c:v>
                </c:pt>
                <c:pt idx="4845">
                  <c:v>6.4</c:v>
                </c:pt>
                <c:pt idx="4846">
                  <c:v>6.8</c:v>
                </c:pt>
                <c:pt idx="4847">
                  <c:v>6.5</c:v>
                </c:pt>
                <c:pt idx="4848">
                  <c:v>5.0999999999999996</c:v>
                </c:pt>
                <c:pt idx="4849">
                  <c:v>5.4</c:v>
                </c:pt>
                <c:pt idx="4850">
                  <c:v>5.5</c:v>
                </c:pt>
                <c:pt idx="4851">
                  <c:v>5.4</c:v>
                </c:pt>
                <c:pt idx="4852">
                  <c:v>6.8</c:v>
                </c:pt>
                <c:pt idx="4853">
                  <c:v>8.8000000000000007</c:v>
                </c:pt>
                <c:pt idx="4854">
                  <c:v>5.0999999999999996</c:v>
                </c:pt>
                <c:pt idx="4856">
                  <c:v>4.5</c:v>
                </c:pt>
                <c:pt idx="4857">
                  <c:v>2.2999999999999998</c:v>
                </c:pt>
                <c:pt idx="4858">
                  <c:v>6.3</c:v>
                </c:pt>
                <c:pt idx="4859">
                  <c:v>7.3</c:v>
                </c:pt>
                <c:pt idx="4860">
                  <c:v>7</c:v>
                </c:pt>
                <c:pt idx="4861">
                  <c:v>5.0999999999999996</c:v>
                </c:pt>
                <c:pt idx="4862">
                  <c:v>5.5</c:v>
                </c:pt>
                <c:pt idx="4863">
                  <c:v>6.5</c:v>
                </c:pt>
                <c:pt idx="4864">
                  <c:v>7.5</c:v>
                </c:pt>
                <c:pt idx="4865">
                  <c:v>5.5</c:v>
                </c:pt>
                <c:pt idx="4866">
                  <c:v>6.1</c:v>
                </c:pt>
                <c:pt idx="4867">
                  <c:v>4.7</c:v>
                </c:pt>
                <c:pt idx="4868">
                  <c:v>6.8</c:v>
                </c:pt>
                <c:pt idx="4869">
                  <c:v>6.9</c:v>
                </c:pt>
                <c:pt idx="4870">
                  <c:v>5.9</c:v>
                </c:pt>
                <c:pt idx="4871">
                  <c:v>5.2</c:v>
                </c:pt>
                <c:pt idx="4872">
                  <c:v>6.9</c:v>
                </c:pt>
                <c:pt idx="4873">
                  <c:v>7.2</c:v>
                </c:pt>
                <c:pt idx="4874">
                  <c:v>6.8</c:v>
                </c:pt>
                <c:pt idx="4875">
                  <c:v>6.8</c:v>
                </c:pt>
                <c:pt idx="4876">
                  <c:v>6.8</c:v>
                </c:pt>
                <c:pt idx="4878">
                  <c:v>5.2</c:v>
                </c:pt>
                <c:pt idx="4879">
                  <c:v>5.8</c:v>
                </c:pt>
                <c:pt idx="4880">
                  <c:v>6.4</c:v>
                </c:pt>
                <c:pt idx="4881">
                  <c:v>5.0999999999999996</c:v>
                </c:pt>
                <c:pt idx="4882">
                  <c:v>7.2</c:v>
                </c:pt>
                <c:pt idx="4883">
                  <c:v>6.7</c:v>
                </c:pt>
                <c:pt idx="4884">
                  <c:v>7.5</c:v>
                </c:pt>
                <c:pt idx="4885">
                  <c:v>4.7</c:v>
                </c:pt>
                <c:pt idx="4886">
                  <c:v>7.1</c:v>
                </c:pt>
                <c:pt idx="4887">
                  <c:v>5.5</c:v>
                </c:pt>
                <c:pt idx="4888">
                  <c:v>7</c:v>
                </c:pt>
                <c:pt idx="4889">
                  <c:v>1.8</c:v>
                </c:pt>
                <c:pt idx="4890">
                  <c:v>6.8</c:v>
                </c:pt>
                <c:pt idx="4891">
                  <c:v>6.3</c:v>
                </c:pt>
                <c:pt idx="4892">
                  <c:v>8</c:v>
                </c:pt>
                <c:pt idx="4894">
                  <c:v>6.2</c:v>
                </c:pt>
                <c:pt idx="4895">
                  <c:v>6.2</c:v>
                </c:pt>
                <c:pt idx="4896">
                  <c:v>8.6</c:v>
                </c:pt>
                <c:pt idx="4897">
                  <c:v>6.5</c:v>
                </c:pt>
                <c:pt idx="4898">
                  <c:v>6.5</c:v>
                </c:pt>
                <c:pt idx="4899">
                  <c:v>6.5</c:v>
                </c:pt>
                <c:pt idx="4900">
                  <c:v>5.7</c:v>
                </c:pt>
                <c:pt idx="4902">
                  <c:v>6.4</c:v>
                </c:pt>
                <c:pt idx="4903">
                  <c:v>6.2</c:v>
                </c:pt>
                <c:pt idx="4904">
                  <c:v>6.5</c:v>
                </c:pt>
                <c:pt idx="4906">
                  <c:v>7.4</c:v>
                </c:pt>
                <c:pt idx="4907">
                  <c:v>7</c:v>
                </c:pt>
                <c:pt idx="4908">
                  <c:v>6.7</c:v>
                </c:pt>
                <c:pt idx="4909">
                  <c:v>2.5</c:v>
                </c:pt>
                <c:pt idx="4910">
                  <c:v>6.7</c:v>
                </c:pt>
                <c:pt idx="4911">
                  <c:v>7</c:v>
                </c:pt>
                <c:pt idx="4912">
                  <c:v>4.4000000000000004</c:v>
                </c:pt>
                <c:pt idx="4913">
                  <c:v>3.9</c:v>
                </c:pt>
                <c:pt idx="4914">
                  <c:v>5.3</c:v>
                </c:pt>
                <c:pt idx="4915">
                  <c:v>6.2</c:v>
                </c:pt>
                <c:pt idx="4916">
                  <c:v>5.5</c:v>
                </c:pt>
                <c:pt idx="4917">
                  <c:v>6.7</c:v>
                </c:pt>
                <c:pt idx="4918">
                  <c:v>6.6</c:v>
                </c:pt>
                <c:pt idx="4919">
                  <c:v>8.3000000000000007</c:v>
                </c:pt>
                <c:pt idx="4920">
                  <c:v>6.2</c:v>
                </c:pt>
                <c:pt idx="4921">
                  <c:v>3.4</c:v>
                </c:pt>
                <c:pt idx="4922">
                  <c:v>7.5</c:v>
                </c:pt>
                <c:pt idx="4923">
                  <c:v>5.6</c:v>
                </c:pt>
                <c:pt idx="4924">
                  <c:v>7</c:v>
                </c:pt>
                <c:pt idx="4925">
                  <c:v>5.0999999999999996</c:v>
                </c:pt>
                <c:pt idx="4926">
                  <c:v>6.9</c:v>
                </c:pt>
                <c:pt idx="4927">
                  <c:v>5.7</c:v>
                </c:pt>
                <c:pt idx="4928">
                  <c:v>7.9</c:v>
                </c:pt>
                <c:pt idx="4929">
                  <c:v>5.7</c:v>
                </c:pt>
                <c:pt idx="4930">
                  <c:v>5.9</c:v>
                </c:pt>
                <c:pt idx="4931">
                  <c:v>5.5</c:v>
                </c:pt>
                <c:pt idx="4932">
                  <c:v>6.3</c:v>
                </c:pt>
                <c:pt idx="4933">
                  <c:v>6.2</c:v>
                </c:pt>
                <c:pt idx="4934">
                  <c:v>4.9000000000000004</c:v>
                </c:pt>
                <c:pt idx="4935">
                  <c:v>5.3</c:v>
                </c:pt>
                <c:pt idx="4936">
                  <c:v>6.4</c:v>
                </c:pt>
                <c:pt idx="4937">
                  <c:v>6.4</c:v>
                </c:pt>
                <c:pt idx="4938">
                  <c:v>6.3</c:v>
                </c:pt>
                <c:pt idx="4939">
                  <c:v>6</c:v>
                </c:pt>
                <c:pt idx="4940">
                  <c:v>5.8</c:v>
                </c:pt>
                <c:pt idx="4941">
                  <c:v>4.9000000000000004</c:v>
                </c:pt>
                <c:pt idx="4942">
                  <c:v>5.2</c:v>
                </c:pt>
                <c:pt idx="4943">
                  <c:v>5.3</c:v>
                </c:pt>
                <c:pt idx="4944">
                  <c:v>8.4</c:v>
                </c:pt>
                <c:pt idx="4945">
                  <c:v>7.1</c:v>
                </c:pt>
                <c:pt idx="4946">
                  <c:v>8.1</c:v>
                </c:pt>
                <c:pt idx="4947">
                  <c:v>5.8</c:v>
                </c:pt>
                <c:pt idx="4948">
                  <c:v>5.0999999999999996</c:v>
                </c:pt>
                <c:pt idx="4949">
                  <c:v>4.4000000000000004</c:v>
                </c:pt>
                <c:pt idx="4950">
                  <c:v>6.2</c:v>
                </c:pt>
                <c:pt idx="4951">
                  <c:v>5.9</c:v>
                </c:pt>
                <c:pt idx="4952">
                  <c:v>7.1</c:v>
                </c:pt>
                <c:pt idx="4953">
                  <c:v>5.5</c:v>
                </c:pt>
                <c:pt idx="4954">
                  <c:v>6.9</c:v>
                </c:pt>
                <c:pt idx="4955">
                  <c:v>6.9</c:v>
                </c:pt>
                <c:pt idx="4956">
                  <c:v>6.3</c:v>
                </c:pt>
                <c:pt idx="4957">
                  <c:v>6.6</c:v>
                </c:pt>
                <c:pt idx="4958">
                  <c:v>6.9</c:v>
                </c:pt>
                <c:pt idx="4959">
                  <c:v>6.5</c:v>
                </c:pt>
                <c:pt idx="4960">
                  <c:v>6.1</c:v>
                </c:pt>
                <c:pt idx="4961">
                  <c:v>8.3000000000000007</c:v>
                </c:pt>
                <c:pt idx="4962">
                  <c:v>5</c:v>
                </c:pt>
                <c:pt idx="4963">
                  <c:v>5.5</c:v>
                </c:pt>
                <c:pt idx="4964">
                  <c:v>5.9</c:v>
                </c:pt>
                <c:pt idx="4965">
                  <c:v>5.7</c:v>
                </c:pt>
                <c:pt idx="4966">
                  <c:v>4.5999999999999996</c:v>
                </c:pt>
                <c:pt idx="4967">
                  <c:v>6.7</c:v>
                </c:pt>
                <c:pt idx="4968">
                  <c:v>6.9</c:v>
                </c:pt>
                <c:pt idx="4969">
                  <c:v>7.4</c:v>
                </c:pt>
                <c:pt idx="4970">
                  <c:v>4.5</c:v>
                </c:pt>
                <c:pt idx="4971">
                  <c:v>6.7</c:v>
                </c:pt>
                <c:pt idx="4972">
                  <c:v>7</c:v>
                </c:pt>
                <c:pt idx="4973">
                  <c:v>5.3</c:v>
                </c:pt>
                <c:pt idx="4974">
                  <c:v>6.5</c:v>
                </c:pt>
                <c:pt idx="4975">
                  <c:v>6.5</c:v>
                </c:pt>
                <c:pt idx="4976">
                  <c:v>4.4000000000000004</c:v>
                </c:pt>
                <c:pt idx="4977">
                  <c:v>7.6</c:v>
                </c:pt>
                <c:pt idx="4978">
                  <c:v>5.3</c:v>
                </c:pt>
                <c:pt idx="4979">
                  <c:v>5.6</c:v>
                </c:pt>
                <c:pt idx="4980">
                  <c:v>7.2</c:v>
                </c:pt>
                <c:pt idx="4981">
                  <c:v>5.3</c:v>
                </c:pt>
                <c:pt idx="4982">
                  <c:v>6.6</c:v>
                </c:pt>
                <c:pt idx="4983">
                  <c:v>7.8</c:v>
                </c:pt>
                <c:pt idx="4984">
                  <c:v>6</c:v>
                </c:pt>
                <c:pt idx="4985">
                  <c:v>5</c:v>
                </c:pt>
                <c:pt idx="4986">
                  <c:v>6.1</c:v>
                </c:pt>
                <c:pt idx="4987">
                  <c:v>7.2</c:v>
                </c:pt>
                <c:pt idx="4988">
                  <c:v>5.4</c:v>
                </c:pt>
                <c:pt idx="4989">
                  <c:v>5.6</c:v>
                </c:pt>
                <c:pt idx="4990">
                  <c:v>5.6</c:v>
                </c:pt>
                <c:pt idx="4991">
                  <c:v>4.2</c:v>
                </c:pt>
                <c:pt idx="4992">
                  <c:v>6</c:v>
                </c:pt>
                <c:pt idx="4993">
                  <c:v>5.3</c:v>
                </c:pt>
                <c:pt idx="4994">
                  <c:v>7.5</c:v>
                </c:pt>
                <c:pt idx="4995">
                  <c:v>5.3</c:v>
                </c:pt>
                <c:pt idx="4996">
                  <c:v>6.8</c:v>
                </c:pt>
                <c:pt idx="4997">
                  <c:v>4</c:v>
                </c:pt>
                <c:pt idx="4998">
                  <c:v>6.4</c:v>
                </c:pt>
                <c:pt idx="4999">
                  <c:v>5.3</c:v>
                </c:pt>
                <c:pt idx="5000">
                  <c:v>7.5</c:v>
                </c:pt>
                <c:pt idx="5001">
                  <c:v>6.6</c:v>
                </c:pt>
                <c:pt idx="5002">
                  <c:v>6.9</c:v>
                </c:pt>
                <c:pt idx="5003">
                  <c:v>6.8</c:v>
                </c:pt>
                <c:pt idx="5004">
                  <c:v>7.4</c:v>
                </c:pt>
                <c:pt idx="5005">
                  <c:v>5.4</c:v>
                </c:pt>
                <c:pt idx="5006">
                  <c:v>5.9</c:v>
                </c:pt>
                <c:pt idx="5007">
                  <c:v>6.1</c:v>
                </c:pt>
                <c:pt idx="5008">
                  <c:v>5.0999999999999996</c:v>
                </c:pt>
                <c:pt idx="5009">
                  <c:v>4.4000000000000004</c:v>
                </c:pt>
                <c:pt idx="5011">
                  <c:v>8</c:v>
                </c:pt>
                <c:pt idx="5012">
                  <c:v>4.9000000000000004</c:v>
                </c:pt>
                <c:pt idx="5013">
                  <c:v>6.7</c:v>
                </c:pt>
                <c:pt idx="5014">
                  <c:v>6.3</c:v>
                </c:pt>
                <c:pt idx="5015">
                  <c:v>6.6</c:v>
                </c:pt>
                <c:pt idx="5016">
                  <c:v>5.8</c:v>
                </c:pt>
                <c:pt idx="5017">
                  <c:v>4.2</c:v>
                </c:pt>
                <c:pt idx="5018">
                  <c:v>6.2</c:v>
                </c:pt>
                <c:pt idx="5019">
                  <c:v>6.8</c:v>
                </c:pt>
                <c:pt idx="5020">
                  <c:v>8.1</c:v>
                </c:pt>
                <c:pt idx="5021">
                  <c:v>3.9</c:v>
                </c:pt>
                <c:pt idx="5022">
                  <c:v>6.4</c:v>
                </c:pt>
                <c:pt idx="5023">
                  <c:v>7.4</c:v>
                </c:pt>
                <c:pt idx="5024">
                  <c:v>7.7</c:v>
                </c:pt>
                <c:pt idx="5025">
                  <c:v>5.7</c:v>
                </c:pt>
                <c:pt idx="5026">
                  <c:v>7.5</c:v>
                </c:pt>
                <c:pt idx="5027">
                  <c:v>6.5</c:v>
                </c:pt>
                <c:pt idx="5028">
                  <c:v>4.4000000000000004</c:v>
                </c:pt>
                <c:pt idx="5029">
                  <c:v>8.1999999999999993</c:v>
                </c:pt>
                <c:pt idx="5030">
                  <c:v>5.6</c:v>
                </c:pt>
                <c:pt idx="5031">
                  <c:v>7</c:v>
                </c:pt>
                <c:pt idx="5032">
                  <c:v>7.1</c:v>
                </c:pt>
                <c:pt idx="5033">
                  <c:v>6.6</c:v>
                </c:pt>
                <c:pt idx="5034">
                  <c:v>6.6</c:v>
                </c:pt>
                <c:pt idx="5035">
                  <c:v>5.3</c:v>
                </c:pt>
                <c:pt idx="5036">
                  <c:v>5.8</c:v>
                </c:pt>
                <c:pt idx="5037">
                  <c:v>7.2</c:v>
                </c:pt>
                <c:pt idx="5038">
                  <c:v>5.2</c:v>
                </c:pt>
                <c:pt idx="5039">
                  <c:v>3</c:v>
                </c:pt>
                <c:pt idx="5041">
                  <c:v>7.2</c:v>
                </c:pt>
                <c:pt idx="5042">
                  <c:v>5.3</c:v>
                </c:pt>
                <c:pt idx="5043">
                  <c:v>6.2</c:v>
                </c:pt>
                <c:pt idx="5044">
                  <c:v>6.3</c:v>
                </c:pt>
                <c:pt idx="5045">
                  <c:v>5.9</c:v>
                </c:pt>
                <c:pt idx="5046">
                  <c:v>7.1</c:v>
                </c:pt>
                <c:pt idx="5047">
                  <c:v>6.1</c:v>
                </c:pt>
                <c:pt idx="5048">
                  <c:v>6.2</c:v>
                </c:pt>
                <c:pt idx="5049">
                  <c:v>3.9</c:v>
                </c:pt>
                <c:pt idx="5050">
                  <c:v>5.4</c:v>
                </c:pt>
                <c:pt idx="5051">
                  <c:v>6.5</c:v>
                </c:pt>
                <c:pt idx="5052">
                  <c:v>6.4</c:v>
                </c:pt>
                <c:pt idx="5053">
                  <c:v>7.3</c:v>
                </c:pt>
                <c:pt idx="5054">
                  <c:v>7</c:v>
                </c:pt>
                <c:pt idx="5055">
                  <c:v>5.3</c:v>
                </c:pt>
                <c:pt idx="5057">
                  <c:v>7.5</c:v>
                </c:pt>
                <c:pt idx="5058">
                  <c:v>6.6</c:v>
                </c:pt>
                <c:pt idx="5059">
                  <c:v>3.7</c:v>
                </c:pt>
                <c:pt idx="5060">
                  <c:v>6.1</c:v>
                </c:pt>
                <c:pt idx="5061">
                  <c:v>7</c:v>
                </c:pt>
                <c:pt idx="5062">
                  <c:v>5</c:v>
                </c:pt>
                <c:pt idx="5063">
                  <c:v>6.7</c:v>
                </c:pt>
                <c:pt idx="5064">
                  <c:v>4.3</c:v>
                </c:pt>
                <c:pt idx="5065">
                  <c:v>3.8</c:v>
                </c:pt>
                <c:pt idx="5066">
                  <c:v>6</c:v>
                </c:pt>
                <c:pt idx="5067">
                  <c:v>6.8</c:v>
                </c:pt>
                <c:pt idx="5068">
                  <c:v>5.5</c:v>
                </c:pt>
                <c:pt idx="5069">
                  <c:v>5.4</c:v>
                </c:pt>
                <c:pt idx="5070">
                  <c:v>6.9</c:v>
                </c:pt>
                <c:pt idx="5071">
                  <c:v>5.7</c:v>
                </c:pt>
                <c:pt idx="5072">
                  <c:v>5.2</c:v>
                </c:pt>
                <c:pt idx="5073">
                  <c:v>4.9000000000000004</c:v>
                </c:pt>
                <c:pt idx="5074">
                  <c:v>5.4</c:v>
                </c:pt>
                <c:pt idx="5075">
                  <c:v>5.6</c:v>
                </c:pt>
                <c:pt idx="5076">
                  <c:v>5</c:v>
                </c:pt>
                <c:pt idx="5077">
                  <c:v>8</c:v>
                </c:pt>
                <c:pt idx="5078">
                  <c:v>3.4</c:v>
                </c:pt>
                <c:pt idx="5079">
                  <c:v>6.2</c:v>
                </c:pt>
                <c:pt idx="5080">
                  <c:v>5.9</c:v>
                </c:pt>
                <c:pt idx="5081">
                  <c:v>7.8</c:v>
                </c:pt>
                <c:pt idx="5082">
                  <c:v>5</c:v>
                </c:pt>
                <c:pt idx="5083">
                  <c:v>6.9</c:v>
                </c:pt>
                <c:pt idx="5084">
                  <c:v>4.8</c:v>
                </c:pt>
                <c:pt idx="5085">
                  <c:v>3.8</c:v>
                </c:pt>
                <c:pt idx="5086">
                  <c:v>6.6</c:v>
                </c:pt>
                <c:pt idx="5087">
                  <c:v>4.7</c:v>
                </c:pt>
                <c:pt idx="5088">
                  <c:v>3.3</c:v>
                </c:pt>
                <c:pt idx="5089">
                  <c:v>6</c:v>
                </c:pt>
                <c:pt idx="5090">
                  <c:v>4.3</c:v>
                </c:pt>
                <c:pt idx="5091">
                  <c:v>5.6</c:v>
                </c:pt>
                <c:pt idx="5092">
                  <c:v>4.5999999999999996</c:v>
                </c:pt>
                <c:pt idx="5093">
                  <c:v>5.8</c:v>
                </c:pt>
                <c:pt idx="5094">
                  <c:v>5.5</c:v>
                </c:pt>
                <c:pt idx="5095">
                  <c:v>7.3</c:v>
                </c:pt>
                <c:pt idx="5096">
                  <c:v>6.6</c:v>
                </c:pt>
                <c:pt idx="5097">
                  <c:v>6</c:v>
                </c:pt>
                <c:pt idx="5098">
                  <c:v>7.1</c:v>
                </c:pt>
                <c:pt idx="5099">
                  <c:v>4.9000000000000004</c:v>
                </c:pt>
                <c:pt idx="5101">
                  <c:v>2.2999999999999998</c:v>
                </c:pt>
                <c:pt idx="5102">
                  <c:v>4.0999999999999996</c:v>
                </c:pt>
                <c:pt idx="5103">
                  <c:v>7</c:v>
                </c:pt>
                <c:pt idx="5104">
                  <c:v>5.7</c:v>
                </c:pt>
                <c:pt idx="5105">
                  <c:v>6.9</c:v>
                </c:pt>
                <c:pt idx="5106">
                  <c:v>5.0999999999999996</c:v>
                </c:pt>
                <c:pt idx="5107">
                  <c:v>5.8</c:v>
                </c:pt>
                <c:pt idx="5108">
                  <c:v>5.4</c:v>
                </c:pt>
                <c:pt idx="5109">
                  <c:v>6.1</c:v>
                </c:pt>
                <c:pt idx="5110">
                  <c:v>4.2</c:v>
                </c:pt>
                <c:pt idx="5111">
                  <c:v>4.5</c:v>
                </c:pt>
                <c:pt idx="5112">
                  <c:v>4.9000000000000004</c:v>
                </c:pt>
                <c:pt idx="5113">
                  <c:v>6.2</c:v>
                </c:pt>
                <c:pt idx="5114">
                  <c:v>4.5999999999999996</c:v>
                </c:pt>
                <c:pt idx="5115">
                  <c:v>7.2</c:v>
                </c:pt>
                <c:pt idx="5116">
                  <c:v>2.2000000000000002</c:v>
                </c:pt>
                <c:pt idx="5117">
                  <c:v>5.8</c:v>
                </c:pt>
                <c:pt idx="5118">
                  <c:v>6.9</c:v>
                </c:pt>
                <c:pt idx="5119">
                  <c:v>6.5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0E0-4444-957D-49B534DA33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55933136"/>
        <c:axId val="1455937936"/>
      </c:scatterChart>
      <c:valAx>
        <c:axId val="14559331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RUNTIME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5937936"/>
        <c:crosses val="autoZero"/>
        <c:crossBetween val="midCat"/>
      </c:valAx>
      <c:valAx>
        <c:axId val="1455937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IMDB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59331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2">
        <a:lumMod val="10000"/>
        <a:lumOff val="9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>
                <a:solidFill>
                  <a:srgbClr val="C00000"/>
                </a:solidFill>
              </a:rPr>
              <a:t>IMDb Votes vs IMDb 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7436581326774339E-2"/>
          <c:y val="8.8042905142832653E-2"/>
          <c:w val="0.88399889674705312"/>
          <c:h val="0.59833678299505222"/>
        </c:manualLayout>
      </c:layout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3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'PIVOT TABLE AND CHARTS-2'!$AH$5:$AH$5124</c:f>
              <c:numCache>
                <c:formatCode>General</c:formatCode>
                <c:ptCount val="5120"/>
                <c:pt idx="0">
                  <c:v>795222</c:v>
                </c:pt>
                <c:pt idx="1">
                  <c:v>530877</c:v>
                </c:pt>
                <c:pt idx="2">
                  <c:v>392419</c:v>
                </c:pt>
                <c:pt idx="3">
                  <c:v>391942</c:v>
                </c:pt>
                <c:pt idx="4">
                  <c:v>72895</c:v>
                </c:pt>
                <c:pt idx="5">
                  <c:v>153463</c:v>
                </c:pt>
                <c:pt idx="6">
                  <c:v>94121</c:v>
                </c:pt>
                <c:pt idx="7">
                  <c:v>69053</c:v>
                </c:pt>
                <c:pt idx="8">
                  <c:v>111189</c:v>
                </c:pt>
                <c:pt idx="9">
                  <c:v>16168</c:v>
                </c:pt>
                <c:pt idx="10">
                  <c:v>50150</c:v>
                </c:pt>
                <c:pt idx="11">
                  <c:v>30277</c:v>
                </c:pt>
                <c:pt idx="12">
                  <c:v>5141</c:v>
                </c:pt>
                <c:pt idx="13">
                  <c:v>11329</c:v>
                </c:pt>
                <c:pt idx="14">
                  <c:v>42373</c:v>
                </c:pt>
                <c:pt idx="15">
                  <c:v>4385</c:v>
                </c:pt>
                <c:pt idx="16">
                  <c:v>1117</c:v>
                </c:pt>
                <c:pt idx="17">
                  <c:v>2416</c:v>
                </c:pt>
                <c:pt idx="18">
                  <c:v>411</c:v>
                </c:pt>
                <c:pt idx="19">
                  <c:v>2470</c:v>
                </c:pt>
                <c:pt idx="20">
                  <c:v>82</c:v>
                </c:pt>
                <c:pt idx="21">
                  <c:v>590</c:v>
                </c:pt>
                <c:pt idx="22">
                  <c:v>1689</c:v>
                </c:pt>
                <c:pt idx="23">
                  <c:v>231</c:v>
                </c:pt>
                <c:pt idx="24">
                  <c:v>943</c:v>
                </c:pt>
                <c:pt idx="25">
                  <c:v>225</c:v>
                </c:pt>
                <c:pt idx="26">
                  <c:v>25</c:v>
                </c:pt>
                <c:pt idx="27">
                  <c:v>1219</c:v>
                </c:pt>
                <c:pt idx="28">
                  <c:v>768</c:v>
                </c:pt>
                <c:pt idx="29">
                  <c:v>168</c:v>
                </c:pt>
                <c:pt idx="30">
                  <c:v>236</c:v>
                </c:pt>
                <c:pt idx="31">
                  <c:v>106</c:v>
                </c:pt>
                <c:pt idx="32">
                  <c:v>43</c:v>
                </c:pt>
                <c:pt idx="33">
                  <c:v>75</c:v>
                </c:pt>
                <c:pt idx="34">
                  <c:v>137</c:v>
                </c:pt>
                <c:pt idx="35">
                  <c:v>78</c:v>
                </c:pt>
                <c:pt idx="36">
                  <c:v>555</c:v>
                </c:pt>
                <c:pt idx="37">
                  <c:v>285</c:v>
                </c:pt>
                <c:pt idx="38">
                  <c:v>14</c:v>
                </c:pt>
                <c:pt idx="39">
                  <c:v>35</c:v>
                </c:pt>
                <c:pt idx="40">
                  <c:v>41</c:v>
                </c:pt>
                <c:pt idx="41">
                  <c:v>329656</c:v>
                </c:pt>
                <c:pt idx="42">
                  <c:v>302700</c:v>
                </c:pt>
                <c:pt idx="43">
                  <c:v>392790</c:v>
                </c:pt>
                <c:pt idx="44">
                  <c:v>342335</c:v>
                </c:pt>
                <c:pt idx="45">
                  <c:v>212913</c:v>
                </c:pt>
                <c:pt idx="46">
                  <c:v>92647</c:v>
                </c:pt>
                <c:pt idx="47">
                  <c:v>723306</c:v>
                </c:pt>
                <c:pt idx="48">
                  <c:v>80945</c:v>
                </c:pt>
                <c:pt idx="49">
                  <c:v>230543</c:v>
                </c:pt>
                <c:pt idx="50">
                  <c:v>33760</c:v>
                </c:pt>
                <c:pt idx="51">
                  <c:v>137549</c:v>
                </c:pt>
                <c:pt idx="52">
                  <c:v>4948</c:v>
                </c:pt>
                <c:pt idx="53">
                  <c:v>44866</c:v>
                </c:pt>
                <c:pt idx="54">
                  <c:v>102212</c:v>
                </c:pt>
                <c:pt idx="55">
                  <c:v>34854</c:v>
                </c:pt>
                <c:pt idx="56">
                  <c:v>14277</c:v>
                </c:pt>
                <c:pt idx="57">
                  <c:v>19646</c:v>
                </c:pt>
                <c:pt idx="58">
                  <c:v>8374</c:v>
                </c:pt>
                <c:pt idx="59">
                  <c:v>3126</c:v>
                </c:pt>
                <c:pt idx="60">
                  <c:v>2866</c:v>
                </c:pt>
                <c:pt idx="61">
                  <c:v>1759</c:v>
                </c:pt>
                <c:pt idx="62">
                  <c:v>3514</c:v>
                </c:pt>
                <c:pt idx="63">
                  <c:v>1242</c:v>
                </c:pt>
                <c:pt idx="64">
                  <c:v>1649</c:v>
                </c:pt>
                <c:pt idx="65">
                  <c:v>651</c:v>
                </c:pt>
                <c:pt idx="66">
                  <c:v>353</c:v>
                </c:pt>
                <c:pt idx="67">
                  <c:v>15186</c:v>
                </c:pt>
                <c:pt idx="68">
                  <c:v>901</c:v>
                </c:pt>
                <c:pt idx="69">
                  <c:v>448</c:v>
                </c:pt>
                <c:pt idx="70">
                  <c:v>6285</c:v>
                </c:pt>
                <c:pt idx="71">
                  <c:v>1210</c:v>
                </c:pt>
                <c:pt idx="72">
                  <c:v>8902</c:v>
                </c:pt>
                <c:pt idx="73">
                  <c:v>1522</c:v>
                </c:pt>
                <c:pt idx="74">
                  <c:v>494</c:v>
                </c:pt>
                <c:pt idx="75">
                  <c:v>209</c:v>
                </c:pt>
                <c:pt idx="76">
                  <c:v>1449</c:v>
                </c:pt>
                <c:pt idx="77">
                  <c:v>857</c:v>
                </c:pt>
                <c:pt idx="78">
                  <c:v>200</c:v>
                </c:pt>
                <c:pt idx="79">
                  <c:v>5273</c:v>
                </c:pt>
                <c:pt idx="80">
                  <c:v>154</c:v>
                </c:pt>
                <c:pt idx="81">
                  <c:v>144</c:v>
                </c:pt>
                <c:pt idx="82">
                  <c:v>643</c:v>
                </c:pt>
                <c:pt idx="83">
                  <c:v>357</c:v>
                </c:pt>
                <c:pt idx="84">
                  <c:v>92</c:v>
                </c:pt>
                <c:pt idx="85">
                  <c:v>380</c:v>
                </c:pt>
                <c:pt idx="86">
                  <c:v>68</c:v>
                </c:pt>
                <c:pt idx="87">
                  <c:v>297</c:v>
                </c:pt>
                <c:pt idx="88">
                  <c:v>149</c:v>
                </c:pt>
                <c:pt idx="89">
                  <c:v>241</c:v>
                </c:pt>
                <c:pt idx="90">
                  <c:v>6</c:v>
                </c:pt>
                <c:pt idx="91">
                  <c:v>65</c:v>
                </c:pt>
                <c:pt idx="92">
                  <c:v>122</c:v>
                </c:pt>
                <c:pt idx="93">
                  <c:v>188</c:v>
                </c:pt>
                <c:pt idx="94">
                  <c:v>1113</c:v>
                </c:pt>
                <c:pt idx="95">
                  <c:v>70</c:v>
                </c:pt>
                <c:pt idx="96">
                  <c:v>92224</c:v>
                </c:pt>
                <c:pt idx="97">
                  <c:v>24368</c:v>
                </c:pt>
                <c:pt idx="98">
                  <c:v>90196</c:v>
                </c:pt>
                <c:pt idx="99">
                  <c:v>172</c:v>
                </c:pt>
                <c:pt idx="100">
                  <c:v>1994599</c:v>
                </c:pt>
                <c:pt idx="101">
                  <c:v>217534</c:v>
                </c:pt>
                <c:pt idx="102">
                  <c:v>112586</c:v>
                </c:pt>
                <c:pt idx="103">
                  <c:v>1346020</c:v>
                </c:pt>
                <c:pt idx="104">
                  <c:v>112887</c:v>
                </c:pt>
                <c:pt idx="105">
                  <c:v>61145</c:v>
                </c:pt>
                <c:pt idx="106">
                  <c:v>3274</c:v>
                </c:pt>
                <c:pt idx="107">
                  <c:v>298168</c:v>
                </c:pt>
                <c:pt idx="108">
                  <c:v>119054</c:v>
                </c:pt>
                <c:pt idx="109">
                  <c:v>267181</c:v>
                </c:pt>
                <c:pt idx="110">
                  <c:v>209258</c:v>
                </c:pt>
                <c:pt idx="111">
                  <c:v>288960</c:v>
                </c:pt>
                <c:pt idx="112">
                  <c:v>64727</c:v>
                </c:pt>
                <c:pt idx="113">
                  <c:v>9708</c:v>
                </c:pt>
                <c:pt idx="114">
                  <c:v>300073</c:v>
                </c:pt>
                <c:pt idx="115">
                  <c:v>21949</c:v>
                </c:pt>
                <c:pt idx="116">
                  <c:v>103263</c:v>
                </c:pt>
                <c:pt idx="117">
                  <c:v>3808</c:v>
                </c:pt>
                <c:pt idx="118">
                  <c:v>118811</c:v>
                </c:pt>
                <c:pt idx="119">
                  <c:v>149290</c:v>
                </c:pt>
                <c:pt idx="120">
                  <c:v>141308</c:v>
                </c:pt>
                <c:pt idx="121">
                  <c:v>361422</c:v>
                </c:pt>
                <c:pt idx="122">
                  <c:v>59086</c:v>
                </c:pt>
                <c:pt idx="123">
                  <c:v>180532</c:v>
                </c:pt>
                <c:pt idx="124">
                  <c:v>13361</c:v>
                </c:pt>
                <c:pt idx="125">
                  <c:v>20888</c:v>
                </c:pt>
                <c:pt idx="126">
                  <c:v>15823</c:v>
                </c:pt>
                <c:pt idx="127">
                  <c:v>118479</c:v>
                </c:pt>
                <c:pt idx="128">
                  <c:v>57399</c:v>
                </c:pt>
                <c:pt idx="129">
                  <c:v>183638</c:v>
                </c:pt>
                <c:pt idx="130">
                  <c:v>181306</c:v>
                </c:pt>
                <c:pt idx="131">
                  <c:v>270231</c:v>
                </c:pt>
                <c:pt idx="132">
                  <c:v>167670</c:v>
                </c:pt>
                <c:pt idx="133">
                  <c:v>75244</c:v>
                </c:pt>
                <c:pt idx="134">
                  <c:v>9208</c:v>
                </c:pt>
                <c:pt idx="135">
                  <c:v>101939</c:v>
                </c:pt>
                <c:pt idx="136">
                  <c:v>64087</c:v>
                </c:pt>
                <c:pt idx="137">
                  <c:v>71062</c:v>
                </c:pt>
                <c:pt idx="138">
                  <c:v>57621</c:v>
                </c:pt>
                <c:pt idx="139">
                  <c:v>103459</c:v>
                </c:pt>
                <c:pt idx="140">
                  <c:v>79800</c:v>
                </c:pt>
                <c:pt idx="141">
                  <c:v>128179</c:v>
                </c:pt>
                <c:pt idx="142">
                  <c:v>142696</c:v>
                </c:pt>
                <c:pt idx="143">
                  <c:v>55499</c:v>
                </c:pt>
                <c:pt idx="144">
                  <c:v>9955</c:v>
                </c:pt>
                <c:pt idx="145">
                  <c:v>130099</c:v>
                </c:pt>
                <c:pt idx="146">
                  <c:v>191722</c:v>
                </c:pt>
                <c:pt idx="147">
                  <c:v>51938</c:v>
                </c:pt>
                <c:pt idx="148">
                  <c:v>67761</c:v>
                </c:pt>
                <c:pt idx="149">
                  <c:v>60779</c:v>
                </c:pt>
                <c:pt idx="150">
                  <c:v>66127</c:v>
                </c:pt>
                <c:pt idx="151">
                  <c:v>64625</c:v>
                </c:pt>
                <c:pt idx="152">
                  <c:v>21382</c:v>
                </c:pt>
                <c:pt idx="153">
                  <c:v>33128</c:v>
                </c:pt>
                <c:pt idx="154">
                  <c:v>58726</c:v>
                </c:pt>
                <c:pt idx="155">
                  <c:v>30138</c:v>
                </c:pt>
                <c:pt idx="156">
                  <c:v>73269</c:v>
                </c:pt>
                <c:pt idx="157">
                  <c:v>34127</c:v>
                </c:pt>
                <c:pt idx="158">
                  <c:v>25432</c:v>
                </c:pt>
                <c:pt idx="159">
                  <c:v>3713</c:v>
                </c:pt>
                <c:pt idx="160">
                  <c:v>12535</c:v>
                </c:pt>
                <c:pt idx="161">
                  <c:v>4936</c:v>
                </c:pt>
                <c:pt idx="162">
                  <c:v>11506</c:v>
                </c:pt>
                <c:pt idx="163">
                  <c:v>19829</c:v>
                </c:pt>
                <c:pt idx="164">
                  <c:v>4482</c:v>
                </c:pt>
                <c:pt idx="165">
                  <c:v>3178</c:v>
                </c:pt>
                <c:pt idx="166">
                  <c:v>4247</c:v>
                </c:pt>
                <c:pt idx="167">
                  <c:v>2346</c:v>
                </c:pt>
                <c:pt idx="168">
                  <c:v>4921</c:v>
                </c:pt>
                <c:pt idx="169">
                  <c:v>3085</c:v>
                </c:pt>
                <c:pt idx="170">
                  <c:v>678</c:v>
                </c:pt>
                <c:pt idx="171">
                  <c:v>5834</c:v>
                </c:pt>
                <c:pt idx="172">
                  <c:v>589</c:v>
                </c:pt>
                <c:pt idx="173">
                  <c:v>1564</c:v>
                </c:pt>
                <c:pt idx="174">
                  <c:v>51640</c:v>
                </c:pt>
                <c:pt idx="175">
                  <c:v>4185</c:v>
                </c:pt>
                <c:pt idx="176">
                  <c:v>1703</c:v>
                </c:pt>
                <c:pt idx="177">
                  <c:v>5943</c:v>
                </c:pt>
                <c:pt idx="178">
                  <c:v>195</c:v>
                </c:pt>
                <c:pt idx="179">
                  <c:v>3106</c:v>
                </c:pt>
                <c:pt idx="180">
                  <c:v>28409</c:v>
                </c:pt>
                <c:pt idx="181">
                  <c:v>320</c:v>
                </c:pt>
                <c:pt idx="182">
                  <c:v>2825</c:v>
                </c:pt>
                <c:pt idx="183">
                  <c:v>1678</c:v>
                </c:pt>
                <c:pt idx="184">
                  <c:v>248</c:v>
                </c:pt>
                <c:pt idx="185">
                  <c:v>12512</c:v>
                </c:pt>
                <c:pt idx="186">
                  <c:v>4175</c:v>
                </c:pt>
                <c:pt idx="187">
                  <c:v>3056</c:v>
                </c:pt>
                <c:pt idx="188">
                  <c:v>129</c:v>
                </c:pt>
                <c:pt idx="189">
                  <c:v>3901</c:v>
                </c:pt>
                <c:pt idx="190">
                  <c:v>6199</c:v>
                </c:pt>
                <c:pt idx="191">
                  <c:v>3025</c:v>
                </c:pt>
                <c:pt idx="192">
                  <c:v>2326</c:v>
                </c:pt>
                <c:pt idx="193">
                  <c:v>8454</c:v>
                </c:pt>
                <c:pt idx="194">
                  <c:v>18224</c:v>
                </c:pt>
                <c:pt idx="195">
                  <c:v>341</c:v>
                </c:pt>
                <c:pt idx="196">
                  <c:v>7556</c:v>
                </c:pt>
                <c:pt idx="197">
                  <c:v>3567</c:v>
                </c:pt>
                <c:pt idx="198">
                  <c:v>2837</c:v>
                </c:pt>
                <c:pt idx="199">
                  <c:v>20986</c:v>
                </c:pt>
                <c:pt idx="200">
                  <c:v>2177</c:v>
                </c:pt>
                <c:pt idx="201">
                  <c:v>365</c:v>
                </c:pt>
                <c:pt idx="202">
                  <c:v>7557</c:v>
                </c:pt>
                <c:pt idx="203">
                  <c:v>351</c:v>
                </c:pt>
                <c:pt idx="204">
                  <c:v>3490</c:v>
                </c:pt>
                <c:pt idx="205">
                  <c:v>2322</c:v>
                </c:pt>
                <c:pt idx="206">
                  <c:v>161</c:v>
                </c:pt>
                <c:pt idx="207">
                  <c:v>272</c:v>
                </c:pt>
                <c:pt idx="208">
                  <c:v>6465</c:v>
                </c:pt>
                <c:pt idx="209">
                  <c:v>5413</c:v>
                </c:pt>
                <c:pt idx="210">
                  <c:v>1092</c:v>
                </c:pt>
                <c:pt idx="211">
                  <c:v>166</c:v>
                </c:pt>
                <c:pt idx="212">
                  <c:v>987</c:v>
                </c:pt>
                <c:pt idx="213">
                  <c:v>115</c:v>
                </c:pt>
                <c:pt idx="214">
                  <c:v>74</c:v>
                </c:pt>
                <c:pt idx="215">
                  <c:v>784</c:v>
                </c:pt>
                <c:pt idx="216">
                  <c:v>998</c:v>
                </c:pt>
                <c:pt idx="217">
                  <c:v>198</c:v>
                </c:pt>
                <c:pt idx="218">
                  <c:v>2528</c:v>
                </c:pt>
                <c:pt idx="219">
                  <c:v>1212</c:v>
                </c:pt>
                <c:pt idx="220">
                  <c:v>718</c:v>
                </c:pt>
                <c:pt idx="221">
                  <c:v>142</c:v>
                </c:pt>
                <c:pt idx="222">
                  <c:v>65</c:v>
                </c:pt>
                <c:pt idx="223">
                  <c:v>248</c:v>
                </c:pt>
                <c:pt idx="224">
                  <c:v>4168</c:v>
                </c:pt>
                <c:pt idx="225">
                  <c:v>4230</c:v>
                </c:pt>
                <c:pt idx="226">
                  <c:v>66</c:v>
                </c:pt>
                <c:pt idx="227">
                  <c:v>1727694</c:v>
                </c:pt>
                <c:pt idx="228">
                  <c:v>945125</c:v>
                </c:pt>
                <c:pt idx="229">
                  <c:v>21531</c:v>
                </c:pt>
                <c:pt idx="230">
                  <c:v>197744</c:v>
                </c:pt>
                <c:pt idx="231">
                  <c:v>293618</c:v>
                </c:pt>
                <c:pt idx="232">
                  <c:v>9564</c:v>
                </c:pt>
                <c:pt idx="233">
                  <c:v>189191</c:v>
                </c:pt>
                <c:pt idx="234">
                  <c:v>141049</c:v>
                </c:pt>
                <c:pt idx="235">
                  <c:v>252564</c:v>
                </c:pt>
                <c:pt idx="236">
                  <c:v>15743</c:v>
                </c:pt>
                <c:pt idx="237">
                  <c:v>428639</c:v>
                </c:pt>
                <c:pt idx="238">
                  <c:v>280121</c:v>
                </c:pt>
                <c:pt idx="239">
                  <c:v>439027</c:v>
                </c:pt>
                <c:pt idx="240">
                  <c:v>297552</c:v>
                </c:pt>
                <c:pt idx="241">
                  <c:v>147409</c:v>
                </c:pt>
                <c:pt idx="242">
                  <c:v>121514</c:v>
                </c:pt>
                <c:pt idx="243">
                  <c:v>297336</c:v>
                </c:pt>
                <c:pt idx="244">
                  <c:v>2268288</c:v>
                </c:pt>
                <c:pt idx="245">
                  <c:v>263019</c:v>
                </c:pt>
                <c:pt idx="246">
                  <c:v>719717</c:v>
                </c:pt>
                <c:pt idx="247">
                  <c:v>64449</c:v>
                </c:pt>
                <c:pt idx="248">
                  <c:v>644336</c:v>
                </c:pt>
                <c:pt idx="249">
                  <c:v>163878</c:v>
                </c:pt>
                <c:pt idx="250">
                  <c:v>20708</c:v>
                </c:pt>
                <c:pt idx="251">
                  <c:v>38046</c:v>
                </c:pt>
                <c:pt idx="252">
                  <c:v>92305</c:v>
                </c:pt>
                <c:pt idx="253">
                  <c:v>4577</c:v>
                </c:pt>
                <c:pt idx="254">
                  <c:v>302147</c:v>
                </c:pt>
                <c:pt idx="255">
                  <c:v>260975</c:v>
                </c:pt>
                <c:pt idx="256">
                  <c:v>310776</c:v>
                </c:pt>
                <c:pt idx="257">
                  <c:v>465995</c:v>
                </c:pt>
                <c:pt idx="258">
                  <c:v>41052</c:v>
                </c:pt>
                <c:pt idx="259">
                  <c:v>193053</c:v>
                </c:pt>
                <c:pt idx="260">
                  <c:v>681286</c:v>
                </c:pt>
                <c:pt idx="261">
                  <c:v>263212</c:v>
                </c:pt>
                <c:pt idx="262">
                  <c:v>93980</c:v>
                </c:pt>
                <c:pt idx="263">
                  <c:v>255099</c:v>
                </c:pt>
                <c:pt idx="264">
                  <c:v>329417</c:v>
                </c:pt>
                <c:pt idx="265">
                  <c:v>435503</c:v>
                </c:pt>
                <c:pt idx="266">
                  <c:v>627009</c:v>
                </c:pt>
                <c:pt idx="267">
                  <c:v>297525</c:v>
                </c:pt>
                <c:pt idx="268">
                  <c:v>17843</c:v>
                </c:pt>
                <c:pt idx="269">
                  <c:v>620154</c:v>
                </c:pt>
                <c:pt idx="270">
                  <c:v>474176</c:v>
                </c:pt>
                <c:pt idx="271">
                  <c:v>215678</c:v>
                </c:pt>
                <c:pt idx="272">
                  <c:v>62140</c:v>
                </c:pt>
                <c:pt idx="273">
                  <c:v>120400</c:v>
                </c:pt>
                <c:pt idx="274">
                  <c:v>247229</c:v>
                </c:pt>
                <c:pt idx="275">
                  <c:v>323939</c:v>
                </c:pt>
                <c:pt idx="276">
                  <c:v>441023</c:v>
                </c:pt>
                <c:pt idx="277">
                  <c:v>341888</c:v>
                </c:pt>
                <c:pt idx="278">
                  <c:v>41791</c:v>
                </c:pt>
                <c:pt idx="279">
                  <c:v>611379</c:v>
                </c:pt>
                <c:pt idx="280">
                  <c:v>333378</c:v>
                </c:pt>
                <c:pt idx="281">
                  <c:v>228799</c:v>
                </c:pt>
                <c:pt idx="282">
                  <c:v>269043</c:v>
                </c:pt>
                <c:pt idx="283">
                  <c:v>23523</c:v>
                </c:pt>
                <c:pt idx="284">
                  <c:v>429097</c:v>
                </c:pt>
                <c:pt idx="285">
                  <c:v>38281</c:v>
                </c:pt>
                <c:pt idx="286">
                  <c:v>24224</c:v>
                </c:pt>
                <c:pt idx="287">
                  <c:v>312538</c:v>
                </c:pt>
                <c:pt idx="288">
                  <c:v>240433</c:v>
                </c:pt>
                <c:pt idx="289">
                  <c:v>80138</c:v>
                </c:pt>
                <c:pt idx="290">
                  <c:v>200354</c:v>
                </c:pt>
                <c:pt idx="291">
                  <c:v>128190</c:v>
                </c:pt>
                <c:pt idx="292">
                  <c:v>265023</c:v>
                </c:pt>
                <c:pt idx="293">
                  <c:v>120208</c:v>
                </c:pt>
                <c:pt idx="294">
                  <c:v>149218</c:v>
                </c:pt>
                <c:pt idx="295">
                  <c:v>47049</c:v>
                </c:pt>
                <c:pt idx="296">
                  <c:v>160449</c:v>
                </c:pt>
                <c:pt idx="297">
                  <c:v>226225</c:v>
                </c:pt>
                <c:pt idx="298">
                  <c:v>4764</c:v>
                </c:pt>
                <c:pt idx="299">
                  <c:v>214461</c:v>
                </c:pt>
                <c:pt idx="300">
                  <c:v>72916</c:v>
                </c:pt>
                <c:pt idx="301">
                  <c:v>536858</c:v>
                </c:pt>
                <c:pt idx="302">
                  <c:v>148043</c:v>
                </c:pt>
                <c:pt idx="303">
                  <c:v>393998</c:v>
                </c:pt>
                <c:pt idx="304">
                  <c:v>67748</c:v>
                </c:pt>
                <c:pt idx="305">
                  <c:v>36361</c:v>
                </c:pt>
                <c:pt idx="306">
                  <c:v>26157</c:v>
                </c:pt>
                <c:pt idx="307">
                  <c:v>106755</c:v>
                </c:pt>
                <c:pt idx="308">
                  <c:v>17024</c:v>
                </c:pt>
                <c:pt idx="309">
                  <c:v>144656</c:v>
                </c:pt>
                <c:pt idx="310">
                  <c:v>131999</c:v>
                </c:pt>
                <c:pt idx="311">
                  <c:v>104604</c:v>
                </c:pt>
                <c:pt idx="312">
                  <c:v>247039</c:v>
                </c:pt>
                <c:pt idx="313">
                  <c:v>62367</c:v>
                </c:pt>
                <c:pt idx="314">
                  <c:v>357557</c:v>
                </c:pt>
                <c:pt idx="315">
                  <c:v>27797</c:v>
                </c:pt>
                <c:pt idx="316">
                  <c:v>26035</c:v>
                </c:pt>
                <c:pt idx="317">
                  <c:v>81971</c:v>
                </c:pt>
                <c:pt idx="318">
                  <c:v>139797</c:v>
                </c:pt>
                <c:pt idx="319">
                  <c:v>86492</c:v>
                </c:pt>
                <c:pt idx="320">
                  <c:v>91584</c:v>
                </c:pt>
                <c:pt idx="321">
                  <c:v>182612</c:v>
                </c:pt>
                <c:pt idx="322">
                  <c:v>221095</c:v>
                </c:pt>
                <c:pt idx="323">
                  <c:v>143670</c:v>
                </c:pt>
                <c:pt idx="324">
                  <c:v>175210</c:v>
                </c:pt>
                <c:pt idx="325">
                  <c:v>60693</c:v>
                </c:pt>
                <c:pt idx="326">
                  <c:v>118815</c:v>
                </c:pt>
                <c:pt idx="327">
                  <c:v>49599</c:v>
                </c:pt>
                <c:pt idx="328">
                  <c:v>58516</c:v>
                </c:pt>
                <c:pt idx="329">
                  <c:v>104166</c:v>
                </c:pt>
                <c:pt idx="330">
                  <c:v>111694</c:v>
                </c:pt>
                <c:pt idx="331">
                  <c:v>105938</c:v>
                </c:pt>
                <c:pt idx="332">
                  <c:v>242733</c:v>
                </c:pt>
                <c:pt idx="333">
                  <c:v>117986</c:v>
                </c:pt>
                <c:pt idx="334">
                  <c:v>6500</c:v>
                </c:pt>
                <c:pt idx="335">
                  <c:v>146847</c:v>
                </c:pt>
                <c:pt idx="336">
                  <c:v>224896</c:v>
                </c:pt>
                <c:pt idx="337">
                  <c:v>86395</c:v>
                </c:pt>
                <c:pt idx="338">
                  <c:v>1104</c:v>
                </c:pt>
                <c:pt idx="339">
                  <c:v>35711</c:v>
                </c:pt>
                <c:pt idx="340">
                  <c:v>120188</c:v>
                </c:pt>
                <c:pt idx="341">
                  <c:v>140741</c:v>
                </c:pt>
                <c:pt idx="342">
                  <c:v>143998</c:v>
                </c:pt>
                <c:pt idx="343">
                  <c:v>64062</c:v>
                </c:pt>
                <c:pt idx="344">
                  <c:v>339626</c:v>
                </c:pt>
                <c:pt idx="345">
                  <c:v>87673</c:v>
                </c:pt>
                <c:pt idx="346">
                  <c:v>44971</c:v>
                </c:pt>
                <c:pt idx="347">
                  <c:v>7539</c:v>
                </c:pt>
                <c:pt idx="348">
                  <c:v>385782</c:v>
                </c:pt>
                <c:pt idx="349">
                  <c:v>2110</c:v>
                </c:pt>
                <c:pt idx="350">
                  <c:v>14782</c:v>
                </c:pt>
                <c:pt idx="351">
                  <c:v>1856</c:v>
                </c:pt>
                <c:pt idx="352">
                  <c:v>1049</c:v>
                </c:pt>
                <c:pt idx="353">
                  <c:v>23307</c:v>
                </c:pt>
                <c:pt idx="354">
                  <c:v>13</c:v>
                </c:pt>
                <c:pt idx="355">
                  <c:v>10523</c:v>
                </c:pt>
                <c:pt idx="356">
                  <c:v>13034</c:v>
                </c:pt>
                <c:pt idx="357">
                  <c:v>114942</c:v>
                </c:pt>
                <c:pt idx="358">
                  <c:v>145981</c:v>
                </c:pt>
                <c:pt idx="359">
                  <c:v>121066</c:v>
                </c:pt>
                <c:pt idx="360">
                  <c:v>11579</c:v>
                </c:pt>
                <c:pt idx="361">
                  <c:v>6700</c:v>
                </c:pt>
                <c:pt idx="362">
                  <c:v>38445</c:v>
                </c:pt>
                <c:pt idx="363">
                  <c:v>12046</c:v>
                </c:pt>
                <c:pt idx="364">
                  <c:v>72366</c:v>
                </c:pt>
                <c:pt idx="365">
                  <c:v>149082</c:v>
                </c:pt>
                <c:pt idx="366">
                  <c:v>94628</c:v>
                </c:pt>
                <c:pt idx="367">
                  <c:v>57894</c:v>
                </c:pt>
                <c:pt idx="368">
                  <c:v>19684</c:v>
                </c:pt>
                <c:pt idx="369">
                  <c:v>14307</c:v>
                </c:pt>
                <c:pt idx="370">
                  <c:v>146625</c:v>
                </c:pt>
                <c:pt idx="372">
                  <c:v>83129</c:v>
                </c:pt>
                <c:pt idx="373">
                  <c:v>78119</c:v>
                </c:pt>
                <c:pt idx="374">
                  <c:v>25</c:v>
                </c:pt>
                <c:pt idx="375">
                  <c:v>185430</c:v>
                </c:pt>
                <c:pt idx="376">
                  <c:v>111053</c:v>
                </c:pt>
                <c:pt idx="377">
                  <c:v>131564</c:v>
                </c:pt>
                <c:pt idx="378">
                  <c:v>2512</c:v>
                </c:pt>
                <c:pt idx="379">
                  <c:v>30186</c:v>
                </c:pt>
                <c:pt idx="380">
                  <c:v>82623</c:v>
                </c:pt>
                <c:pt idx="381">
                  <c:v>4168</c:v>
                </c:pt>
                <c:pt idx="382">
                  <c:v>89755</c:v>
                </c:pt>
                <c:pt idx="383">
                  <c:v>93</c:v>
                </c:pt>
                <c:pt idx="384">
                  <c:v>11973</c:v>
                </c:pt>
                <c:pt idx="385">
                  <c:v>49599</c:v>
                </c:pt>
                <c:pt idx="386">
                  <c:v>10210</c:v>
                </c:pt>
                <c:pt idx="387">
                  <c:v>4417</c:v>
                </c:pt>
                <c:pt idx="388">
                  <c:v>13848</c:v>
                </c:pt>
                <c:pt idx="389">
                  <c:v>33051</c:v>
                </c:pt>
                <c:pt idx="390">
                  <c:v>103673</c:v>
                </c:pt>
                <c:pt idx="391">
                  <c:v>3114</c:v>
                </c:pt>
                <c:pt idx="392">
                  <c:v>188234</c:v>
                </c:pt>
                <c:pt idx="393">
                  <c:v>1740</c:v>
                </c:pt>
                <c:pt idx="394">
                  <c:v>1422</c:v>
                </c:pt>
                <c:pt idx="395">
                  <c:v>9763</c:v>
                </c:pt>
                <c:pt idx="396">
                  <c:v>78039</c:v>
                </c:pt>
                <c:pt idx="397">
                  <c:v>6</c:v>
                </c:pt>
                <c:pt idx="398">
                  <c:v>1291</c:v>
                </c:pt>
                <c:pt idx="399">
                  <c:v>53746</c:v>
                </c:pt>
                <c:pt idx="400">
                  <c:v>8172</c:v>
                </c:pt>
                <c:pt idx="401">
                  <c:v>5109</c:v>
                </c:pt>
                <c:pt idx="402">
                  <c:v>40289</c:v>
                </c:pt>
                <c:pt idx="403">
                  <c:v>1951</c:v>
                </c:pt>
                <c:pt idx="404">
                  <c:v>330</c:v>
                </c:pt>
                <c:pt idx="405">
                  <c:v>1222</c:v>
                </c:pt>
                <c:pt idx="406">
                  <c:v>2499</c:v>
                </c:pt>
                <c:pt idx="407">
                  <c:v>54633</c:v>
                </c:pt>
                <c:pt idx="408">
                  <c:v>1469</c:v>
                </c:pt>
                <c:pt idx="409">
                  <c:v>1780</c:v>
                </c:pt>
                <c:pt idx="410">
                  <c:v>8536</c:v>
                </c:pt>
                <c:pt idx="411">
                  <c:v>6948</c:v>
                </c:pt>
                <c:pt idx="412">
                  <c:v>11138</c:v>
                </c:pt>
                <c:pt idx="413">
                  <c:v>5382</c:v>
                </c:pt>
                <c:pt idx="414">
                  <c:v>49090</c:v>
                </c:pt>
                <c:pt idx="415">
                  <c:v>720</c:v>
                </c:pt>
                <c:pt idx="416">
                  <c:v>32837</c:v>
                </c:pt>
                <c:pt idx="417">
                  <c:v>5172</c:v>
                </c:pt>
                <c:pt idx="418">
                  <c:v>863</c:v>
                </c:pt>
                <c:pt idx="419">
                  <c:v>644</c:v>
                </c:pt>
                <c:pt idx="420">
                  <c:v>13446</c:v>
                </c:pt>
                <c:pt idx="421">
                  <c:v>48818</c:v>
                </c:pt>
                <c:pt idx="422">
                  <c:v>4016</c:v>
                </c:pt>
                <c:pt idx="423">
                  <c:v>12831</c:v>
                </c:pt>
                <c:pt idx="424">
                  <c:v>3984</c:v>
                </c:pt>
                <c:pt idx="425">
                  <c:v>7585</c:v>
                </c:pt>
                <c:pt idx="426">
                  <c:v>32188</c:v>
                </c:pt>
                <c:pt idx="427">
                  <c:v>1683</c:v>
                </c:pt>
                <c:pt idx="428">
                  <c:v>2303</c:v>
                </c:pt>
                <c:pt idx="429">
                  <c:v>42597</c:v>
                </c:pt>
                <c:pt idx="430">
                  <c:v>51945</c:v>
                </c:pt>
                <c:pt idx="431">
                  <c:v>755</c:v>
                </c:pt>
                <c:pt idx="432">
                  <c:v>73</c:v>
                </c:pt>
                <c:pt idx="433">
                  <c:v>61</c:v>
                </c:pt>
                <c:pt idx="434">
                  <c:v>6759</c:v>
                </c:pt>
                <c:pt idx="435">
                  <c:v>284</c:v>
                </c:pt>
                <c:pt idx="436">
                  <c:v>912</c:v>
                </c:pt>
                <c:pt idx="437">
                  <c:v>865</c:v>
                </c:pt>
                <c:pt idx="438">
                  <c:v>14272</c:v>
                </c:pt>
                <c:pt idx="439">
                  <c:v>1611</c:v>
                </c:pt>
                <c:pt idx="440">
                  <c:v>118</c:v>
                </c:pt>
                <c:pt idx="441">
                  <c:v>9957</c:v>
                </c:pt>
                <c:pt idx="442">
                  <c:v>3975</c:v>
                </c:pt>
                <c:pt idx="443">
                  <c:v>10834</c:v>
                </c:pt>
                <c:pt idx="444">
                  <c:v>603</c:v>
                </c:pt>
                <c:pt idx="445">
                  <c:v>263</c:v>
                </c:pt>
                <c:pt idx="446">
                  <c:v>1936</c:v>
                </c:pt>
                <c:pt idx="447">
                  <c:v>3507</c:v>
                </c:pt>
                <c:pt idx="448">
                  <c:v>55</c:v>
                </c:pt>
                <c:pt idx="449">
                  <c:v>3598</c:v>
                </c:pt>
                <c:pt idx="450">
                  <c:v>3284</c:v>
                </c:pt>
                <c:pt idx="451">
                  <c:v>4297</c:v>
                </c:pt>
                <c:pt idx="452">
                  <c:v>3940</c:v>
                </c:pt>
                <c:pt idx="453">
                  <c:v>96</c:v>
                </c:pt>
                <c:pt idx="454">
                  <c:v>11747</c:v>
                </c:pt>
                <c:pt idx="455">
                  <c:v>1827</c:v>
                </c:pt>
                <c:pt idx="456">
                  <c:v>1083</c:v>
                </c:pt>
                <c:pt idx="457">
                  <c:v>4346</c:v>
                </c:pt>
                <c:pt idx="458">
                  <c:v>71167</c:v>
                </c:pt>
                <c:pt idx="459">
                  <c:v>7451</c:v>
                </c:pt>
                <c:pt idx="460">
                  <c:v>2416</c:v>
                </c:pt>
                <c:pt idx="461">
                  <c:v>6249</c:v>
                </c:pt>
                <c:pt idx="462">
                  <c:v>604</c:v>
                </c:pt>
                <c:pt idx="463">
                  <c:v>1034</c:v>
                </c:pt>
                <c:pt idx="464">
                  <c:v>3567</c:v>
                </c:pt>
                <c:pt idx="465">
                  <c:v>4473</c:v>
                </c:pt>
                <c:pt idx="466">
                  <c:v>3626</c:v>
                </c:pt>
                <c:pt idx="467">
                  <c:v>2862</c:v>
                </c:pt>
                <c:pt idx="468">
                  <c:v>3264</c:v>
                </c:pt>
                <c:pt idx="469">
                  <c:v>907</c:v>
                </c:pt>
                <c:pt idx="470">
                  <c:v>36836</c:v>
                </c:pt>
                <c:pt idx="471">
                  <c:v>21963</c:v>
                </c:pt>
                <c:pt idx="472">
                  <c:v>2630</c:v>
                </c:pt>
                <c:pt idx="473">
                  <c:v>1789</c:v>
                </c:pt>
                <c:pt idx="474">
                  <c:v>1189</c:v>
                </c:pt>
                <c:pt idx="475">
                  <c:v>21799</c:v>
                </c:pt>
                <c:pt idx="476">
                  <c:v>4849</c:v>
                </c:pt>
                <c:pt idx="477">
                  <c:v>3813</c:v>
                </c:pt>
                <c:pt idx="478">
                  <c:v>22505</c:v>
                </c:pt>
                <c:pt idx="479">
                  <c:v>2151</c:v>
                </c:pt>
                <c:pt idx="480">
                  <c:v>118092</c:v>
                </c:pt>
                <c:pt idx="481">
                  <c:v>572</c:v>
                </c:pt>
                <c:pt idx="482">
                  <c:v>89085</c:v>
                </c:pt>
                <c:pt idx="483">
                  <c:v>5309</c:v>
                </c:pt>
                <c:pt idx="484">
                  <c:v>5824</c:v>
                </c:pt>
                <c:pt idx="485">
                  <c:v>2482</c:v>
                </c:pt>
                <c:pt idx="486">
                  <c:v>7683</c:v>
                </c:pt>
                <c:pt idx="487">
                  <c:v>68028</c:v>
                </c:pt>
                <c:pt idx="488">
                  <c:v>19556</c:v>
                </c:pt>
                <c:pt idx="489">
                  <c:v>10415</c:v>
                </c:pt>
                <c:pt idx="490">
                  <c:v>120</c:v>
                </c:pt>
                <c:pt idx="491">
                  <c:v>18466</c:v>
                </c:pt>
                <c:pt idx="492">
                  <c:v>312</c:v>
                </c:pt>
                <c:pt idx="493">
                  <c:v>17411</c:v>
                </c:pt>
                <c:pt idx="494">
                  <c:v>2558</c:v>
                </c:pt>
                <c:pt idx="495">
                  <c:v>19797</c:v>
                </c:pt>
                <c:pt idx="496">
                  <c:v>20611</c:v>
                </c:pt>
                <c:pt idx="497">
                  <c:v>1083</c:v>
                </c:pt>
                <c:pt idx="498">
                  <c:v>2256</c:v>
                </c:pt>
                <c:pt idx="499">
                  <c:v>9793</c:v>
                </c:pt>
                <c:pt idx="500">
                  <c:v>7884</c:v>
                </c:pt>
                <c:pt idx="501">
                  <c:v>2548</c:v>
                </c:pt>
                <c:pt idx="502">
                  <c:v>3422</c:v>
                </c:pt>
                <c:pt idx="503">
                  <c:v>6313</c:v>
                </c:pt>
                <c:pt idx="504">
                  <c:v>1826</c:v>
                </c:pt>
                <c:pt idx="505">
                  <c:v>4430</c:v>
                </c:pt>
                <c:pt idx="506">
                  <c:v>36291</c:v>
                </c:pt>
                <c:pt idx="507">
                  <c:v>156</c:v>
                </c:pt>
                <c:pt idx="508">
                  <c:v>475</c:v>
                </c:pt>
                <c:pt idx="509">
                  <c:v>778</c:v>
                </c:pt>
                <c:pt idx="510">
                  <c:v>19</c:v>
                </c:pt>
                <c:pt idx="511">
                  <c:v>2570</c:v>
                </c:pt>
                <c:pt idx="512">
                  <c:v>17494</c:v>
                </c:pt>
                <c:pt idx="513">
                  <c:v>23541</c:v>
                </c:pt>
                <c:pt idx="514">
                  <c:v>35142</c:v>
                </c:pt>
                <c:pt idx="515">
                  <c:v>5060</c:v>
                </c:pt>
                <c:pt idx="516">
                  <c:v>3028</c:v>
                </c:pt>
                <c:pt idx="517">
                  <c:v>13206</c:v>
                </c:pt>
                <c:pt idx="518">
                  <c:v>2609</c:v>
                </c:pt>
                <c:pt idx="519">
                  <c:v>42</c:v>
                </c:pt>
                <c:pt idx="520">
                  <c:v>2206</c:v>
                </c:pt>
                <c:pt idx="521">
                  <c:v>461</c:v>
                </c:pt>
                <c:pt idx="522">
                  <c:v>17136</c:v>
                </c:pt>
                <c:pt idx="523">
                  <c:v>203</c:v>
                </c:pt>
                <c:pt idx="524">
                  <c:v>4333</c:v>
                </c:pt>
                <c:pt idx="525">
                  <c:v>61797</c:v>
                </c:pt>
                <c:pt idx="526">
                  <c:v>26738</c:v>
                </c:pt>
                <c:pt idx="527">
                  <c:v>382</c:v>
                </c:pt>
                <c:pt idx="528">
                  <c:v>190</c:v>
                </c:pt>
                <c:pt idx="529">
                  <c:v>4736</c:v>
                </c:pt>
                <c:pt idx="530">
                  <c:v>5645</c:v>
                </c:pt>
                <c:pt idx="531">
                  <c:v>822</c:v>
                </c:pt>
                <c:pt idx="533">
                  <c:v>303</c:v>
                </c:pt>
                <c:pt idx="534">
                  <c:v>10528</c:v>
                </c:pt>
                <c:pt idx="535">
                  <c:v>8043</c:v>
                </c:pt>
                <c:pt idx="536">
                  <c:v>880</c:v>
                </c:pt>
                <c:pt idx="537">
                  <c:v>10206</c:v>
                </c:pt>
                <c:pt idx="538">
                  <c:v>11944</c:v>
                </c:pt>
                <c:pt idx="539">
                  <c:v>437</c:v>
                </c:pt>
                <c:pt idx="540">
                  <c:v>14380</c:v>
                </c:pt>
                <c:pt idx="541">
                  <c:v>2603</c:v>
                </c:pt>
                <c:pt idx="542">
                  <c:v>1224</c:v>
                </c:pt>
                <c:pt idx="543">
                  <c:v>8878</c:v>
                </c:pt>
                <c:pt idx="544">
                  <c:v>1120</c:v>
                </c:pt>
                <c:pt idx="545">
                  <c:v>21745</c:v>
                </c:pt>
                <c:pt idx="546">
                  <c:v>12468</c:v>
                </c:pt>
                <c:pt idx="547">
                  <c:v>12265</c:v>
                </c:pt>
                <c:pt idx="548">
                  <c:v>23076</c:v>
                </c:pt>
                <c:pt idx="549">
                  <c:v>3555</c:v>
                </c:pt>
                <c:pt idx="550">
                  <c:v>249</c:v>
                </c:pt>
                <c:pt idx="551">
                  <c:v>4231</c:v>
                </c:pt>
                <c:pt idx="552">
                  <c:v>5551</c:v>
                </c:pt>
                <c:pt idx="553">
                  <c:v>5588</c:v>
                </c:pt>
                <c:pt idx="554">
                  <c:v>30818</c:v>
                </c:pt>
                <c:pt idx="555">
                  <c:v>11934</c:v>
                </c:pt>
                <c:pt idx="556">
                  <c:v>228</c:v>
                </c:pt>
                <c:pt idx="557">
                  <c:v>8309</c:v>
                </c:pt>
                <c:pt idx="558">
                  <c:v>243</c:v>
                </c:pt>
                <c:pt idx="559">
                  <c:v>2139</c:v>
                </c:pt>
                <c:pt idx="560">
                  <c:v>5121</c:v>
                </c:pt>
                <c:pt idx="561">
                  <c:v>3922</c:v>
                </c:pt>
                <c:pt idx="562">
                  <c:v>2127</c:v>
                </c:pt>
                <c:pt idx="563">
                  <c:v>9897</c:v>
                </c:pt>
                <c:pt idx="564">
                  <c:v>20595</c:v>
                </c:pt>
                <c:pt idx="565">
                  <c:v>17029</c:v>
                </c:pt>
                <c:pt idx="566">
                  <c:v>15379</c:v>
                </c:pt>
                <c:pt idx="567">
                  <c:v>6309</c:v>
                </c:pt>
                <c:pt idx="568">
                  <c:v>11241</c:v>
                </c:pt>
                <c:pt idx="569">
                  <c:v>54</c:v>
                </c:pt>
                <c:pt idx="570">
                  <c:v>4203</c:v>
                </c:pt>
                <c:pt idx="572">
                  <c:v>16225</c:v>
                </c:pt>
                <c:pt idx="573">
                  <c:v>1641</c:v>
                </c:pt>
                <c:pt idx="574">
                  <c:v>63</c:v>
                </c:pt>
                <c:pt idx="575">
                  <c:v>44556</c:v>
                </c:pt>
                <c:pt idx="576">
                  <c:v>13</c:v>
                </c:pt>
                <c:pt idx="577">
                  <c:v>3140</c:v>
                </c:pt>
                <c:pt idx="578">
                  <c:v>2191</c:v>
                </c:pt>
                <c:pt idx="579">
                  <c:v>17555</c:v>
                </c:pt>
                <c:pt idx="580">
                  <c:v>206</c:v>
                </c:pt>
                <c:pt idx="581">
                  <c:v>314</c:v>
                </c:pt>
                <c:pt idx="582">
                  <c:v>8376</c:v>
                </c:pt>
                <c:pt idx="583">
                  <c:v>1876</c:v>
                </c:pt>
                <c:pt idx="584">
                  <c:v>200</c:v>
                </c:pt>
                <c:pt idx="585">
                  <c:v>30389</c:v>
                </c:pt>
                <c:pt idx="586">
                  <c:v>686</c:v>
                </c:pt>
                <c:pt idx="587">
                  <c:v>315</c:v>
                </c:pt>
                <c:pt idx="588">
                  <c:v>406</c:v>
                </c:pt>
                <c:pt idx="589">
                  <c:v>57</c:v>
                </c:pt>
                <c:pt idx="590">
                  <c:v>1153</c:v>
                </c:pt>
                <c:pt idx="591">
                  <c:v>90</c:v>
                </c:pt>
                <c:pt idx="592">
                  <c:v>373</c:v>
                </c:pt>
                <c:pt idx="593">
                  <c:v>7994</c:v>
                </c:pt>
                <c:pt idx="594">
                  <c:v>1115</c:v>
                </c:pt>
                <c:pt idx="595">
                  <c:v>3239</c:v>
                </c:pt>
                <c:pt idx="596">
                  <c:v>4166</c:v>
                </c:pt>
                <c:pt idx="597">
                  <c:v>2196</c:v>
                </c:pt>
                <c:pt idx="598">
                  <c:v>739</c:v>
                </c:pt>
                <c:pt idx="599">
                  <c:v>909</c:v>
                </c:pt>
                <c:pt idx="600">
                  <c:v>2077</c:v>
                </c:pt>
                <c:pt idx="601">
                  <c:v>4227</c:v>
                </c:pt>
                <c:pt idx="602">
                  <c:v>3148</c:v>
                </c:pt>
                <c:pt idx="603">
                  <c:v>344</c:v>
                </c:pt>
                <c:pt idx="604">
                  <c:v>522</c:v>
                </c:pt>
                <c:pt idx="605">
                  <c:v>274</c:v>
                </c:pt>
                <c:pt idx="606">
                  <c:v>2968</c:v>
                </c:pt>
                <c:pt idx="607">
                  <c:v>84</c:v>
                </c:pt>
                <c:pt idx="608">
                  <c:v>674</c:v>
                </c:pt>
                <c:pt idx="609">
                  <c:v>209</c:v>
                </c:pt>
                <c:pt idx="610">
                  <c:v>1000</c:v>
                </c:pt>
                <c:pt idx="611">
                  <c:v>708</c:v>
                </c:pt>
                <c:pt idx="612">
                  <c:v>3210</c:v>
                </c:pt>
                <c:pt idx="613">
                  <c:v>142</c:v>
                </c:pt>
                <c:pt idx="614">
                  <c:v>603</c:v>
                </c:pt>
                <c:pt idx="615">
                  <c:v>79</c:v>
                </c:pt>
                <c:pt idx="616">
                  <c:v>10139</c:v>
                </c:pt>
                <c:pt idx="617">
                  <c:v>40</c:v>
                </c:pt>
                <c:pt idx="618">
                  <c:v>904</c:v>
                </c:pt>
                <c:pt idx="619">
                  <c:v>595</c:v>
                </c:pt>
                <c:pt idx="620">
                  <c:v>2051</c:v>
                </c:pt>
                <c:pt idx="621">
                  <c:v>812</c:v>
                </c:pt>
                <c:pt idx="622">
                  <c:v>83</c:v>
                </c:pt>
                <c:pt idx="623">
                  <c:v>2693</c:v>
                </c:pt>
                <c:pt idx="624">
                  <c:v>302</c:v>
                </c:pt>
                <c:pt idx="625">
                  <c:v>493</c:v>
                </c:pt>
                <c:pt idx="626">
                  <c:v>2464</c:v>
                </c:pt>
                <c:pt idx="627">
                  <c:v>261</c:v>
                </c:pt>
                <c:pt idx="628">
                  <c:v>2718</c:v>
                </c:pt>
                <c:pt idx="629">
                  <c:v>203</c:v>
                </c:pt>
                <c:pt idx="630">
                  <c:v>664</c:v>
                </c:pt>
                <c:pt idx="631">
                  <c:v>128</c:v>
                </c:pt>
                <c:pt idx="632">
                  <c:v>1156</c:v>
                </c:pt>
                <c:pt idx="633">
                  <c:v>2608</c:v>
                </c:pt>
                <c:pt idx="634">
                  <c:v>60</c:v>
                </c:pt>
                <c:pt idx="635">
                  <c:v>7</c:v>
                </c:pt>
                <c:pt idx="636">
                  <c:v>302</c:v>
                </c:pt>
                <c:pt idx="637">
                  <c:v>430</c:v>
                </c:pt>
                <c:pt idx="638">
                  <c:v>108</c:v>
                </c:pt>
                <c:pt idx="639">
                  <c:v>39</c:v>
                </c:pt>
                <c:pt idx="640">
                  <c:v>1496</c:v>
                </c:pt>
                <c:pt idx="641">
                  <c:v>388</c:v>
                </c:pt>
                <c:pt idx="642">
                  <c:v>47</c:v>
                </c:pt>
                <c:pt idx="643">
                  <c:v>25</c:v>
                </c:pt>
                <c:pt idx="645">
                  <c:v>46</c:v>
                </c:pt>
                <c:pt idx="646">
                  <c:v>310</c:v>
                </c:pt>
                <c:pt idx="648">
                  <c:v>481</c:v>
                </c:pt>
                <c:pt idx="649">
                  <c:v>147</c:v>
                </c:pt>
                <c:pt idx="650">
                  <c:v>203</c:v>
                </c:pt>
                <c:pt idx="651">
                  <c:v>15</c:v>
                </c:pt>
                <c:pt idx="652">
                  <c:v>25562</c:v>
                </c:pt>
                <c:pt idx="653">
                  <c:v>33734</c:v>
                </c:pt>
                <c:pt idx="654">
                  <c:v>507878</c:v>
                </c:pt>
                <c:pt idx="655">
                  <c:v>216209</c:v>
                </c:pt>
                <c:pt idx="656">
                  <c:v>515577</c:v>
                </c:pt>
                <c:pt idx="657">
                  <c:v>125883</c:v>
                </c:pt>
                <c:pt idx="658">
                  <c:v>1472668</c:v>
                </c:pt>
                <c:pt idx="659">
                  <c:v>34362</c:v>
                </c:pt>
                <c:pt idx="660">
                  <c:v>566791</c:v>
                </c:pt>
                <c:pt idx="661">
                  <c:v>230243</c:v>
                </c:pt>
                <c:pt idx="662">
                  <c:v>37778</c:v>
                </c:pt>
                <c:pt idx="663">
                  <c:v>600392</c:v>
                </c:pt>
                <c:pt idx="664">
                  <c:v>6844</c:v>
                </c:pt>
                <c:pt idx="665">
                  <c:v>413541</c:v>
                </c:pt>
                <c:pt idx="666">
                  <c:v>3874</c:v>
                </c:pt>
                <c:pt idx="667">
                  <c:v>22420</c:v>
                </c:pt>
                <c:pt idx="668">
                  <c:v>463276</c:v>
                </c:pt>
                <c:pt idx="669">
                  <c:v>87857</c:v>
                </c:pt>
                <c:pt idx="670">
                  <c:v>325132</c:v>
                </c:pt>
                <c:pt idx="671">
                  <c:v>425716</c:v>
                </c:pt>
                <c:pt idx="672">
                  <c:v>454917</c:v>
                </c:pt>
                <c:pt idx="673">
                  <c:v>300074</c:v>
                </c:pt>
                <c:pt idx="674">
                  <c:v>246008</c:v>
                </c:pt>
                <c:pt idx="675">
                  <c:v>141289</c:v>
                </c:pt>
                <c:pt idx="676">
                  <c:v>239367</c:v>
                </c:pt>
                <c:pt idx="677">
                  <c:v>262998</c:v>
                </c:pt>
                <c:pt idx="678">
                  <c:v>446531</c:v>
                </c:pt>
                <c:pt idx="679">
                  <c:v>697481</c:v>
                </c:pt>
                <c:pt idx="680">
                  <c:v>117464</c:v>
                </c:pt>
                <c:pt idx="681">
                  <c:v>43727</c:v>
                </c:pt>
                <c:pt idx="682">
                  <c:v>241111</c:v>
                </c:pt>
                <c:pt idx="683">
                  <c:v>50556</c:v>
                </c:pt>
                <c:pt idx="684">
                  <c:v>4519</c:v>
                </c:pt>
                <c:pt idx="685">
                  <c:v>252051</c:v>
                </c:pt>
                <c:pt idx="686">
                  <c:v>9055</c:v>
                </c:pt>
                <c:pt idx="687">
                  <c:v>204959</c:v>
                </c:pt>
                <c:pt idx="688">
                  <c:v>12278</c:v>
                </c:pt>
                <c:pt idx="689">
                  <c:v>49101</c:v>
                </c:pt>
                <c:pt idx="690">
                  <c:v>915</c:v>
                </c:pt>
                <c:pt idx="691">
                  <c:v>114505</c:v>
                </c:pt>
                <c:pt idx="692">
                  <c:v>156144</c:v>
                </c:pt>
                <c:pt idx="693">
                  <c:v>129199</c:v>
                </c:pt>
                <c:pt idx="694">
                  <c:v>28</c:v>
                </c:pt>
                <c:pt idx="695">
                  <c:v>125098</c:v>
                </c:pt>
                <c:pt idx="696">
                  <c:v>12363</c:v>
                </c:pt>
                <c:pt idx="697">
                  <c:v>29196</c:v>
                </c:pt>
                <c:pt idx="698">
                  <c:v>25793</c:v>
                </c:pt>
                <c:pt idx="699">
                  <c:v>259696</c:v>
                </c:pt>
                <c:pt idx="700">
                  <c:v>998</c:v>
                </c:pt>
                <c:pt idx="701">
                  <c:v>12568</c:v>
                </c:pt>
                <c:pt idx="702">
                  <c:v>96915</c:v>
                </c:pt>
                <c:pt idx="703">
                  <c:v>12741</c:v>
                </c:pt>
                <c:pt idx="704">
                  <c:v>1806</c:v>
                </c:pt>
                <c:pt idx="705">
                  <c:v>23287</c:v>
                </c:pt>
                <c:pt idx="706">
                  <c:v>69241</c:v>
                </c:pt>
                <c:pt idx="707">
                  <c:v>12682</c:v>
                </c:pt>
                <c:pt idx="708">
                  <c:v>3899</c:v>
                </c:pt>
                <c:pt idx="709">
                  <c:v>20</c:v>
                </c:pt>
                <c:pt idx="710">
                  <c:v>108</c:v>
                </c:pt>
                <c:pt idx="711">
                  <c:v>111483</c:v>
                </c:pt>
                <c:pt idx="712">
                  <c:v>4367</c:v>
                </c:pt>
                <c:pt idx="713">
                  <c:v>8052</c:v>
                </c:pt>
                <c:pt idx="714">
                  <c:v>85658</c:v>
                </c:pt>
                <c:pt idx="715">
                  <c:v>89316</c:v>
                </c:pt>
                <c:pt idx="716">
                  <c:v>83727</c:v>
                </c:pt>
                <c:pt idx="717">
                  <c:v>50431</c:v>
                </c:pt>
                <c:pt idx="718">
                  <c:v>8718</c:v>
                </c:pt>
                <c:pt idx="719">
                  <c:v>6608</c:v>
                </c:pt>
                <c:pt idx="720">
                  <c:v>1458</c:v>
                </c:pt>
                <c:pt idx="721">
                  <c:v>7002</c:v>
                </c:pt>
                <c:pt idx="722">
                  <c:v>37</c:v>
                </c:pt>
                <c:pt idx="723">
                  <c:v>58296</c:v>
                </c:pt>
                <c:pt idx="724">
                  <c:v>1462</c:v>
                </c:pt>
                <c:pt idx="725">
                  <c:v>15889</c:v>
                </c:pt>
                <c:pt idx="726">
                  <c:v>4308</c:v>
                </c:pt>
                <c:pt idx="727">
                  <c:v>264</c:v>
                </c:pt>
                <c:pt idx="728">
                  <c:v>16</c:v>
                </c:pt>
                <c:pt idx="729">
                  <c:v>20194</c:v>
                </c:pt>
                <c:pt idx="730">
                  <c:v>10257</c:v>
                </c:pt>
                <c:pt idx="731">
                  <c:v>2445</c:v>
                </c:pt>
                <c:pt idx="732">
                  <c:v>4923</c:v>
                </c:pt>
                <c:pt idx="733">
                  <c:v>7370</c:v>
                </c:pt>
                <c:pt idx="734">
                  <c:v>10266</c:v>
                </c:pt>
                <c:pt idx="735">
                  <c:v>3398</c:v>
                </c:pt>
                <c:pt idx="736">
                  <c:v>2281</c:v>
                </c:pt>
                <c:pt idx="737">
                  <c:v>3511</c:v>
                </c:pt>
                <c:pt idx="738">
                  <c:v>8222</c:v>
                </c:pt>
                <c:pt idx="739">
                  <c:v>1818</c:v>
                </c:pt>
                <c:pt idx="740">
                  <c:v>75801</c:v>
                </c:pt>
                <c:pt idx="741">
                  <c:v>25639</c:v>
                </c:pt>
                <c:pt idx="742">
                  <c:v>1194</c:v>
                </c:pt>
                <c:pt idx="743">
                  <c:v>7051</c:v>
                </c:pt>
                <c:pt idx="744">
                  <c:v>16473</c:v>
                </c:pt>
                <c:pt idx="745">
                  <c:v>582</c:v>
                </c:pt>
                <c:pt idx="746">
                  <c:v>31</c:v>
                </c:pt>
                <c:pt idx="747">
                  <c:v>80643</c:v>
                </c:pt>
                <c:pt idx="748">
                  <c:v>2723</c:v>
                </c:pt>
                <c:pt idx="749">
                  <c:v>388</c:v>
                </c:pt>
                <c:pt idx="750">
                  <c:v>918</c:v>
                </c:pt>
                <c:pt idx="751">
                  <c:v>1741</c:v>
                </c:pt>
                <c:pt idx="752">
                  <c:v>125</c:v>
                </c:pt>
                <c:pt idx="753">
                  <c:v>408</c:v>
                </c:pt>
                <c:pt idx="754">
                  <c:v>29578</c:v>
                </c:pt>
                <c:pt idx="755">
                  <c:v>5021</c:v>
                </c:pt>
                <c:pt idx="756">
                  <c:v>567</c:v>
                </c:pt>
                <c:pt idx="757">
                  <c:v>94</c:v>
                </c:pt>
                <c:pt idx="758">
                  <c:v>216</c:v>
                </c:pt>
                <c:pt idx="759">
                  <c:v>1756</c:v>
                </c:pt>
                <c:pt idx="760">
                  <c:v>21204</c:v>
                </c:pt>
                <c:pt idx="761">
                  <c:v>1936</c:v>
                </c:pt>
                <c:pt idx="762">
                  <c:v>125</c:v>
                </c:pt>
                <c:pt idx="763">
                  <c:v>376</c:v>
                </c:pt>
                <c:pt idx="764">
                  <c:v>42</c:v>
                </c:pt>
                <c:pt idx="765">
                  <c:v>52338</c:v>
                </c:pt>
                <c:pt idx="766">
                  <c:v>1018</c:v>
                </c:pt>
                <c:pt idx="767">
                  <c:v>1401</c:v>
                </c:pt>
                <c:pt idx="768">
                  <c:v>2272</c:v>
                </c:pt>
                <c:pt idx="769">
                  <c:v>7686</c:v>
                </c:pt>
                <c:pt idx="770">
                  <c:v>9522</c:v>
                </c:pt>
                <c:pt idx="771">
                  <c:v>3885</c:v>
                </c:pt>
                <c:pt idx="772">
                  <c:v>41752</c:v>
                </c:pt>
                <c:pt idx="773">
                  <c:v>89</c:v>
                </c:pt>
                <c:pt idx="774">
                  <c:v>755</c:v>
                </c:pt>
                <c:pt idx="775">
                  <c:v>22243</c:v>
                </c:pt>
                <c:pt idx="776">
                  <c:v>145</c:v>
                </c:pt>
                <c:pt idx="777">
                  <c:v>57449</c:v>
                </c:pt>
                <c:pt idx="778">
                  <c:v>14898</c:v>
                </c:pt>
                <c:pt idx="779">
                  <c:v>950</c:v>
                </c:pt>
                <c:pt idx="780">
                  <c:v>4118</c:v>
                </c:pt>
                <c:pt idx="781">
                  <c:v>504</c:v>
                </c:pt>
                <c:pt idx="782">
                  <c:v>16</c:v>
                </c:pt>
                <c:pt idx="784">
                  <c:v>97</c:v>
                </c:pt>
                <c:pt idx="785">
                  <c:v>25592</c:v>
                </c:pt>
                <c:pt idx="786">
                  <c:v>8414</c:v>
                </c:pt>
                <c:pt idx="787">
                  <c:v>35888</c:v>
                </c:pt>
                <c:pt idx="788">
                  <c:v>1333</c:v>
                </c:pt>
                <c:pt idx="789">
                  <c:v>2316</c:v>
                </c:pt>
                <c:pt idx="790">
                  <c:v>230</c:v>
                </c:pt>
                <c:pt idx="791">
                  <c:v>2165</c:v>
                </c:pt>
                <c:pt idx="792">
                  <c:v>14</c:v>
                </c:pt>
                <c:pt idx="793">
                  <c:v>927</c:v>
                </c:pt>
                <c:pt idx="794">
                  <c:v>1176</c:v>
                </c:pt>
                <c:pt idx="795">
                  <c:v>4490</c:v>
                </c:pt>
                <c:pt idx="796">
                  <c:v>4359</c:v>
                </c:pt>
                <c:pt idx="797">
                  <c:v>2625</c:v>
                </c:pt>
                <c:pt idx="798">
                  <c:v>1342</c:v>
                </c:pt>
                <c:pt idx="799">
                  <c:v>76</c:v>
                </c:pt>
                <c:pt idx="800">
                  <c:v>635</c:v>
                </c:pt>
                <c:pt idx="801">
                  <c:v>11665</c:v>
                </c:pt>
                <c:pt idx="802">
                  <c:v>3905</c:v>
                </c:pt>
                <c:pt idx="803">
                  <c:v>2617</c:v>
                </c:pt>
                <c:pt idx="804">
                  <c:v>490</c:v>
                </c:pt>
                <c:pt idx="805">
                  <c:v>1003</c:v>
                </c:pt>
                <c:pt idx="806">
                  <c:v>1178</c:v>
                </c:pt>
                <c:pt idx="807">
                  <c:v>5919</c:v>
                </c:pt>
                <c:pt idx="808">
                  <c:v>4445</c:v>
                </c:pt>
                <c:pt idx="809">
                  <c:v>334</c:v>
                </c:pt>
                <c:pt idx="810">
                  <c:v>9</c:v>
                </c:pt>
                <c:pt idx="811">
                  <c:v>2433</c:v>
                </c:pt>
                <c:pt idx="812">
                  <c:v>700</c:v>
                </c:pt>
                <c:pt idx="813">
                  <c:v>6754</c:v>
                </c:pt>
                <c:pt idx="814">
                  <c:v>347</c:v>
                </c:pt>
                <c:pt idx="815">
                  <c:v>167</c:v>
                </c:pt>
                <c:pt idx="816">
                  <c:v>2884</c:v>
                </c:pt>
                <c:pt idx="817">
                  <c:v>3708</c:v>
                </c:pt>
                <c:pt idx="818">
                  <c:v>5</c:v>
                </c:pt>
                <c:pt idx="819">
                  <c:v>1049</c:v>
                </c:pt>
                <c:pt idx="820">
                  <c:v>363</c:v>
                </c:pt>
                <c:pt idx="821">
                  <c:v>359</c:v>
                </c:pt>
                <c:pt idx="822">
                  <c:v>108</c:v>
                </c:pt>
                <c:pt idx="823">
                  <c:v>5411</c:v>
                </c:pt>
                <c:pt idx="824">
                  <c:v>407</c:v>
                </c:pt>
                <c:pt idx="825">
                  <c:v>140</c:v>
                </c:pt>
                <c:pt idx="826">
                  <c:v>16</c:v>
                </c:pt>
                <c:pt idx="827">
                  <c:v>202</c:v>
                </c:pt>
                <c:pt idx="828">
                  <c:v>2034</c:v>
                </c:pt>
                <c:pt idx="829">
                  <c:v>1871</c:v>
                </c:pt>
                <c:pt idx="830">
                  <c:v>1533</c:v>
                </c:pt>
                <c:pt idx="831">
                  <c:v>4312</c:v>
                </c:pt>
                <c:pt idx="832">
                  <c:v>296</c:v>
                </c:pt>
                <c:pt idx="833">
                  <c:v>116</c:v>
                </c:pt>
                <c:pt idx="834">
                  <c:v>12</c:v>
                </c:pt>
                <c:pt idx="835">
                  <c:v>286</c:v>
                </c:pt>
                <c:pt idx="836">
                  <c:v>677</c:v>
                </c:pt>
                <c:pt idx="837">
                  <c:v>41</c:v>
                </c:pt>
                <c:pt idx="838">
                  <c:v>53</c:v>
                </c:pt>
                <c:pt idx="839">
                  <c:v>278</c:v>
                </c:pt>
                <c:pt idx="840">
                  <c:v>114</c:v>
                </c:pt>
                <c:pt idx="841">
                  <c:v>254</c:v>
                </c:pt>
                <c:pt idx="842">
                  <c:v>250</c:v>
                </c:pt>
                <c:pt idx="843">
                  <c:v>292</c:v>
                </c:pt>
                <c:pt idx="844">
                  <c:v>129</c:v>
                </c:pt>
                <c:pt idx="845">
                  <c:v>170</c:v>
                </c:pt>
                <c:pt idx="847">
                  <c:v>309</c:v>
                </c:pt>
                <c:pt idx="848">
                  <c:v>14</c:v>
                </c:pt>
                <c:pt idx="849">
                  <c:v>330</c:v>
                </c:pt>
                <c:pt idx="850">
                  <c:v>391</c:v>
                </c:pt>
                <c:pt idx="851">
                  <c:v>138</c:v>
                </c:pt>
                <c:pt idx="852">
                  <c:v>142</c:v>
                </c:pt>
                <c:pt idx="853">
                  <c:v>63</c:v>
                </c:pt>
                <c:pt idx="854">
                  <c:v>152435</c:v>
                </c:pt>
                <c:pt idx="855">
                  <c:v>485506</c:v>
                </c:pt>
                <c:pt idx="856">
                  <c:v>325381</c:v>
                </c:pt>
                <c:pt idx="857">
                  <c:v>238138</c:v>
                </c:pt>
                <c:pt idx="858">
                  <c:v>1975</c:v>
                </c:pt>
                <c:pt idx="859">
                  <c:v>111092</c:v>
                </c:pt>
                <c:pt idx="860">
                  <c:v>336888</c:v>
                </c:pt>
                <c:pt idx="861">
                  <c:v>523686</c:v>
                </c:pt>
                <c:pt idx="862">
                  <c:v>226081</c:v>
                </c:pt>
                <c:pt idx="863">
                  <c:v>2450</c:v>
                </c:pt>
                <c:pt idx="864">
                  <c:v>586679</c:v>
                </c:pt>
                <c:pt idx="865">
                  <c:v>93314</c:v>
                </c:pt>
                <c:pt idx="866">
                  <c:v>748654</c:v>
                </c:pt>
                <c:pt idx="867">
                  <c:v>120475</c:v>
                </c:pt>
                <c:pt idx="868">
                  <c:v>242221</c:v>
                </c:pt>
                <c:pt idx="869">
                  <c:v>51</c:v>
                </c:pt>
                <c:pt idx="870">
                  <c:v>146712</c:v>
                </c:pt>
                <c:pt idx="871">
                  <c:v>75015</c:v>
                </c:pt>
                <c:pt idx="872">
                  <c:v>465254</c:v>
                </c:pt>
                <c:pt idx="873">
                  <c:v>47751</c:v>
                </c:pt>
                <c:pt idx="874">
                  <c:v>327565</c:v>
                </c:pt>
                <c:pt idx="875">
                  <c:v>154049</c:v>
                </c:pt>
                <c:pt idx="876">
                  <c:v>491048</c:v>
                </c:pt>
                <c:pt idx="877">
                  <c:v>167549</c:v>
                </c:pt>
                <c:pt idx="878">
                  <c:v>143584</c:v>
                </c:pt>
                <c:pt idx="879">
                  <c:v>494092</c:v>
                </c:pt>
                <c:pt idx="880">
                  <c:v>5245</c:v>
                </c:pt>
                <c:pt idx="881">
                  <c:v>120389</c:v>
                </c:pt>
                <c:pt idx="882">
                  <c:v>272334</c:v>
                </c:pt>
                <c:pt idx="883">
                  <c:v>118117</c:v>
                </c:pt>
                <c:pt idx="884">
                  <c:v>295591</c:v>
                </c:pt>
                <c:pt idx="885">
                  <c:v>131574</c:v>
                </c:pt>
                <c:pt idx="886">
                  <c:v>46286</c:v>
                </c:pt>
                <c:pt idx="887">
                  <c:v>52233</c:v>
                </c:pt>
                <c:pt idx="888">
                  <c:v>102103</c:v>
                </c:pt>
                <c:pt idx="889">
                  <c:v>71229</c:v>
                </c:pt>
                <c:pt idx="890">
                  <c:v>21747</c:v>
                </c:pt>
                <c:pt idx="891">
                  <c:v>22563</c:v>
                </c:pt>
                <c:pt idx="892">
                  <c:v>43149</c:v>
                </c:pt>
                <c:pt idx="893">
                  <c:v>75139</c:v>
                </c:pt>
                <c:pt idx="894">
                  <c:v>13372</c:v>
                </c:pt>
                <c:pt idx="895">
                  <c:v>62183</c:v>
                </c:pt>
                <c:pt idx="896">
                  <c:v>36059</c:v>
                </c:pt>
                <c:pt idx="897">
                  <c:v>20132</c:v>
                </c:pt>
                <c:pt idx="898">
                  <c:v>21368</c:v>
                </c:pt>
                <c:pt idx="899">
                  <c:v>31976</c:v>
                </c:pt>
                <c:pt idx="900">
                  <c:v>3634</c:v>
                </c:pt>
                <c:pt idx="901">
                  <c:v>114013</c:v>
                </c:pt>
                <c:pt idx="902">
                  <c:v>5340</c:v>
                </c:pt>
                <c:pt idx="903">
                  <c:v>39590</c:v>
                </c:pt>
                <c:pt idx="904">
                  <c:v>70814</c:v>
                </c:pt>
                <c:pt idx="905">
                  <c:v>30341</c:v>
                </c:pt>
                <c:pt idx="906">
                  <c:v>2915</c:v>
                </c:pt>
                <c:pt idx="907">
                  <c:v>2115</c:v>
                </c:pt>
                <c:pt idx="908">
                  <c:v>100637</c:v>
                </c:pt>
                <c:pt idx="909">
                  <c:v>19259</c:v>
                </c:pt>
                <c:pt idx="910">
                  <c:v>6958</c:v>
                </c:pt>
                <c:pt idx="911">
                  <c:v>886</c:v>
                </c:pt>
                <c:pt idx="912">
                  <c:v>88708</c:v>
                </c:pt>
                <c:pt idx="913">
                  <c:v>49312</c:v>
                </c:pt>
                <c:pt idx="915">
                  <c:v>12069</c:v>
                </c:pt>
                <c:pt idx="916">
                  <c:v>1928</c:v>
                </c:pt>
                <c:pt idx="917">
                  <c:v>68790</c:v>
                </c:pt>
                <c:pt idx="918">
                  <c:v>54190</c:v>
                </c:pt>
                <c:pt idx="919">
                  <c:v>80733</c:v>
                </c:pt>
                <c:pt idx="920">
                  <c:v>76395</c:v>
                </c:pt>
                <c:pt idx="921">
                  <c:v>6018</c:v>
                </c:pt>
                <c:pt idx="922">
                  <c:v>3616</c:v>
                </c:pt>
                <c:pt idx="923">
                  <c:v>63007</c:v>
                </c:pt>
                <c:pt idx="924">
                  <c:v>3273</c:v>
                </c:pt>
                <c:pt idx="925">
                  <c:v>39743</c:v>
                </c:pt>
                <c:pt idx="926">
                  <c:v>35515</c:v>
                </c:pt>
                <c:pt idx="927">
                  <c:v>264</c:v>
                </c:pt>
                <c:pt idx="928">
                  <c:v>18793</c:v>
                </c:pt>
                <c:pt idx="929">
                  <c:v>24456</c:v>
                </c:pt>
                <c:pt idx="930">
                  <c:v>1802</c:v>
                </c:pt>
                <c:pt idx="931">
                  <c:v>67243</c:v>
                </c:pt>
                <c:pt idx="932">
                  <c:v>620</c:v>
                </c:pt>
                <c:pt idx="933">
                  <c:v>28295</c:v>
                </c:pt>
                <c:pt idx="934">
                  <c:v>4523</c:v>
                </c:pt>
                <c:pt idx="935">
                  <c:v>42137</c:v>
                </c:pt>
                <c:pt idx="936">
                  <c:v>49549</c:v>
                </c:pt>
                <c:pt idx="937">
                  <c:v>1126</c:v>
                </c:pt>
                <c:pt idx="939">
                  <c:v>411</c:v>
                </c:pt>
                <c:pt idx="940">
                  <c:v>3953</c:v>
                </c:pt>
                <c:pt idx="941">
                  <c:v>55044</c:v>
                </c:pt>
                <c:pt idx="942">
                  <c:v>1130</c:v>
                </c:pt>
                <c:pt idx="943">
                  <c:v>808</c:v>
                </c:pt>
                <c:pt idx="944">
                  <c:v>9507</c:v>
                </c:pt>
                <c:pt idx="945">
                  <c:v>11488</c:v>
                </c:pt>
                <c:pt idx="946">
                  <c:v>41571</c:v>
                </c:pt>
                <c:pt idx="947">
                  <c:v>17433</c:v>
                </c:pt>
                <c:pt idx="948">
                  <c:v>54065</c:v>
                </c:pt>
                <c:pt idx="949">
                  <c:v>7789</c:v>
                </c:pt>
                <c:pt idx="950">
                  <c:v>7812</c:v>
                </c:pt>
                <c:pt idx="951">
                  <c:v>28204</c:v>
                </c:pt>
                <c:pt idx="952">
                  <c:v>13135</c:v>
                </c:pt>
                <c:pt idx="953">
                  <c:v>24845</c:v>
                </c:pt>
                <c:pt idx="954">
                  <c:v>10329</c:v>
                </c:pt>
                <c:pt idx="955">
                  <c:v>17170</c:v>
                </c:pt>
                <c:pt idx="956">
                  <c:v>15627</c:v>
                </c:pt>
                <c:pt idx="957">
                  <c:v>3284</c:v>
                </c:pt>
                <c:pt idx="958">
                  <c:v>1823</c:v>
                </c:pt>
                <c:pt idx="959">
                  <c:v>2551</c:v>
                </c:pt>
                <c:pt idx="960">
                  <c:v>9942</c:v>
                </c:pt>
                <c:pt idx="961">
                  <c:v>7954</c:v>
                </c:pt>
                <c:pt idx="962">
                  <c:v>2471</c:v>
                </c:pt>
                <c:pt idx="963">
                  <c:v>21514</c:v>
                </c:pt>
                <c:pt idx="964">
                  <c:v>5975</c:v>
                </c:pt>
                <c:pt idx="965">
                  <c:v>800</c:v>
                </c:pt>
                <c:pt idx="966">
                  <c:v>7873</c:v>
                </c:pt>
                <c:pt idx="967">
                  <c:v>5482</c:v>
                </c:pt>
                <c:pt idx="968">
                  <c:v>23917</c:v>
                </c:pt>
                <c:pt idx="969">
                  <c:v>8949</c:v>
                </c:pt>
                <c:pt idx="970">
                  <c:v>1518</c:v>
                </c:pt>
                <c:pt idx="971">
                  <c:v>178012</c:v>
                </c:pt>
                <c:pt idx="972">
                  <c:v>9535</c:v>
                </c:pt>
                <c:pt idx="973">
                  <c:v>1444</c:v>
                </c:pt>
                <c:pt idx="974">
                  <c:v>3924</c:v>
                </c:pt>
                <c:pt idx="975">
                  <c:v>2652</c:v>
                </c:pt>
                <c:pt idx="976">
                  <c:v>265</c:v>
                </c:pt>
                <c:pt idx="977">
                  <c:v>1671</c:v>
                </c:pt>
                <c:pt idx="978">
                  <c:v>11403</c:v>
                </c:pt>
                <c:pt idx="979">
                  <c:v>2570</c:v>
                </c:pt>
                <c:pt idx="980">
                  <c:v>1076</c:v>
                </c:pt>
                <c:pt idx="981">
                  <c:v>53293</c:v>
                </c:pt>
                <c:pt idx="982">
                  <c:v>104</c:v>
                </c:pt>
                <c:pt idx="983">
                  <c:v>375</c:v>
                </c:pt>
                <c:pt idx="984">
                  <c:v>574</c:v>
                </c:pt>
                <c:pt idx="985">
                  <c:v>635</c:v>
                </c:pt>
                <c:pt idx="986">
                  <c:v>660</c:v>
                </c:pt>
                <c:pt idx="987">
                  <c:v>1305</c:v>
                </c:pt>
                <c:pt idx="988">
                  <c:v>459</c:v>
                </c:pt>
                <c:pt idx="989">
                  <c:v>1152</c:v>
                </c:pt>
                <c:pt idx="990">
                  <c:v>7103</c:v>
                </c:pt>
                <c:pt idx="991">
                  <c:v>14230</c:v>
                </c:pt>
                <c:pt idx="992">
                  <c:v>442</c:v>
                </c:pt>
                <c:pt idx="993">
                  <c:v>300</c:v>
                </c:pt>
                <c:pt idx="994">
                  <c:v>5635</c:v>
                </c:pt>
                <c:pt idx="995">
                  <c:v>54001</c:v>
                </c:pt>
                <c:pt idx="996">
                  <c:v>25344</c:v>
                </c:pt>
                <c:pt idx="997">
                  <c:v>390</c:v>
                </c:pt>
                <c:pt idx="998">
                  <c:v>1681</c:v>
                </c:pt>
                <c:pt idx="999">
                  <c:v>533</c:v>
                </c:pt>
                <c:pt idx="1000">
                  <c:v>3255</c:v>
                </c:pt>
                <c:pt idx="1001">
                  <c:v>2105</c:v>
                </c:pt>
                <c:pt idx="1002">
                  <c:v>14</c:v>
                </c:pt>
                <c:pt idx="1003">
                  <c:v>188</c:v>
                </c:pt>
                <c:pt idx="1004">
                  <c:v>8330</c:v>
                </c:pt>
                <c:pt idx="1005">
                  <c:v>2598</c:v>
                </c:pt>
                <c:pt idx="1006">
                  <c:v>3433</c:v>
                </c:pt>
                <c:pt idx="1007">
                  <c:v>28370</c:v>
                </c:pt>
                <c:pt idx="1008">
                  <c:v>64805</c:v>
                </c:pt>
                <c:pt idx="1009">
                  <c:v>1696</c:v>
                </c:pt>
                <c:pt idx="1010">
                  <c:v>65</c:v>
                </c:pt>
                <c:pt idx="1011">
                  <c:v>2008</c:v>
                </c:pt>
                <c:pt idx="1012">
                  <c:v>22</c:v>
                </c:pt>
                <c:pt idx="1013">
                  <c:v>1883</c:v>
                </c:pt>
                <c:pt idx="1014">
                  <c:v>2226</c:v>
                </c:pt>
                <c:pt idx="1015">
                  <c:v>1950</c:v>
                </c:pt>
                <c:pt idx="1016">
                  <c:v>6898</c:v>
                </c:pt>
                <c:pt idx="1017">
                  <c:v>1057</c:v>
                </c:pt>
                <c:pt idx="1018">
                  <c:v>1299</c:v>
                </c:pt>
                <c:pt idx="1019">
                  <c:v>249</c:v>
                </c:pt>
                <c:pt idx="1020">
                  <c:v>5372</c:v>
                </c:pt>
                <c:pt idx="1021">
                  <c:v>36512</c:v>
                </c:pt>
                <c:pt idx="1022">
                  <c:v>2257</c:v>
                </c:pt>
                <c:pt idx="1023">
                  <c:v>2579</c:v>
                </c:pt>
                <c:pt idx="1024">
                  <c:v>2870</c:v>
                </c:pt>
                <c:pt idx="1025">
                  <c:v>11656</c:v>
                </c:pt>
                <c:pt idx="1026">
                  <c:v>7179</c:v>
                </c:pt>
                <c:pt idx="1027">
                  <c:v>14916</c:v>
                </c:pt>
                <c:pt idx="1028">
                  <c:v>1285</c:v>
                </c:pt>
                <c:pt idx="1029">
                  <c:v>11330</c:v>
                </c:pt>
                <c:pt idx="1030">
                  <c:v>327</c:v>
                </c:pt>
                <c:pt idx="1031">
                  <c:v>11059</c:v>
                </c:pt>
                <c:pt idx="1032">
                  <c:v>1803</c:v>
                </c:pt>
                <c:pt idx="1033">
                  <c:v>480</c:v>
                </c:pt>
                <c:pt idx="1034">
                  <c:v>128</c:v>
                </c:pt>
                <c:pt idx="1035">
                  <c:v>10656</c:v>
                </c:pt>
                <c:pt idx="1036">
                  <c:v>247</c:v>
                </c:pt>
                <c:pt idx="1037">
                  <c:v>789</c:v>
                </c:pt>
                <c:pt idx="1038">
                  <c:v>55489</c:v>
                </c:pt>
                <c:pt idx="1039">
                  <c:v>7127</c:v>
                </c:pt>
                <c:pt idx="1040">
                  <c:v>519</c:v>
                </c:pt>
                <c:pt idx="1041">
                  <c:v>5407</c:v>
                </c:pt>
                <c:pt idx="1042">
                  <c:v>3708</c:v>
                </c:pt>
                <c:pt idx="1043">
                  <c:v>5370</c:v>
                </c:pt>
                <c:pt idx="1044">
                  <c:v>4452</c:v>
                </c:pt>
                <c:pt idx="1045">
                  <c:v>1069</c:v>
                </c:pt>
                <c:pt idx="1046">
                  <c:v>21</c:v>
                </c:pt>
                <c:pt idx="1047">
                  <c:v>12757</c:v>
                </c:pt>
                <c:pt idx="1048">
                  <c:v>1967</c:v>
                </c:pt>
                <c:pt idx="1049">
                  <c:v>21882</c:v>
                </c:pt>
                <c:pt idx="1050">
                  <c:v>854</c:v>
                </c:pt>
                <c:pt idx="1051">
                  <c:v>11</c:v>
                </c:pt>
                <c:pt idx="1052">
                  <c:v>584</c:v>
                </c:pt>
                <c:pt idx="1053">
                  <c:v>5019</c:v>
                </c:pt>
                <c:pt idx="1054">
                  <c:v>3980</c:v>
                </c:pt>
                <c:pt idx="1055">
                  <c:v>1876</c:v>
                </c:pt>
                <c:pt idx="1056">
                  <c:v>1081</c:v>
                </c:pt>
                <c:pt idx="1057">
                  <c:v>593</c:v>
                </c:pt>
                <c:pt idx="1058">
                  <c:v>492</c:v>
                </c:pt>
                <c:pt idx="1059">
                  <c:v>3357</c:v>
                </c:pt>
                <c:pt idx="1060">
                  <c:v>13308</c:v>
                </c:pt>
                <c:pt idx="1061">
                  <c:v>1649</c:v>
                </c:pt>
                <c:pt idx="1062">
                  <c:v>2565</c:v>
                </c:pt>
                <c:pt idx="1063">
                  <c:v>30</c:v>
                </c:pt>
                <c:pt idx="1064">
                  <c:v>33714</c:v>
                </c:pt>
                <c:pt idx="1065">
                  <c:v>183</c:v>
                </c:pt>
                <c:pt idx="1066">
                  <c:v>365</c:v>
                </c:pt>
                <c:pt idx="1067">
                  <c:v>150</c:v>
                </c:pt>
                <c:pt idx="1068">
                  <c:v>22186</c:v>
                </c:pt>
                <c:pt idx="1069">
                  <c:v>130</c:v>
                </c:pt>
                <c:pt idx="1070">
                  <c:v>16302</c:v>
                </c:pt>
                <c:pt idx="1071">
                  <c:v>24319</c:v>
                </c:pt>
                <c:pt idx="1072">
                  <c:v>4315</c:v>
                </c:pt>
                <c:pt idx="1073">
                  <c:v>38</c:v>
                </c:pt>
                <c:pt idx="1074">
                  <c:v>3978</c:v>
                </c:pt>
                <c:pt idx="1075">
                  <c:v>3888</c:v>
                </c:pt>
                <c:pt idx="1076">
                  <c:v>5121</c:v>
                </c:pt>
                <c:pt idx="1077">
                  <c:v>466</c:v>
                </c:pt>
                <c:pt idx="1078">
                  <c:v>74</c:v>
                </c:pt>
                <c:pt idx="1079">
                  <c:v>1128</c:v>
                </c:pt>
                <c:pt idx="1080">
                  <c:v>443</c:v>
                </c:pt>
                <c:pt idx="1081">
                  <c:v>424</c:v>
                </c:pt>
                <c:pt idx="1082">
                  <c:v>43</c:v>
                </c:pt>
                <c:pt idx="1083">
                  <c:v>5127</c:v>
                </c:pt>
                <c:pt idx="1084">
                  <c:v>1007</c:v>
                </c:pt>
                <c:pt idx="1085">
                  <c:v>313</c:v>
                </c:pt>
                <c:pt idx="1086">
                  <c:v>172</c:v>
                </c:pt>
                <c:pt idx="1087">
                  <c:v>1091</c:v>
                </c:pt>
                <c:pt idx="1088">
                  <c:v>522</c:v>
                </c:pt>
                <c:pt idx="1089">
                  <c:v>205</c:v>
                </c:pt>
                <c:pt idx="1090">
                  <c:v>1548</c:v>
                </c:pt>
                <c:pt idx="1091">
                  <c:v>479</c:v>
                </c:pt>
                <c:pt idx="1092">
                  <c:v>28</c:v>
                </c:pt>
                <c:pt idx="1093">
                  <c:v>515</c:v>
                </c:pt>
                <c:pt idx="1094">
                  <c:v>4280</c:v>
                </c:pt>
                <c:pt idx="1095">
                  <c:v>31</c:v>
                </c:pt>
                <c:pt idx="1096">
                  <c:v>5018</c:v>
                </c:pt>
                <c:pt idx="1097">
                  <c:v>211</c:v>
                </c:pt>
                <c:pt idx="1098">
                  <c:v>8550</c:v>
                </c:pt>
                <c:pt idx="1099">
                  <c:v>160</c:v>
                </c:pt>
                <c:pt idx="1100">
                  <c:v>210</c:v>
                </c:pt>
                <c:pt idx="1101">
                  <c:v>445</c:v>
                </c:pt>
                <c:pt idx="1102">
                  <c:v>745</c:v>
                </c:pt>
                <c:pt idx="1103">
                  <c:v>407</c:v>
                </c:pt>
                <c:pt idx="1104">
                  <c:v>15</c:v>
                </c:pt>
                <c:pt idx="1105">
                  <c:v>362</c:v>
                </c:pt>
                <c:pt idx="1106">
                  <c:v>1165</c:v>
                </c:pt>
                <c:pt idx="1107">
                  <c:v>228</c:v>
                </c:pt>
                <c:pt idx="1109">
                  <c:v>47</c:v>
                </c:pt>
                <c:pt idx="1110">
                  <c:v>424</c:v>
                </c:pt>
                <c:pt idx="1111">
                  <c:v>249</c:v>
                </c:pt>
                <c:pt idx="1112">
                  <c:v>234</c:v>
                </c:pt>
                <c:pt idx="1113">
                  <c:v>2310</c:v>
                </c:pt>
                <c:pt idx="1114">
                  <c:v>260</c:v>
                </c:pt>
                <c:pt idx="1115">
                  <c:v>354</c:v>
                </c:pt>
                <c:pt idx="1116">
                  <c:v>19</c:v>
                </c:pt>
                <c:pt idx="1117">
                  <c:v>1050</c:v>
                </c:pt>
                <c:pt idx="1118">
                  <c:v>3838</c:v>
                </c:pt>
                <c:pt idx="1119">
                  <c:v>1079</c:v>
                </c:pt>
                <c:pt idx="1120">
                  <c:v>374</c:v>
                </c:pt>
                <c:pt idx="1121">
                  <c:v>54</c:v>
                </c:pt>
                <c:pt idx="1122">
                  <c:v>95</c:v>
                </c:pt>
                <c:pt idx="1123">
                  <c:v>873</c:v>
                </c:pt>
                <c:pt idx="1125">
                  <c:v>874</c:v>
                </c:pt>
                <c:pt idx="1126">
                  <c:v>118</c:v>
                </c:pt>
                <c:pt idx="1127">
                  <c:v>17</c:v>
                </c:pt>
                <c:pt idx="1128">
                  <c:v>195</c:v>
                </c:pt>
                <c:pt idx="1129">
                  <c:v>10</c:v>
                </c:pt>
                <c:pt idx="1130">
                  <c:v>54</c:v>
                </c:pt>
                <c:pt idx="1131">
                  <c:v>33</c:v>
                </c:pt>
                <c:pt idx="1132">
                  <c:v>6</c:v>
                </c:pt>
                <c:pt idx="1133">
                  <c:v>458</c:v>
                </c:pt>
                <c:pt idx="1134">
                  <c:v>11</c:v>
                </c:pt>
                <c:pt idx="1135">
                  <c:v>108</c:v>
                </c:pt>
                <c:pt idx="1136">
                  <c:v>23</c:v>
                </c:pt>
                <c:pt idx="1137">
                  <c:v>404920</c:v>
                </c:pt>
                <c:pt idx="1138">
                  <c:v>126473</c:v>
                </c:pt>
                <c:pt idx="1139">
                  <c:v>989090</c:v>
                </c:pt>
                <c:pt idx="1140">
                  <c:v>112537</c:v>
                </c:pt>
                <c:pt idx="1141">
                  <c:v>4622</c:v>
                </c:pt>
                <c:pt idx="1142">
                  <c:v>48435</c:v>
                </c:pt>
                <c:pt idx="1143">
                  <c:v>148562</c:v>
                </c:pt>
                <c:pt idx="1144">
                  <c:v>70087</c:v>
                </c:pt>
                <c:pt idx="1145">
                  <c:v>148386</c:v>
                </c:pt>
                <c:pt idx="1146">
                  <c:v>24142</c:v>
                </c:pt>
                <c:pt idx="1147">
                  <c:v>28537</c:v>
                </c:pt>
                <c:pt idx="1148">
                  <c:v>190878</c:v>
                </c:pt>
                <c:pt idx="1149">
                  <c:v>13331</c:v>
                </c:pt>
                <c:pt idx="1150">
                  <c:v>125720</c:v>
                </c:pt>
                <c:pt idx="1151">
                  <c:v>224900</c:v>
                </c:pt>
                <c:pt idx="1152">
                  <c:v>2706</c:v>
                </c:pt>
                <c:pt idx="1153">
                  <c:v>6445</c:v>
                </c:pt>
                <c:pt idx="1154">
                  <c:v>233165</c:v>
                </c:pt>
                <c:pt idx="1155">
                  <c:v>3538</c:v>
                </c:pt>
                <c:pt idx="1156">
                  <c:v>21852</c:v>
                </c:pt>
                <c:pt idx="1157">
                  <c:v>9651</c:v>
                </c:pt>
                <c:pt idx="1158">
                  <c:v>308291</c:v>
                </c:pt>
                <c:pt idx="1159">
                  <c:v>101178</c:v>
                </c:pt>
                <c:pt idx="1160">
                  <c:v>72460</c:v>
                </c:pt>
                <c:pt idx="1161">
                  <c:v>152791</c:v>
                </c:pt>
                <c:pt idx="1162">
                  <c:v>6</c:v>
                </c:pt>
                <c:pt idx="1163">
                  <c:v>49557</c:v>
                </c:pt>
                <c:pt idx="1164">
                  <c:v>264884</c:v>
                </c:pt>
                <c:pt idx="1165">
                  <c:v>151679</c:v>
                </c:pt>
                <c:pt idx="1166">
                  <c:v>100911</c:v>
                </c:pt>
                <c:pt idx="1167">
                  <c:v>16970</c:v>
                </c:pt>
                <c:pt idx="1168">
                  <c:v>151518</c:v>
                </c:pt>
                <c:pt idx="1169">
                  <c:v>208185</c:v>
                </c:pt>
                <c:pt idx="1170">
                  <c:v>58192</c:v>
                </c:pt>
                <c:pt idx="1171">
                  <c:v>18546</c:v>
                </c:pt>
                <c:pt idx="1172">
                  <c:v>18040</c:v>
                </c:pt>
                <c:pt idx="1173">
                  <c:v>570138</c:v>
                </c:pt>
                <c:pt idx="1174">
                  <c:v>143899</c:v>
                </c:pt>
                <c:pt idx="1175">
                  <c:v>50028</c:v>
                </c:pt>
                <c:pt idx="1176">
                  <c:v>14071</c:v>
                </c:pt>
                <c:pt idx="1177">
                  <c:v>31385</c:v>
                </c:pt>
                <c:pt idx="1178">
                  <c:v>54566</c:v>
                </c:pt>
                <c:pt idx="1179">
                  <c:v>175273</c:v>
                </c:pt>
                <c:pt idx="1180">
                  <c:v>404486</c:v>
                </c:pt>
                <c:pt idx="1181">
                  <c:v>10102</c:v>
                </c:pt>
                <c:pt idx="1182">
                  <c:v>88019</c:v>
                </c:pt>
                <c:pt idx="1183">
                  <c:v>5761</c:v>
                </c:pt>
                <c:pt idx="1184">
                  <c:v>45628</c:v>
                </c:pt>
                <c:pt idx="1185">
                  <c:v>66488</c:v>
                </c:pt>
                <c:pt idx="1186">
                  <c:v>22256</c:v>
                </c:pt>
                <c:pt idx="1187">
                  <c:v>132821</c:v>
                </c:pt>
                <c:pt idx="1188">
                  <c:v>41867</c:v>
                </c:pt>
                <c:pt idx="1189">
                  <c:v>40082</c:v>
                </c:pt>
                <c:pt idx="1190">
                  <c:v>16273</c:v>
                </c:pt>
                <c:pt idx="1191">
                  <c:v>120488</c:v>
                </c:pt>
                <c:pt idx="1192">
                  <c:v>2616</c:v>
                </c:pt>
                <c:pt idx="1193">
                  <c:v>166288</c:v>
                </c:pt>
                <c:pt idx="1194">
                  <c:v>121939</c:v>
                </c:pt>
                <c:pt idx="1195">
                  <c:v>19738</c:v>
                </c:pt>
                <c:pt idx="1196">
                  <c:v>75132</c:v>
                </c:pt>
                <c:pt idx="1197">
                  <c:v>18575</c:v>
                </c:pt>
                <c:pt idx="1198">
                  <c:v>1214</c:v>
                </c:pt>
                <c:pt idx="1199">
                  <c:v>30373</c:v>
                </c:pt>
                <c:pt idx="1200">
                  <c:v>155997</c:v>
                </c:pt>
                <c:pt idx="1201">
                  <c:v>55118</c:v>
                </c:pt>
                <c:pt idx="1202">
                  <c:v>10371</c:v>
                </c:pt>
                <c:pt idx="1203">
                  <c:v>25239</c:v>
                </c:pt>
                <c:pt idx="1204">
                  <c:v>247192</c:v>
                </c:pt>
                <c:pt idx="1205">
                  <c:v>3799</c:v>
                </c:pt>
                <c:pt idx="1206">
                  <c:v>20706</c:v>
                </c:pt>
                <c:pt idx="1207">
                  <c:v>117333</c:v>
                </c:pt>
                <c:pt idx="1208">
                  <c:v>1583</c:v>
                </c:pt>
                <c:pt idx="1209">
                  <c:v>123667</c:v>
                </c:pt>
                <c:pt idx="1210">
                  <c:v>42699</c:v>
                </c:pt>
                <c:pt idx="1211">
                  <c:v>5468</c:v>
                </c:pt>
                <c:pt idx="1212">
                  <c:v>260693</c:v>
                </c:pt>
                <c:pt idx="1213">
                  <c:v>41362</c:v>
                </c:pt>
                <c:pt idx="1214">
                  <c:v>14501</c:v>
                </c:pt>
                <c:pt idx="1215">
                  <c:v>73854</c:v>
                </c:pt>
                <c:pt idx="1216">
                  <c:v>10392</c:v>
                </c:pt>
                <c:pt idx="1217">
                  <c:v>37890</c:v>
                </c:pt>
                <c:pt idx="1218">
                  <c:v>8343</c:v>
                </c:pt>
                <c:pt idx="1219">
                  <c:v>18452</c:v>
                </c:pt>
                <c:pt idx="1220">
                  <c:v>23674</c:v>
                </c:pt>
                <c:pt idx="1221">
                  <c:v>20377</c:v>
                </c:pt>
                <c:pt idx="1222">
                  <c:v>7577</c:v>
                </c:pt>
                <c:pt idx="1223">
                  <c:v>17240</c:v>
                </c:pt>
                <c:pt idx="1224">
                  <c:v>8839</c:v>
                </c:pt>
                <c:pt idx="1225">
                  <c:v>86614</c:v>
                </c:pt>
                <c:pt idx="1226">
                  <c:v>72341</c:v>
                </c:pt>
                <c:pt idx="1227">
                  <c:v>70242</c:v>
                </c:pt>
                <c:pt idx="1228">
                  <c:v>27125</c:v>
                </c:pt>
                <c:pt idx="1229">
                  <c:v>7831</c:v>
                </c:pt>
                <c:pt idx="1230">
                  <c:v>34139</c:v>
                </c:pt>
                <c:pt idx="1231">
                  <c:v>27148</c:v>
                </c:pt>
                <c:pt idx="1232">
                  <c:v>13569</c:v>
                </c:pt>
                <c:pt idx="1233">
                  <c:v>25077</c:v>
                </c:pt>
                <c:pt idx="1234">
                  <c:v>93456</c:v>
                </c:pt>
                <c:pt idx="1235">
                  <c:v>180805</c:v>
                </c:pt>
                <c:pt idx="1236">
                  <c:v>19936</c:v>
                </c:pt>
                <c:pt idx="1237">
                  <c:v>100705</c:v>
                </c:pt>
                <c:pt idx="1238">
                  <c:v>3174</c:v>
                </c:pt>
                <c:pt idx="1239">
                  <c:v>60305</c:v>
                </c:pt>
                <c:pt idx="1240">
                  <c:v>45243</c:v>
                </c:pt>
                <c:pt idx="1241">
                  <c:v>36050</c:v>
                </c:pt>
                <c:pt idx="1242">
                  <c:v>70542</c:v>
                </c:pt>
                <c:pt idx="1243">
                  <c:v>17710</c:v>
                </c:pt>
                <c:pt idx="1244">
                  <c:v>21388</c:v>
                </c:pt>
                <c:pt idx="1245">
                  <c:v>55806</c:v>
                </c:pt>
                <c:pt idx="1246">
                  <c:v>32547</c:v>
                </c:pt>
                <c:pt idx="1247">
                  <c:v>42763</c:v>
                </c:pt>
                <c:pt idx="1248">
                  <c:v>53733</c:v>
                </c:pt>
                <c:pt idx="1249">
                  <c:v>11243</c:v>
                </c:pt>
                <c:pt idx="1250">
                  <c:v>24479</c:v>
                </c:pt>
                <c:pt idx="1251">
                  <c:v>34914</c:v>
                </c:pt>
                <c:pt idx="1252">
                  <c:v>89912</c:v>
                </c:pt>
                <c:pt idx="1253">
                  <c:v>6121</c:v>
                </c:pt>
                <c:pt idx="1254">
                  <c:v>58407</c:v>
                </c:pt>
                <c:pt idx="1255">
                  <c:v>13625</c:v>
                </c:pt>
                <c:pt idx="1256">
                  <c:v>19275</c:v>
                </c:pt>
                <c:pt idx="1257">
                  <c:v>5693</c:v>
                </c:pt>
                <c:pt idx="1258">
                  <c:v>12112</c:v>
                </c:pt>
                <c:pt idx="1259">
                  <c:v>7539</c:v>
                </c:pt>
                <c:pt idx="1260">
                  <c:v>5378</c:v>
                </c:pt>
                <c:pt idx="1261">
                  <c:v>23588</c:v>
                </c:pt>
                <c:pt idx="1262">
                  <c:v>3205</c:v>
                </c:pt>
                <c:pt idx="1263">
                  <c:v>80129</c:v>
                </c:pt>
                <c:pt idx="1264">
                  <c:v>6649</c:v>
                </c:pt>
                <c:pt idx="1265">
                  <c:v>1623</c:v>
                </c:pt>
                <c:pt idx="1266">
                  <c:v>98127</c:v>
                </c:pt>
                <c:pt idx="1267">
                  <c:v>99053</c:v>
                </c:pt>
                <c:pt idx="1268">
                  <c:v>15176</c:v>
                </c:pt>
                <c:pt idx="1269">
                  <c:v>16509</c:v>
                </c:pt>
                <c:pt idx="1270">
                  <c:v>6496</c:v>
                </c:pt>
                <c:pt idx="1271">
                  <c:v>13703</c:v>
                </c:pt>
                <c:pt idx="1272">
                  <c:v>2586</c:v>
                </c:pt>
                <c:pt idx="1273">
                  <c:v>52925</c:v>
                </c:pt>
                <c:pt idx="1274">
                  <c:v>42148</c:v>
                </c:pt>
                <c:pt idx="1275">
                  <c:v>14882</c:v>
                </c:pt>
                <c:pt idx="1276">
                  <c:v>38308</c:v>
                </c:pt>
                <c:pt idx="1277">
                  <c:v>1911</c:v>
                </c:pt>
                <c:pt idx="1278">
                  <c:v>7665</c:v>
                </c:pt>
                <c:pt idx="1279">
                  <c:v>7116</c:v>
                </c:pt>
                <c:pt idx="1280">
                  <c:v>36359</c:v>
                </c:pt>
                <c:pt idx="1281">
                  <c:v>8512</c:v>
                </c:pt>
                <c:pt idx="1282">
                  <c:v>54128</c:v>
                </c:pt>
                <c:pt idx="1283">
                  <c:v>3658</c:v>
                </c:pt>
                <c:pt idx="1284">
                  <c:v>2648</c:v>
                </c:pt>
                <c:pt idx="1285">
                  <c:v>6029</c:v>
                </c:pt>
                <c:pt idx="1286">
                  <c:v>5772</c:v>
                </c:pt>
                <c:pt idx="1287">
                  <c:v>22304</c:v>
                </c:pt>
                <c:pt idx="1288">
                  <c:v>17033</c:v>
                </c:pt>
                <c:pt idx="1289">
                  <c:v>1513</c:v>
                </c:pt>
                <c:pt idx="1290">
                  <c:v>38463</c:v>
                </c:pt>
                <c:pt idx="1291">
                  <c:v>6161</c:v>
                </c:pt>
                <c:pt idx="1292">
                  <c:v>10764</c:v>
                </c:pt>
                <c:pt idx="1293">
                  <c:v>180247</c:v>
                </c:pt>
                <c:pt idx="1294">
                  <c:v>7985</c:v>
                </c:pt>
                <c:pt idx="1295">
                  <c:v>14608</c:v>
                </c:pt>
                <c:pt idx="1296">
                  <c:v>11264</c:v>
                </c:pt>
                <c:pt idx="1297">
                  <c:v>3461</c:v>
                </c:pt>
                <c:pt idx="1298">
                  <c:v>8706</c:v>
                </c:pt>
                <c:pt idx="1299">
                  <c:v>1048</c:v>
                </c:pt>
                <c:pt idx="1300">
                  <c:v>3542</c:v>
                </c:pt>
                <c:pt idx="1301">
                  <c:v>4985</c:v>
                </c:pt>
                <c:pt idx="1302">
                  <c:v>3655</c:v>
                </c:pt>
                <c:pt idx="1303">
                  <c:v>5101</c:v>
                </c:pt>
                <c:pt idx="1304">
                  <c:v>21929</c:v>
                </c:pt>
                <c:pt idx="1305">
                  <c:v>10646</c:v>
                </c:pt>
                <c:pt idx="1306">
                  <c:v>5158</c:v>
                </c:pt>
                <c:pt idx="1307">
                  <c:v>579</c:v>
                </c:pt>
                <c:pt idx="1308">
                  <c:v>22147</c:v>
                </c:pt>
                <c:pt idx="1309">
                  <c:v>47935</c:v>
                </c:pt>
                <c:pt idx="1310">
                  <c:v>23669</c:v>
                </c:pt>
                <c:pt idx="1311">
                  <c:v>7804</c:v>
                </c:pt>
                <c:pt idx="1312">
                  <c:v>7381</c:v>
                </c:pt>
                <c:pt idx="1313">
                  <c:v>12474</c:v>
                </c:pt>
                <c:pt idx="1314">
                  <c:v>45146</c:v>
                </c:pt>
                <c:pt idx="1315">
                  <c:v>14356</c:v>
                </c:pt>
                <c:pt idx="1316">
                  <c:v>4872</c:v>
                </c:pt>
                <c:pt idx="1317">
                  <c:v>2125</c:v>
                </c:pt>
                <c:pt idx="1318">
                  <c:v>3253</c:v>
                </c:pt>
                <c:pt idx="1319">
                  <c:v>2688</c:v>
                </c:pt>
                <c:pt idx="1320">
                  <c:v>4349</c:v>
                </c:pt>
                <c:pt idx="1321">
                  <c:v>41529</c:v>
                </c:pt>
                <c:pt idx="1322">
                  <c:v>4065</c:v>
                </c:pt>
                <c:pt idx="1323">
                  <c:v>1938</c:v>
                </c:pt>
                <c:pt idx="1324">
                  <c:v>2354</c:v>
                </c:pt>
                <c:pt idx="1325">
                  <c:v>23969</c:v>
                </c:pt>
                <c:pt idx="1326">
                  <c:v>20111</c:v>
                </c:pt>
                <c:pt idx="1327">
                  <c:v>20541</c:v>
                </c:pt>
                <c:pt idx="1328">
                  <c:v>10742</c:v>
                </c:pt>
                <c:pt idx="1329">
                  <c:v>1696</c:v>
                </c:pt>
                <c:pt idx="1330">
                  <c:v>6789</c:v>
                </c:pt>
                <c:pt idx="1331">
                  <c:v>346</c:v>
                </c:pt>
                <c:pt idx="1332">
                  <c:v>6338</c:v>
                </c:pt>
                <c:pt idx="1333">
                  <c:v>9059</c:v>
                </c:pt>
                <c:pt idx="1334">
                  <c:v>4109</c:v>
                </c:pt>
                <c:pt idx="1335">
                  <c:v>3994</c:v>
                </c:pt>
                <c:pt idx="1336">
                  <c:v>7073</c:v>
                </c:pt>
                <c:pt idx="1337">
                  <c:v>14491</c:v>
                </c:pt>
                <c:pt idx="1338">
                  <c:v>6557</c:v>
                </c:pt>
                <c:pt idx="1339">
                  <c:v>95</c:v>
                </c:pt>
                <c:pt idx="1340">
                  <c:v>3663</c:v>
                </c:pt>
                <c:pt idx="1341">
                  <c:v>896</c:v>
                </c:pt>
                <c:pt idx="1342">
                  <c:v>127</c:v>
                </c:pt>
                <c:pt idx="1343">
                  <c:v>20005</c:v>
                </c:pt>
                <c:pt idx="1344">
                  <c:v>367</c:v>
                </c:pt>
                <c:pt idx="1345">
                  <c:v>1075</c:v>
                </c:pt>
                <c:pt idx="1346">
                  <c:v>3635</c:v>
                </c:pt>
                <c:pt idx="1347">
                  <c:v>16180</c:v>
                </c:pt>
                <c:pt idx="1348">
                  <c:v>1063</c:v>
                </c:pt>
                <c:pt idx="1349">
                  <c:v>5514</c:v>
                </c:pt>
                <c:pt idx="1350">
                  <c:v>6461</c:v>
                </c:pt>
                <c:pt idx="1351">
                  <c:v>82</c:v>
                </c:pt>
                <c:pt idx="1352">
                  <c:v>8644</c:v>
                </c:pt>
                <c:pt idx="1353">
                  <c:v>8972</c:v>
                </c:pt>
                <c:pt idx="1354">
                  <c:v>1265</c:v>
                </c:pt>
                <c:pt idx="1355">
                  <c:v>11963</c:v>
                </c:pt>
                <c:pt idx="1356">
                  <c:v>5083</c:v>
                </c:pt>
                <c:pt idx="1357">
                  <c:v>891</c:v>
                </c:pt>
                <c:pt idx="1358">
                  <c:v>1723</c:v>
                </c:pt>
                <c:pt idx="1359">
                  <c:v>6501</c:v>
                </c:pt>
                <c:pt idx="1360">
                  <c:v>15428</c:v>
                </c:pt>
                <c:pt idx="1361">
                  <c:v>2784</c:v>
                </c:pt>
                <c:pt idx="1362">
                  <c:v>730</c:v>
                </c:pt>
                <c:pt idx="1363">
                  <c:v>9458</c:v>
                </c:pt>
                <c:pt idx="1364">
                  <c:v>11180</c:v>
                </c:pt>
                <c:pt idx="1365">
                  <c:v>5460</c:v>
                </c:pt>
                <c:pt idx="1366">
                  <c:v>5057</c:v>
                </c:pt>
                <c:pt idx="1367">
                  <c:v>1438</c:v>
                </c:pt>
                <c:pt idx="1368">
                  <c:v>843</c:v>
                </c:pt>
                <c:pt idx="1369">
                  <c:v>12918</c:v>
                </c:pt>
                <c:pt idx="1370">
                  <c:v>4120</c:v>
                </c:pt>
                <c:pt idx="1371">
                  <c:v>7860</c:v>
                </c:pt>
                <c:pt idx="1372">
                  <c:v>11495</c:v>
                </c:pt>
                <c:pt idx="1373">
                  <c:v>79075</c:v>
                </c:pt>
                <c:pt idx="1374">
                  <c:v>2649</c:v>
                </c:pt>
                <c:pt idx="1375">
                  <c:v>8471</c:v>
                </c:pt>
                <c:pt idx="1376">
                  <c:v>880</c:v>
                </c:pt>
                <c:pt idx="1377">
                  <c:v>3972</c:v>
                </c:pt>
                <c:pt idx="1378">
                  <c:v>15656</c:v>
                </c:pt>
                <c:pt idx="1379">
                  <c:v>170</c:v>
                </c:pt>
                <c:pt idx="1380">
                  <c:v>433</c:v>
                </c:pt>
                <c:pt idx="1381">
                  <c:v>865</c:v>
                </c:pt>
                <c:pt idx="1382">
                  <c:v>614</c:v>
                </c:pt>
                <c:pt idx="1383">
                  <c:v>7005</c:v>
                </c:pt>
                <c:pt idx="1384">
                  <c:v>234</c:v>
                </c:pt>
                <c:pt idx="1385">
                  <c:v>22466</c:v>
                </c:pt>
                <c:pt idx="1386">
                  <c:v>15848</c:v>
                </c:pt>
                <c:pt idx="1387">
                  <c:v>17447</c:v>
                </c:pt>
                <c:pt idx="1388">
                  <c:v>7183</c:v>
                </c:pt>
                <c:pt idx="1389">
                  <c:v>1152</c:v>
                </c:pt>
                <c:pt idx="1390">
                  <c:v>1624</c:v>
                </c:pt>
                <c:pt idx="1391">
                  <c:v>563</c:v>
                </c:pt>
                <c:pt idx="1392">
                  <c:v>5615</c:v>
                </c:pt>
                <c:pt idx="1393">
                  <c:v>458</c:v>
                </c:pt>
                <c:pt idx="1394">
                  <c:v>2127</c:v>
                </c:pt>
                <c:pt idx="1395">
                  <c:v>712</c:v>
                </c:pt>
                <c:pt idx="1396">
                  <c:v>325</c:v>
                </c:pt>
                <c:pt idx="1397">
                  <c:v>7304</c:v>
                </c:pt>
                <c:pt idx="1398">
                  <c:v>5722</c:v>
                </c:pt>
                <c:pt idx="1399">
                  <c:v>2114</c:v>
                </c:pt>
                <c:pt idx="1400">
                  <c:v>12</c:v>
                </c:pt>
                <c:pt idx="1401">
                  <c:v>3844</c:v>
                </c:pt>
                <c:pt idx="1402">
                  <c:v>546</c:v>
                </c:pt>
                <c:pt idx="1403">
                  <c:v>43</c:v>
                </c:pt>
                <c:pt idx="1404">
                  <c:v>1364</c:v>
                </c:pt>
                <c:pt idx="1405">
                  <c:v>2325</c:v>
                </c:pt>
                <c:pt idx="1406">
                  <c:v>2610</c:v>
                </c:pt>
                <c:pt idx="1407">
                  <c:v>632</c:v>
                </c:pt>
                <c:pt idx="1408">
                  <c:v>645</c:v>
                </c:pt>
                <c:pt idx="1409">
                  <c:v>1031</c:v>
                </c:pt>
                <c:pt idx="1410">
                  <c:v>835</c:v>
                </c:pt>
                <c:pt idx="1411">
                  <c:v>985</c:v>
                </c:pt>
                <c:pt idx="1412">
                  <c:v>25792</c:v>
                </c:pt>
                <c:pt idx="1413">
                  <c:v>303</c:v>
                </c:pt>
                <c:pt idx="1414">
                  <c:v>1544</c:v>
                </c:pt>
                <c:pt idx="1415">
                  <c:v>2322</c:v>
                </c:pt>
                <c:pt idx="1416">
                  <c:v>8826</c:v>
                </c:pt>
                <c:pt idx="1417">
                  <c:v>3088</c:v>
                </c:pt>
                <c:pt idx="1418">
                  <c:v>3402</c:v>
                </c:pt>
                <c:pt idx="1419">
                  <c:v>4140</c:v>
                </c:pt>
                <c:pt idx="1420">
                  <c:v>2747</c:v>
                </c:pt>
                <c:pt idx="1421">
                  <c:v>38</c:v>
                </c:pt>
                <c:pt idx="1422">
                  <c:v>3034</c:v>
                </c:pt>
                <c:pt idx="1423">
                  <c:v>522</c:v>
                </c:pt>
                <c:pt idx="1424">
                  <c:v>3893</c:v>
                </c:pt>
                <c:pt idx="1425">
                  <c:v>614</c:v>
                </c:pt>
                <c:pt idx="1426">
                  <c:v>724</c:v>
                </c:pt>
                <c:pt idx="1427">
                  <c:v>2163</c:v>
                </c:pt>
                <c:pt idx="1428">
                  <c:v>12886</c:v>
                </c:pt>
                <c:pt idx="1429">
                  <c:v>1769</c:v>
                </c:pt>
                <c:pt idx="1430">
                  <c:v>5156</c:v>
                </c:pt>
                <c:pt idx="1431">
                  <c:v>6586</c:v>
                </c:pt>
                <c:pt idx="1432">
                  <c:v>2012</c:v>
                </c:pt>
                <c:pt idx="1433">
                  <c:v>3332</c:v>
                </c:pt>
                <c:pt idx="1434">
                  <c:v>686</c:v>
                </c:pt>
                <c:pt idx="1435">
                  <c:v>645</c:v>
                </c:pt>
                <c:pt idx="1436">
                  <c:v>642</c:v>
                </c:pt>
                <c:pt idx="1437">
                  <c:v>990</c:v>
                </c:pt>
                <c:pt idx="1438">
                  <c:v>870</c:v>
                </c:pt>
                <c:pt idx="1439">
                  <c:v>9739</c:v>
                </c:pt>
                <c:pt idx="1440">
                  <c:v>1093</c:v>
                </c:pt>
                <c:pt idx="1441">
                  <c:v>575</c:v>
                </c:pt>
                <c:pt idx="1442">
                  <c:v>4335</c:v>
                </c:pt>
                <c:pt idx="1443">
                  <c:v>5495</c:v>
                </c:pt>
                <c:pt idx="1444">
                  <c:v>2173</c:v>
                </c:pt>
                <c:pt idx="1445">
                  <c:v>715</c:v>
                </c:pt>
                <c:pt idx="1446">
                  <c:v>2089</c:v>
                </c:pt>
                <c:pt idx="1447">
                  <c:v>2279</c:v>
                </c:pt>
                <c:pt idx="1448">
                  <c:v>12395</c:v>
                </c:pt>
                <c:pt idx="1449">
                  <c:v>88</c:v>
                </c:pt>
                <c:pt idx="1450">
                  <c:v>433</c:v>
                </c:pt>
                <c:pt idx="1451">
                  <c:v>1041</c:v>
                </c:pt>
                <c:pt idx="1452">
                  <c:v>2519</c:v>
                </c:pt>
                <c:pt idx="1453">
                  <c:v>4256</c:v>
                </c:pt>
                <c:pt idx="1454">
                  <c:v>5393</c:v>
                </c:pt>
                <c:pt idx="1455">
                  <c:v>5501</c:v>
                </c:pt>
                <c:pt idx="1456">
                  <c:v>21</c:v>
                </c:pt>
                <c:pt idx="1457">
                  <c:v>676</c:v>
                </c:pt>
                <c:pt idx="1458">
                  <c:v>12441</c:v>
                </c:pt>
                <c:pt idx="1459">
                  <c:v>26790</c:v>
                </c:pt>
                <c:pt idx="1460">
                  <c:v>2965</c:v>
                </c:pt>
                <c:pt idx="1461">
                  <c:v>899</c:v>
                </c:pt>
                <c:pt idx="1462">
                  <c:v>49</c:v>
                </c:pt>
                <c:pt idx="1463">
                  <c:v>1499</c:v>
                </c:pt>
                <c:pt idx="1464">
                  <c:v>710</c:v>
                </c:pt>
                <c:pt idx="1465">
                  <c:v>2722</c:v>
                </c:pt>
                <c:pt idx="1466">
                  <c:v>370</c:v>
                </c:pt>
                <c:pt idx="1467">
                  <c:v>372</c:v>
                </c:pt>
                <c:pt idx="1468">
                  <c:v>1905</c:v>
                </c:pt>
                <c:pt idx="1469">
                  <c:v>2100</c:v>
                </c:pt>
                <c:pt idx="1470">
                  <c:v>18</c:v>
                </c:pt>
                <c:pt idx="1471">
                  <c:v>564</c:v>
                </c:pt>
                <c:pt idx="1472">
                  <c:v>261</c:v>
                </c:pt>
                <c:pt idx="1473">
                  <c:v>7701</c:v>
                </c:pt>
                <c:pt idx="1474">
                  <c:v>5976</c:v>
                </c:pt>
                <c:pt idx="1475">
                  <c:v>355</c:v>
                </c:pt>
                <c:pt idx="1476">
                  <c:v>890</c:v>
                </c:pt>
                <c:pt idx="1477">
                  <c:v>287</c:v>
                </c:pt>
                <c:pt idx="1478">
                  <c:v>29819</c:v>
                </c:pt>
                <c:pt idx="1479">
                  <c:v>64</c:v>
                </c:pt>
                <c:pt idx="1480">
                  <c:v>3209</c:v>
                </c:pt>
                <c:pt idx="1481">
                  <c:v>713</c:v>
                </c:pt>
                <c:pt idx="1482">
                  <c:v>3508</c:v>
                </c:pt>
                <c:pt idx="1483">
                  <c:v>6199</c:v>
                </c:pt>
                <c:pt idx="1484">
                  <c:v>182</c:v>
                </c:pt>
                <c:pt idx="1485">
                  <c:v>465</c:v>
                </c:pt>
                <c:pt idx="1486">
                  <c:v>3357</c:v>
                </c:pt>
                <c:pt idx="1487">
                  <c:v>979</c:v>
                </c:pt>
                <c:pt idx="1488">
                  <c:v>1295</c:v>
                </c:pt>
                <c:pt idx="1489">
                  <c:v>71</c:v>
                </c:pt>
                <c:pt idx="1490">
                  <c:v>166</c:v>
                </c:pt>
                <c:pt idx="1491">
                  <c:v>11595</c:v>
                </c:pt>
                <c:pt idx="1492">
                  <c:v>48</c:v>
                </c:pt>
                <c:pt idx="1493">
                  <c:v>605</c:v>
                </c:pt>
                <c:pt idx="1494">
                  <c:v>344</c:v>
                </c:pt>
                <c:pt idx="1495">
                  <c:v>3087</c:v>
                </c:pt>
                <c:pt idx="1496">
                  <c:v>7900</c:v>
                </c:pt>
                <c:pt idx="1497">
                  <c:v>423</c:v>
                </c:pt>
                <c:pt idx="1498">
                  <c:v>95</c:v>
                </c:pt>
                <c:pt idx="1499">
                  <c:v>1785</c:v>
                </c:pt>
                <c:pt idx="1500">
                  <c:v>1820</c:v>
                </c:pt>
                <c:pt idx="1501">
                  <c:v>493</c:v>
                </c:pt>
                <c:pt idx="1502">
                  <c:v>4478</c:v>
                </c:pt>
                <c:pt idx="1503">
                  <c:v>6981</c:v>
                </c:pt>
                <c:pt idx="1504">
                  <c:v>77</c:v>
                </c:pt>
                <c:pt idx="1505">
                  <c:v>6925</c:v>
                </c:pt>
                <c:pt idx="1506">
                  <c:v>299</c:v>
                </c:pt>
                <c:pt idx="1507">
                  <c:v>1408</c:v>
                </c:pt>
                <c:pt idx="1508">
                  <c:v>21487</c:v>
                </c:pt>
                <c:pt idx="1509">
                  <c:v>934</c:v>
                </c:pt>
                <c:pt idx="1510">
                  <c:v>14968</c:v>
                </c:pt>
                <c:pt idx="1511">
                  <c:v>7</c:v>
                </c:pt>
                <c:pt idx="1512">
                  <c:v>16</c:v>
                </c:pt>
                <c:pt idx="1513">
                  <c:v>1936</c:v>
                </c:pt>
                <c:pt idx="1514">
                  <c:v>356</c:v>
                </c:pt>
                <c:pt idx="1515">
                  <c:v>2051</c:v>
                </c:pt>
                <c:pt idx="1516">
                  <c:v>603</c:v>
                </c:pt>
                <c:pt idx="1518">
                  <c:v>14380</c:v>
                </c:pt>
                <c:pt idx="1519">
                  <c:v>1665</c:v>
                </c:pt>
                <c:pt idx="1520">
                  <c:v>319</c:v>
                </c:pt>
                <c:pt idx="1521">
                  <c:v>767</c:v>
                </c:pt>
                <c:pt idx="1522">
                  <c:v>12</c:v>
                </c:pt>
                <c:pt idx="1523">
                  <c:v>2471</c:v>
                </c:pt>
                <c:pt idx="1524">
                  <c:v>2801</c:v>
                </c:pt>
                <c:pt idx="1525">
                  <c:v>1308</c:v>
                </c:pt>
                <c:pt idx="1526">
                  <c:v>4570</c:v>
                </c:pt>
                <c:pt idx="1527">
                  <c:v>973</c:v>
                </c:pt>
                <c:pt idx="1528">
                  <c:v>167</c:v>
                </c:pt>
                <c:pt idx="1529">
                  <c:v>297</c:v>
                </c:pt>
                <c:pt idx="1530">
                  <c:v>1336</c:v>
                </c:pt>
                <c:pt idx="1531">
                  <c:v>259</c:v>
                </c:pt>
                <c:pt idx="1532">
                  <c:v>566</c:v>
                </c:pt>
                <c:pt idx="1533">
                  <c:v>9145</c:v>
                </c:pt>
                <c:pt idx="1534">
                  <c:v>3243</c:v>
                </c:pt>
                <c:pt idx="1535">
                  <c:v>277</c:v>
                </c:pt>
                <c:pt idx="1536">
                  <c:v>1212</c:v>
                </c:pt>
                <c:pt idx="1537">
                  <c:v>1700</c:v>
                </c:pt>
                <c:pt idx="1538">
                  <c:v>19834</c:v>
                </c:pt>
                <c:pt idx="1539">
                  <c:v>221</c:v>
                </c:pt>
                <c:pt idx="1540">
                  <c:v>34659</c:v>
                </c:pt>
                <c:pt idx="1541">
                  <c:v>940</c:v>
                </c:pt>
                <c:pt idx="1542">
                  <c:v>1358</c:v>
                </c:pt>
                <c:pt idx="1543">
                  <c:v>17149</c:v>
                </c:pt>
                <c:pt idx="1544">
                  <c:v>18681</c:v>
                </c:pt>
                <c:pt idx="1545">
                  <c:v>1981</c:v>
                </c:pt>
                <c:pt idx="1546">
                  <c:v>4341</c:v>
                </c:pt>
                <c:pt idx="1547">
                  <c:v>1503</c:v>
                </c:pt>
                <c:pt idx="1548">
                  <c:v>3281</c:v>
                </c:pt>
                <c:pt idx="1549">
                  <c:v>299</c:v>
                </c:pt>
                <c:pt idx="1550">
                  <c:v>1882</c:v>
                </c:pt>
                <c:pt idx="1551">
                  <c:v>98</c:v>
                </c:pt>
                <c:pt idx="1552">
                  <c:v>825</c:v>
                </c:pt>
                <c:pt idx="1553">
                  <c:v>328</c:v>
                </c:pt>
                <c:pt idx="1554">
                  <c:v>382</c:v>
                </c:pt>
                <c:pt idx="1555">
                  <c:v>1158</c:v>
                </c:pt>
                <c:pt idx="1556">
                  <c:v>24676</c:v>
                </c:pt>
                <c:pt idx="1557">
                  <c:v>78</c:v>
                </c:pt>
                <c:pt idx="1558">
                  <c:v>230</c:v>
                </c:pt>
                <c:pt idx="1559">
                  <c:v>583</c:v>
                </c:pt>
                <c:pt idx="1560">
                  <c:v>157</c:v>
                </c:pt>
                <c:pt idx="1561">
                  <c:v>2667</c:v>
                </c:pt>
                <c:pt idx="1562">
                  <c:v>1681</c:v>
                </c:pt>
                <c:pt idx="1563">
                  <c:v>349</c:v>
                </c:pt>
                <c:pt idx="1564">
                  <c:v>4787</c:v>
                </c:pt>
                <c:pt idx="1565">
                  <c:v>1506</c:v>
                </c:pt>
                <c:pt idx="1566">
                  <c:v>1824</c:v>
                </c:pt>
                <c:pt idx="1567">
                  <c:v>503</c:v>
                </c:pt>
                <c:pt idx="1568">
                  <c:v>1649</c:v>
                </c:pt>
                <c:pt idx="1569">
                  <c:v>1692</c:v>
                </c:pt>
                <c:pt idx="1570">
                  <c:v>2285</c:v>
                </c:pt>
                <c:pt idx="1571">
                  <c:v>737</c:v>
                </c:pt>
                <c:pt idx="1572">
                  <c:v>758</c:v>
                </c:pt>
                <c:pt idx="1573">
                  <c:v>525</c:v>
                </c:pt>
                <c:pt idx="1574">
                  <c:v>6258</c:v>
                </c:pt>
                <c:pt idx="1575">
                  <c:v>2572</c:v>
                </c:pt>
                <c:pt idx="1576">
                  <c:v>185</c:v>
                </c:pt>
                <c:pt idx="1577">
                  <c:v>232</c:v>
                </c:pt>
                <c:pt idx="1578">
                  <c:v>775</c:v>
                </c:pt>
                <c:pt idx="1579">
                  <c:v>314</c:v>
                </c:pt>
                <c:pt idx="1580">
                  <c:v>674</c:v>
                </c:pt>
                <c:pt idx="1581">
                  <c:v>644</c:v>
                </c:pt>
                <c:pt idx="1582">
                  <c:v>279</c:v>
                </c:pt>
                <c:pt idx="1583">
                  <c:v>12816</c:v>
                </c:pt>
                <c:pt idx="1584">
                  <c:v>254</c:v>
                </c:pt>
                <c:pt idx="1585">
                  <c:v>738</c:v>
                </c:pt>
                <c:pt idx="1587">
                  <c:v>2374</c:v>
                </c:pt>
                <c:pt idx="1588">
                  <c:v>353</c:v>
                </c:pt>
                <c:pt idx="1589">
                  <c:v>3310</c:v>
                </c:pt>
                <c:pt idx="1590">
                  <c:v>25</c:v>
                </c:pt>
                <c:pt idx="1591">
                  <c:v>983</c:v>
                </c:pt>
                <c:pt idx="1592">
                  <c:v>498</c:v>
                </c:pt>
                <c:pt idx="1593">
                  <c:v>328</c:v>
                </c:pt>
                <c:pt idx="1594">
                  <c:v>45</c:v>
                </c:pt>
                <c:pt idx="1595">
                  <c:v>5612</c:v>
                </c:pt>
                <c:pt idx="1596">
                  <c:v>122</c:v>
                </c:pt>
                <c:pt idx="1597">
                  <c:v>47</c:v>
                </c:pt>
                <c:pt idx="1598">
                  <c:v>1910</c:v>
                </c:pt>
                <c:pt idx="1599">
                  <c:v>312</c:v>
                </c:pt>
                <c:pt idx="1600">
                  <c:v>1395</c:v>
                </c:pt>
                <c:pt idx="1601">
                  <c:v>4447</c:v>
                </c:pt>
                <c:pt idx="1602">
                  <c:v>699</c:v>
                </c:pt>
                <c:pt idx="1603">
                  <c:v>1647</c:v>
                </c:pt>
                <c:pt idx="1604">
                  <c:v>6167</c:v>
                </c:pt>
                <c:pt idx="1605">
                  <c:v>2865</c:v>
                </c:pt>
                <c:pt idx="1606">
                  <c:v>928</c:v>
                </c:pt>
                <c:pt idx="1607">
                  <c:v>1517</c:v>
                </c:pt>
                <c:pt idx="1608">
                  <c:v>1273</c:v>
                </c:pt>
                <c:pt idx="1609">
                  <c:v>307</c:v>
                </c:pt>
                <c:pt idx="1610">
                  <c:v>1036</c:v>
                </c:pt>
                <c:pt idx="1611">
                  <c:v>1248</c:v>
                </c:pt>
                <c:pt idx="1612">
                  <c:v>501</c:v>
                </c:pt>
                <c:pt idx="1613">
                  <c:v>697</c:v>
                </c:pt>
                <c:pt idx="1614">
                  <c:v>864</c:v>
                </c:pt>
                <c:pt idx="1615">
                  <c:v>274</c:v>
                </c:pt>
                <c:pt idx="1616">
                  <c:v>5031</c:v>
                </c:pt>
                <c:pt idx="1617">
                  <c:v>2586</c:v>
                </c:pt>
                <c:pt idx="1618">
                  <c:v>57</c:v>
                </c:pt>
                <c:pt idx="1619">
                  <c:v>56</c:v>
                </c:pt>
                <c:pt idx="1620">
                  <c:v>3247</c:v>
                </c:pt>
                <c:pt idx="1621">
                  <c:v>798</c:v>
                </c:pt>
                <c:pt idx="1622">
                  <c:v>3137</c:v>
                </c:pt>
                <c:pt idx="1623">
                  <c:v>1971</c:v>
                </c:pt>
                <c:pt idx="1624">
                  <c:v>297</c:v>
                </c:pt>
                <c:pt idx="1625">
                  <c:v>75</c:v>
                </c:pt>
                <c:pt idx="1626">
                  <c:v>218</c:v>
                </c:pt>
                <c:pt idx="1627">
                  <c:v>74</c:v>
                </c:pt>
                <c:pt idx="1628">
                  <c:v>58</c:v>
                </c:pt>
                <c:pt idx="1629">
                  <c:v>1483</c:v>
                </c:pt>
                <c:pt idx="1630">
                  <c:v>275</c:v>
                </c:pt>
                <c:pt idx="1631">
                  <c:v>1463</c:v>
                </c:pt>
                <c:pt idx="1632">
                  <c:v>10261</c:v>
                </c:pt>
                <c:pt idx="1633">
                  <c:v>210</c:v>
                </c:pt>
                <c:pt idx="1634">
                  <c:v>14</c:v>
                </c:pt>
                <c:pt idx="1635">
                  <c:v>543</c:v>
                </c:pt>
                <c:pt idx="1636">
                  <c:v>855</c:v>
                </c:pt>
                <c:pt idx="1637">
                  <c:v>4269</c:v>
                </c:pt>
                <c:pt idx="1638">
                  <c:v>3170</c:v>
                </c:pt>
                <c:pt idx="1639">
                  <c:v>688</c:v>
                </c:pt>
                <c:pt idx="1640">
                  <c:v>3620</c:v>
                </c:pt>
                <c:pt idx="1641">
                  <c:v>239</c:v>
                </c:pt>
                <c:pt idx="1642">
                  <c:v>294</c:v>
                </c:pt>
                <c:pt idx="1643">
                  <c:v>121</c:v>
                </c:pt>
                <c:pt idx="1644">
                  <c:v>39</c:v>
                </c:pt>
                <c:pt idx="1645">
                  <c:v>21</c:v>
                </c:pt>
                <c:pt idx="1646">
                  <c:v>30</c:v>
                </c:pt>
                <c:pt idx="1647">
                  <c:v>138</c:v>
                </c:pt>
                <c:pt idx="1648">
                  <c:v>113</c:v>
                </c:pt>
                <c:pt idx="1649">
                  <c:v>1884</c:v>
                </c:pt>
                <c:pt idx="1650">
                  <c:v>3524</c:v>
                </c:pt>
                <c:pt idx="1651">
                  <c:v>1511</c:v>
                </c:pt>
                <c:pt idx="1652">
                  <c:v>62</c:v>
                </c:pt>
                <c:pt idx="1653">
                  <c:v>382</c:v>
                </c:pt>
                <c:pt idx="1654">
                  <c:v>32</c:v>
                </c:pt>
                <c:pt idx="1655">
                  <c:v>681</c:v>
                </c:pt>
                <c:pt idx="1656">
                  <c:v>273</c:v>
                </c:pt>
                <c:pt idx="1657">
                  <c:v>1891</c:v>
                </c:pt>
                <c:pt idx="1658">
                  <c:v>2237</c:v>
                </c:pt>
                <c:pt idx="1659">
                  <c:v>117</c:v>
                </c:pt>
                <c:pt idx="1660">
                  <c:v>749</c:v>
                </c:pt>
                <c:pt idx="1661">
                  <c:v>88</c:v>
                </c:pt>
                <c:pt idx="1662">
                  <c:v>294</c:v>
                </c:pt>
                <c:pt idx="1663">
                  <c:v>1479</c:v>
                </c:pt>
                <c:pt idx="1664">
                  <c:v>828</c:v>
                </c:pt>
                <c:pt idx="1665">
                  <c:v>8920</c:v>
                </c:pt>
                <c:pt idx="1666">
                  <c:v>177</c:v>
                </c:pt>
                <c:pt idx="1667">
                  <c:v>195</c:v>
                </c:pt>
                <c:pt idx="1668">
                  <c:v>303</c:v>
                </c:pt>
                <c:pt idx="1669">
                  <c:v>28</c:v>
                </c:pt>
                <c:pt idx="1670">
                  <c:v>371</c:v>
                </c:pt>
                <c:pt idx="1671">
                  <c:v>76</c:v>
                </c:pt>
                <c:pt idx="1672">
                  <c:v>98</c:v>
                </c:pt>
                <c:pt idx="1673">
                  <c:v>67</c:v>
                </c:pt>
                <c:pt idx="1674">
                  <c:v>272</c:v>
                </c:pt>
                <c:pt idx="1675">
                  <c:v>491</c:v>
                </c:pt>
                <c:pt idx="1676">
                  <c:v>368</c:v>
                </c:pt>
                <c:pt idx="1677">
                  <c:v>204</c:v>
                </c:pt>
                <c:pt idx="1678">
                  <c:v>50</c:v>
                </c:pt>
                <c:pt idx="1679">
                  <c:v>1535</c:v>
                </c:pt>
                <c:pt idx="1680">
                  <c:v>32</c:v>
                </c:pt>
                <c:pt idx="1681">
                  <c:v>160</c:v>
                </c:pt>
                <c:pt idx="1682">
                  <c:v>67</c:v>
                </c:pt>
                <c:pt idx="1683">
                  <c:v>282</c:v>
                </c:pt>
                <c:pt idx="1684">
                  <c:v>143</c:v>
                </c:pt>
                <c:pt idx="1685">
                  <c:v>220</c:v>
                </c:pt>
                <c:pt idx="1686">
                  <c:v>100</c:v>
                </c:pt>
                <c:pt idx="1687">
                  <c:v>59</c:v>
                </c:pt>
                <c:pt idx="1688">
                  <c:v>30</c:v>
                </c:pt>
                <c:pt idx="1689">
                  <c:v>188</c:v>
                </c:pt>
                <c:pt idx="1690">
                  <c:v>256</c:v>
                </c:pt>
                <c:pt idx="1691">
                  <c:v>106</c:v>
                </c:pt>
                <c:pt idx="1692">
                  <c:v>473</c:v>
                </c:pt>
                <c:pt idx="1693">
                  <c:v>23</c:v>
                </c:pt>
                <c:pt idx="1694">
                  <c:v>183</c:v>
                </c:pt>
                <c:pt idx="1695">
                  <c:v>874</c:v>
                </c:pt>
                <c:pt idx="1696">
                  <c:v>57</c:v>
                </c:pt>
                <c:pt idx="1697">
                  <c:v>250</c:v>
                </c:pt>
                <c:pt idx="1698">
                  <c:v>121</c:v>
                </c:pt>
                <c:pt idx="1699">
                  <c:v>502</c:v>
                </c:pt>
                <c:pt idx="1700">
                  <c:v>103</c:v>
                </c:pt>
                <c:pt idx="1701">
                  <c:v>325</c:v>
                </c:pt>
                <c:pt idx="1702">
                  <c:v>267</c:v>
                </c:pt>
                <c:pt idx="1703">
                  <c:v>33</c:v>
                </c:pt>
                <c:pt idx="1704">
                  <c:v>365</c:v>
                </c:pt>
                <c:pt idx="1705">
                  <c:v>399</c:v>
                </c:pt>
                <c:pt idx="1706">
                  <c:v>157</c:v>
                </c:pt>
                <c:pt idx="1707">
                  <c:v>278223</c:v>
                </c:pt>
                <c:pt idx="1708">
                  <c:v>28718</c:v>
                </c:pt>
                <c:pt idx="1709">
                  <c:v>117055</c:v>
                </c:pt>
                <c:pt idx="1710">
                  <c:v>539864</c:v>
                </c:pt>
                <c:pt idx="1711">
                  <c:v>354443</c:v>
                </c:pt>
                <c:pt idx="1712">
                  <c:v>75653</c:v>
                </c:pt>
                <c:pt idx="1713">
                  <c:v>619645</c:v>
                </c:pt>
                <c:pt idx="1714">
                  <c:v>240408</c:v>
                </c:pt>
                <c:pt idx="1715">
                  <c:v>165817</c:v>
                </c:pt>
                <c:pt idx="1716">
                  <c:v>139154</c:v>
                </c:pt>
                <c:pt idx="1717">
                  <c:v>28877</c:v>
                </c:pt>
                <c:pt idx="1718">
                  <c:v>261429</c:v>
                </c:pt>
                <c:pt idx="1719">
                  <c:v>107701</c:v>
                </c:pt>
                <c:pt idx="1720">
                  <c:v>9704</c:v>
                </c:pt>
                <c:pt idx="1721">
                  <c:v>128600</c:v>
                </c:pt>
                <c:pt idx="1722">
                  <c:v>50145</c:v>
                </c:pt>
                <c:pt idx="1723">
                  <c:v>73062</c:v>
                </c:pt>
                <c:pt idx="1724">
                  <c:v>163858</c:v>
                </c:pt>
                <c:pt idx="1725">
                  <c:v>225949</c:v>
                </c:pt>
                <c:pt idx="1726">
                  <c:v>96868</c:v>
                </c:pt>
                <c:pt idx="1727">
                  <c:v>450797</c:v>
                </c:pt>
                <c:pt idx="1728">
                  <c:v>277165</c:v>
                </c:pt>
                <c:pt idx="1729">
                  <c:v>49867</c:v>
                </c:pt>
                <c:pt idx="1730">
                  <c:v>92788</c:v>
                </c:pt>
                <c:pt idx="1731">
                  <c:v>27</c:v>
                </c:pt>
                <c:pt idx="1732">
                  <c:v>162018</c:v>
                </c:pt>
                <c:pt idx="1733">
                  <c:v>74877</c:v>
                </c:pt>
                <c:pt idx="1734">
                  <c:v>20817</c:v>
                </c:pt>
                <c:pt idx="1735">
                  <c:v>193208</c:v>
                </c:pt>
                <c:pt idx="1736">
                  <c:v>23256</c:v>
                </c:pt>
                <c:pt idx="1737">
                  <c:v>16091</c:v>
                </c:pt>
                <c:pt idx="1738">
                  <c:v>226817</c:v>
                </c:pt>
                <c:pt idx="1739">
                  <c:v>37747</c:v>
                </c:pt>
                <c:pt idx="1740">
                  <c:v>14892</c:v>
                </c:pt>
                <c:pt idx="1741">
                  <c:v>28196</c:v>
                </c:pt>
                <c:pt idx="1742">
                  <c:v>29298</c:v>
                </c:pt>
                <c:pt idx="1743">
                  <c:v>4420</c:v>
                </c:pt>
                <c:pt idx="1744">
                  <c:v>74660</c:v>
                </c:pt>
                <c:pt idx="1745">
                  <c:v>51513</c:v>
                </c:pt>
                <c:pt idx="1746">
                  <c:v>21136</c:v>
                </c:pt>
                <c:pt idx="1747">
                  <c:v>149604</c:v>
                </c:pt>
                <c:pt idx="1748">
                  <c:v>13238</c:v>
                </c:pt>
                <c:pt idx="1749">
                  <c:v>51001</c:v>
                </c:pt>
                <c:pt idx="1750">
                  <c:v>30444</c:v>
                </c:pt>
                <c:pt idx="1751">
                  <c:v>2176</c:v>
                </c:pt>
                <c:pt idx="1752">
                  <c:v>57459</c:v>
                </c:pt>
                <c:pt idx="1753">
                  <c:v>141528</c:v>
                </c:pt>
                <c:pt idx="1754">
                  <c:v>116305</c:v>
                </c:pt>
                <c:pt idx="1755">
                  <c:v>64467</c:v>
                </c:pt>
                <c:pt idx="1756">
                  <c:v>30785</c:v>
                </c:pt>
                <c:pt idx="1757">
                  <c:v>1914</c:v>
                </c:pt>
                <c:pt idx="1758">
                  <c:v>15669</c:v>
                </c:pt>
                <c:pt idx="1759">
                  <c:v>177868</c:v>
                </c:pt>
                <c:pt idx="1760">
                  <c:v>41822</c:v>
                </c:pt>
                <c:pt idx="1761">
                  <c:v>44751</c:v>
                </c:pt>
                <c:pt idx="1762">
                  <c:v>798</c:v>
                </c:pt>
                <c:pt idx="1763">
                  <c:v>17304</c:v>
                </c:pt>
                <c:pt idx="1764">
                  <c:v>83961</c:v>
                </c:pt>
                <c:pt idx="1765">
                  <c:v>61114</c:v>
                </c:pt>
                <c:pt idx="1766">
                  <c:v>35406</c:v>
                </c:pt>
                <c:pt idx="1767">
                  <c:v>38232</c:v>
                </c:pt>
                <c:pt idx="1768">
                  <c:v>19809</c:v>
                </c:pt>
                <c:pt idx="1769">
                  <c:v>81643</c:v>
                </c:pt>
                <c:pt idx="1770">
                  <c:v>31577</c:v>
                </c:pt>
                <c:pt idx="1771">
                  <c:v>153508</c:v>
                </c:pt>
                <c:pt idx="1772">
                  <c:v>8762</c:v>
                </c:pt>
                <c:pt idx="1773">
                  <c:v>23327</c:v>
                </c:pt>
                <c:pt idx="1774">
                  <c:v>59239</c:v>
                </c:pt>
                <c:pt idx="1775">
                  <c:v>21</c:v>
                </c:pt>
                <c:pt idx="1776">
                  <c:v>29972</c:v>
                </c:pt>
                <c:pt idx="1777">
                  <c:v>6043</c:v>
                </c:pt>
                <c:pt idx="1778">
                  <c:v>3605</c:v>
                </c:pt>
                <c:pt idx="1779">
                  <c:v>90327</c:v>
                </c:pt>
                <c:pt idx="1780">
                  <c:v>120311</c:v>
                </c:pt>
                <c:pt idx="1781">
                  <c:v>112487</c:v>
                </c:pt>
                <c:pt idx="1782">
                  <c:v>51038</c:v>
                </c:pt>
                <c:pt idx="1783">
                  <c:v>48672</c:v>
                </c:pt>
                <c:pt idx="1784">
                  <c:v>17226</c:v>
                </c:pt>
                <c:pt idx="1785">
                  <c:v>19940</c:v>
                </c:pt>
                <c:pt idx="1786">
                  <c:v>80902</c:v>
                </c:pt>
                <c:pt idx="1787">
                  <c:v>10234</c:v>
                </c:pt>
                <c:pt idx="1788">
                  <c:v>58639</c:v>
                </c:pt>
                <c:pt idx="1789">
                  <c:v>104894</c:v>
                </c:pt>
                <c:pt idx="1790">
                  <c:v>11118</c:v>
                </c:pt>
                <c:pt idx="1791">
                  <c:v>5706</c:v>
                </c:pt>
                <c:pt idx="1792">
                  <c:v>170351</c:v>
                </c:pt>
                <c:pt idx="1793">
                  <c:v>102759</c:v>
                </c:pt>
                <c:pt idx="1794">
                  <c:v>55549</c:v>
                </c:pt>
                <c:pt idx="1795">
                  <c:v>8502</c:v>
                </c:pt>
                <c:pt idx="1796">
                  <c:v>18165</c:v>
                </c:pt>
                <c:pt idx="1797">
                  <c:v>129883</c:v>
                </c:pt>
                <c:pt idx="1798">
                  <c:v>15323</c:v>
                </c:pt>
                <c:pt idx="1799">
                  <c:v>9862</c:v>
                </c:pt>
                <c:pt idx="1800">
                  <c:v>16482</c:v>
                </c:pt>
                <c:pt idx="1801">
                  <c:v>18575</c:v>
                </c:pt>
                <c:pt idx="1802">
                  <c:v>27622</c:v>
                </c:pt>
                <c:pt idx="1803">
                  <c:v>870</c:v>
                </c:pt>
                <c:pt idx="1804">
                  <c:v>1841</c:v>
                </c:pt>
                <c:pt idx="1805">
                  <c:v>21632</c:v>
                </c:pt>
                <c:pt idx="1806">
                  <c:v>10705</c:v>
                </c:pt>
                <c:pt idx="1807">
                  <c:v>2732</c:v>
                </c:pt>
                <c:pt idx="1808">
                  <c:v>325194</c:v>
                </c:pt>
                <c:pt idx="1809">
                  <c:v>18023</c:v>
                </c:pt>
                <c:pt idx="1810">
                  <c:v>42808</c:v>
                </c:pt>
                <c:pt idx="1811">
                  <c:v>9593</c:v>
                </c:pt>
                <c:pt idx="1812">
                  <c:v>4600</c:v>
                </c:pt>
                <c:pt idx="1813">
                  <c:v>69834</c:v>
                </c:pt>
                <c:pt idx="1814">
                  <c:v>18147</c:v>
                </c:pt>
                <c:pt idx="1815">
                  <c:v>40254</c:v>
                </c:pt>
                <c:pt idx="1816">
                  <c:v>3545</c:v>
                </c:pt>
                <c:pt idx="1817">
                  <c:v>14</c:v>
                </c:pt>
                <c:pt idx="1818">
                  <c:v>21843</c:v>
                </c:pt>
                <c:pt idx="1819">
                  <c:v>25500</c:v>
                </c:pt>
                <c:pt idx="1820">
                  <c:v>282373</c:v>
                </c:pt>
                <c:pt idx="1821">
                  <c:v>4772</c:v>
                </c:pt>
                <c:pt idx="1822">
                  <c:v>28933</c:v>
                </c:pt>
                <c:pt idx="1823">
                  <c:v>13103</c:v>
                </c:pt>
                <c:pt idx="1824">
                  <c:v>31042</c:v>
                </c:pt>
                <c:pt idx="1825">
                  <c:v>24646</c:v>
                </c:pt>
                <c:pt idx="1826">
                  <c:v>47971</c:v>
                </c:pt>
                <c:pt idx="1827">
                  <c:v>13290</c:v>
                </c:pt>
                <c:pt idx="1828">
                  <c:v>86953</c:v>
                </c:pt>
                <c:pt idx="1829">
                  <c:v>48215</c:v>
                </c:pt>
                <c:pt idx="1830">
                  <c:v>51781</c:v>
                </c:pt>
                <c:pt idx="1831">
                  <c:v>101175</c:v>
                </c:pt>
                <c:pt idx="1832">
                  <c:v>13677</c:v>
                </c:pt>
                <c:pt idx="1833">
                  <c:v>42722</c:v>
                </c:pt>
                <c:pt idx="1834">
                  <c:v>21635</c:v>
                </c:pt>
                <c:pt idx="1835">
                  <c:v>24863</c:v>
                </c:pt>
                <c:pt idx="1836">
                  <c:v>34009</c:v>
                </c:pt>
                <c:pt idx="1837">
                  <c:v>110</c:v>
                </c:pt>
                <c:pt idx="1838">
                  <c:v>6421</c:v>
                </c:pt>
                <c:pt idx="1839">
                  <c:v>4181</c:v>
                </c:pt>
                <c:pt idx="1840">
                  <c:v>8536</c:v>
                </c:pt>
                <c:pt idx="1841">
                  <c:v>44917</c:v>
                </c:pt>
                <c:pt idx="1842">
                  <c:v>60982</c:v>
                </c:pt>
                <c:pt idx="1843">
                  <c:v>27516</c:v>
                </c:pt>
                <c:pt idx="1844">
                  <c:v>31620</c:v>
                </c:pt>
                <c:pt idx="1845">
                  <c:v>47676</c:v>
                </c:pt>
                <c:pt idx="1846">
                  <c:v>27052</c:v>
                </c:pt>
                <c:pt idx="1847">
                  <c:v>8831</c:v>
                </c:pt>
                <c:pt idx="1848">
                  <c:v>25593</c:v>
                </c:pt>
                <c:pt idx="1849">
                  <c:v>2206</c:v>
                </c:pt>
                <c:pt idx="1850">
                  <c:v>14935</c:v>
                </c:pt>
                <c:pt idx="1851">
                  <c:v>7645</c:v>
                </c:pt>
                <c:pt idx="1852">
                  <c:v>616</c:v>
                </c:pt>
                <c:pt idx="1853">
                  <c:v>5883</c:v>
                </c:pt>
                <c:pt idx="1854">
                  <c:v>24733</c:v>
                </c:pt>
                <c:pt idx="1855">
                  <c:v>42608</c:v>
                </c:pt>
                <c:pt idx="1856">
                  <c:v>10400</c:v>
                </c:pt>
                <c:pt idx="1857">
                  <c:v>37340</c:v>
                </c:pt>
                <c:pt idx="1858">
                  <c:v>19023</c:v>
                </c:pt>
                <c:pt idx="1859">
                  <c:v>21540</c:v>
                </c:pt>
                <c:pt idx="1860">
                  <c:v>15750</c:v>
                </c:pt>
                <c:pt idx="1861">
                  <c:v>14983</c:v>
                </c:pt>
                <c:pt idx="1862">
                  <c:v>30499</c:v>
                </c:pt>
                <c:pt idx="1863">
                  <c:v>9099</c:v>
                </c:pt>
                <c:pt idx="1864">
                  <c:v>7727</c:v>
                </c:pt>
                <c:pt idx="1865">
                  <c:v>10162</c:v>
                </c:pt>
                <c:pt idx="1866">
                  <c:v>20242</c:v>
                </c:pt>
                <c:pt idx="1867">
                  <c:v>14081</c:v>
                </c:pt>
                <c:pt idx="1868">
                  <c:v>36500</c:v>
                </c:pt>
                <c:pt idx="1869">
                  <c:v>642</c:v>
                </c:pt>
                <c:pt idx="1870">
                  <c:v>27275</c:v>
                </c:pt>
                <c:pt idx="1871">
                  <c:v>123377</c:v>
                </c:pt>
                <c:pt idx="1872">
                  <c:v>8711</c:v>
                </c:pt>
                <c:pt idx="1873">
                  <c:v>13855</c:v>
                </c:pt>
                <c:pt idx="1874">
                  <c:v>7173</c:v>
                </c:pt>
                <c:pt idx="1875">
                  <c:v>14037</c:v>
                </c:pt>
                <c:pt idx="1876">
                  <c:v>91560</c:v>
                </c:pt>
                <c:pt idx="1877">
                  <c:v>41508</c:v>
                </c:pt>
                <c:pt idx="1878">
                  <c:v>33579</c:v>
                </c:pt>
                <c:pt idx="1879">
                  <c:v>3144</c:v>
                </c:pt>
                <c:pt idx="1880">
                  <c:v>15683</c:v>
                </c:pt>
                <c:pt idx="1881">
                  <c:v>19951</c:v>
                </c:pt>
                <c:pt idx="1882">
                  <c:v>52657</c:v>
                </c:pt>
                <c:pt idx="1883">
                  <c:v>49880</c:v>
                </c:pt>
                <c:pt idx="1884">
                  <c:v>5457</c:v>
                </c:pt>
                <c:pt idx="1885">
                  <c:v>350</c:v>
                </c:pt>
                <c:pt idx="1886">
                  <c:v>74</c:v>
                </c:pt>
                <c:pt idx="1887">
                  <c:v>5388</c:v>
                </c:pt>
                <c:pt idx="1888">
                  <c:v>14492</c:v>
                </c:pt>
                <c:pt idx="1889">
                  <c:v>2030</c:v>
                </c:pt>
                <c:pt idx="1890">
                  <c:v>3595</c:v>
                </c:pt>
                <c:pt idx="1891">
                  <c:v>25223</c:v>
                </c:pt>
                <c:pt idx="1892">
                  <c:v>5686</c:v>
                </c:pt>
                <c:pt idx="1893">
                  <c:v>12035</c:v>
                </c:pt>
                <c:pt idx="1894">
                  <c:v>3190</c:v>
                </c:pt>
                <c:pt idx="1895">
                  <c:v>297</c:v>
                </c:pt>
                <c:pt idx="1896">
                  <c:v>8111</c:v>
                </c:pt>
                <c:pt idx="1897">
                  <c:v>24468</c:v>
                </c:pt>
                <c:pt idx="1898">
                  <c:v>33206</c:v>
                </c:pt>
                <c:pt idx="1899">
                  <c:v>5020</c:v>
                </c:pt>
                <c:pt idx="1900">
                  <c:v>4348</c:v>
                </c:pt>
                <c:pt idx="1901">
                  <c:v>12124</c:v>
                </c:pt>
                <c:pt idx="1902">
                  <c:v>34788</c:v>
                </c:pt>
                <c:pt idx="1903">
                  <c:v>812</c:v>
                </c:pt>
                <c:pt idx="1904">
                  <c:v>16610</c:v>
                </c:pt>
                <c:pt idx="1905">
                  <c:v>11167</c:v>
                </c:pt>
                <c:pt idx="1906">
                  <c:v>54750</c:v>
                </c:pt>
                <c:pt idx="1907">
                  <c:v>4292</c:v>
                </c:pt>
                <c:pt idx="1908">
                  <c:v>3150</c:v>
                </c:pt>
                <c:pt idx="1909">
                  <c:v>17716</c:v>
                </c:pt>
                <c:pt idx="1910">
                  <c:v>49478</c:v>
                </c:pt>
                <c:pt idx="1911">
                  <c:v>11785</c:v>
                </c:pt>
                <c:pt idx="1912">
                  <c:v>7104</c:v>
                </c:pt>
                <c:pt idx="1913">
                  <c:v>2753</c:v>
                </c:pt>
                <c:pt idx="1914">
                  <c:v>9154</c:v>
                </c:pt>
                <c:pt idx="1915">
                  <c:v>2419</c:v>
                </c:pt>
                <c:pt idx="1916">
                  <c:v>6810</c:v>
                </c:pt>
                <c:pt idx="1917">
                  <c:v>7158</c:v>
                </c:pt>
                <c:pt idx="1918">
                  <c:v>33246</c:v>
                </c:pt>
                <c:pt idx="1919">
                  <c:v>5306</c:v>
                </c:pt>
                <c:pt idx="1920">
                  <c:v>35458</c:v>
                </c:pt>
                <c:pt idx="1921">
                  <c:v>220</c:v>
                </c:pt>
                <c:pt idx="1922">
                  <c:v>4209</c:v>
                </c:pt>
                <c:pt idx="1923">
                  <c:v>8547</c:v>
                </c:pt>
                <c:pt idx="1924">
                  <c:v>198</c:v>
                </c:pt>
                <c:pt idx="1925">
                  <c:v>1269</c:v>
                </c:pt>
                <c:pt idx="1926">
                  <c:v>10490</c:v>
                </c:pt>
                <c:pt idx="1927">
                  <c:v>25</c:v>
                </c:pt>
                <c:pt idx="1928">
                  <c:v>6855</c:v>
                </c:pt>
                <c:pt idx="1929">
                  <c:v>183841</c:v>
                </c:pt>
                <c:pt idx="1930">
                  <c:v>7496</c:v>
                </c:pt>
                <c:pt idx="1931">
                  <c:v>81639</c:v>
                </c:pt>
                <c:pt idx="1932">
                  <c:v>13708</c:v>
                </c:pt>
                <c:pt idx="1933">
                  <c:v>694</c:v>
                </c:pt>
                <c:pt idx="1934">
                  <c:v>22854</c:v>
                </c:pt>
                <c:pt idx="1935">
                  <c:v>5481</c:v>
                </c:pt>
                <c:pt idx="1936">
                  <c:v>3316</c:v>
                </c:pt>
                <c:pt idx="1937">
                  <c:v>7233</c:v>
                </c:pt>
                <c:pt idx="1938">
                  <c:v>4173</c:v>
                </c:pt>
                <c:pt idx="1939">
                  <c:v>11561</c:v>
                </c:pt>
                <c:pt idx="1940">
                  <c:v>3986</c:v>
                </c:pt>
                <c:pt idx="1941">
                  <c:v>29773</c:v>
                </c:pt>
                <c:pt idx="1942">
                  <c:v>29804</c:v>
                </c:pt>
                <c:pt idx="1943">
                  <c:v>7534</c:v>
                </c:pt>
                <c:pt idx="1944">
                  <c:v>2311</c:v>
                </c:pt>
                <c:pt idx="1945">
                  <c:v>17727</c:v>
                </c:pt>
                <c:pt idx="1946">
                  <c:v>4790</c:v>
                </c:pt>
                <c:pt idx="1947">
                  <c:v>27003</c:v>
                </c:pt>
                <c:pt idx="1948">
                  <c:v>60870</c:v>
                </c:pt>
                <c:pt idx="1949">
                  <c:v>4277</c:v>
                </c:pt>
                <c:pt idx="1950">
                  <c:v>3937</c:v>
                </c:pt>
                <c:pt idx="1951">
                  <c:v>13476</c:v>
                </c:pt>
                <c:pt idx="1952">
                  <c:v>4682</c:v>
                </c:pt>
                <c:pt idx="1953">
                  <c:v>6005</c:v>
                </c:pt>
                <c:pt idx="1954">
                  <c:v>3087</c:v>
                </c:pt>
                <c:pt idx="1955">
                  <c:v>18523</c:v>
                </c:pt>
                <c:pt idx="1956">
                  <c:v>47025</c:v>
                </c:pt>
                <c:pt idx="1957">
                  <c:v>15642</c:v>
                </c:pt>
                <c:pt idx="1958">
                  <c:v>7943</c:v>
                </c:pt>
                <c:pt idx="1959">
                  <c:v>16133</c:v>
                </c:pt>
                <c:pt idx="1960">
                  <c:v>25934</c:v>
                </c:pt>
                <c:pt idx="1961">
                  <c:v>15038</c:v>
                </c:pt>
                <c:pt idx="1962">
                  <c:v>4687</c:v>
                </c:pt>
                <c:pt idx="1963">
                  <c:v>1933</c:v>
                </c:pt>
                <c:pt idx="1964">
                  <c:v>45972</c:v>
                </c:pt>
                <c:pt idx="1965">
                  <c:v>5073</c:v>
                </c:pt>
                <c:pt idx="1966">
                  <c:v>18618</c:v>
                </c:pt>
                <c:pt idx="1967">
                  <c:v>16459</c:v>
                </c:pt>
                <c:pt idx="1968">
                  <c:v>3274</c:v>
                </c:pt>
                <c:pt idx="1969">
                  <c:v>6008</c:v>
                </c:pt>
                <c:pt idx="1970">
                  <c:v>2596</c:v>
                </c:pt>
                <c:pt idx="1971">
                  <c:v>950</c:v>
                </c:pt>
                <c:pt idx="1972">
                  <c:v>3855</c:v>
                </c:pt>
                <c:pt idx="1973">
                  <c:v>36</c:v>
                </c:pt>
                <c:pt idx="1974">
                  <c:v>5545</c:v>
                </c:pt>
                <c:pt idx="1975">
                  <c:v>1225</c:v>
                </c:pt>
                <c:pt idx="1976">
                  <c:v>10990</c:v>
                </c:pt>
                <c:pt idx="1977">
                  <c:v>7651</c:v>
                </c:pt>
                <c:pt idx="1978">
                  <c:v>9980</c:v>
                </c:pt>
                <c:pt idx="1979">
                  <c:v>4181</c:v>
                </c:pt>
                <c:pt idx="1980">
                  <c:v>993</c:v>
                </c:pt>
                <c:pt idx="1981">
                  <c:v>7387</c:v>
                </c:pt>
                <c:pt idx="1982">
                  <c:v>29565</c:v>
                </c:pt>
                <c:pt idx="1983">
                  <c:v>19140</c:v>
                </c:pt>
                <c:pt idx="1984">
                  <c:v>30611</c:v>
                </c:pt>
                <c:pt idx="1985">
                  <c:v>21164</c:v>
                </c:pt>
                <c:pt idx="1986">
                  <c:v>10981</c:v>
                </c:pt>
                <c:pt idx="1987">
                  <c:v>1949</c:v>
                </c:pt>
                <c:pt idx="1988">
                  <c:v>1285</c:v>
                </c:pt>
                <c:pt idx="1989">
                  <c:v>1065</c:v>
                </c:pt>
                <c:pt idx="1990">
                  <c:v>893</c:v>
                </c:pt>
                <c:pt idx="1991">
                  <c:v>4241</c:v>
                </c:pt>
                <c:pt idx="1992">
                  <c:v>28911</c:v>
                </c:pt>
                <c:pt idx="1993">
                  <c:v>3675</c:v>
                </c:pt>
                <c:pt idx="1994">
                  <c:v>3909</c:v>
                </c:pt>
                <c:pt idx="1995">
                  <c:v>4168</c:v>
                </c:pt>
                <c:pt idx="1996">
                  <c:v>3172</c:v>
                </c:pt>
                <c:pt idx="1997">
                  <c:v>163</c:v>
                </c:pt>
                <c:pt idx="1998">
                  <c:v>4555</c:v>
                </c:pt>
                <c:pt idx="1999">
                  <c:v>106</c:v>
                </c:pt>
                <c:pt idx="2000">
                  <c:v>10161</c:v>
                </c:pt>
                <c:pt idx="2001">
                  <c:v>3045</c:v>
                </c:pt>
                <c:pt idx="2002">
                  <c:v>1129</c:v>
                </c:pt>
                <c:pt idx="2003">
                  <c:v>2835</c:v>
                </c:pt>
                <c:pt idx="2004">
                  <c:v>1729</c:v>
                </c:pt>
                <c:pt idx="2005">
                  <c:v>14346</c:v>
                </c:pt>
                <c:pt idx="2006">
                  <c:v>1208</c:v>
                </c:pt>
                <c:pt idx="2007">
                  <c:v>3320</c:v>
                </c:pt>
                <c:pt idx="2008">
                  <c:v>7696</c:v>
                </c:pt>
                <c:pt idx="2009">
                  <c:v>9108</c:v>
                </c:pt>
                <c:pt idx="2010">
                  <c:v>3473</c:v>
                </c:pt>
                <c:pt idx="2011">
                  <c:v>88359</c:v>
                </c:pt>
                <c:pt idx="2012">
                  <c:v>1872</c:v>
                </c:pt>
                <c:pt idx="2013">
                  <c:v>879</c:v>
                </c:pt>
                <c:pt idx="2014">
                  <c:v>3505</c:v>
                </c:pt>
                <c:pt idx="2015">
                  <c:v>7722</c:v>
                </c:pt>
                <c:pt idx="2016">
                  <c:v>13098</c:v>
                </c:pt>
                <c:pt idx="2017">
                  <c:v>14098</c:v>
                </c:pt>
                <c:pt idx="2018">
                  <c:v>5746</c:v>
                </c:pt>
                <c:pt idx="2019">
                  <c:v>616</c:v>
                </c:pt>
                <c:pt idx="2020">
                  <c:v>7344</c:v>
                </c:pt>
                <c:pt idx="2021">
                  <c:v>7586</c:v>
                </c:pt>
                <c:pt idx="2022">
                  <c:v>11841</c:v>
                </c:pt>
                <c:pt idx="2023">
                  <c:v>4908</c:v>
                </c:pt>
                <c:pt idx="2024">
                  <c:v>1572</c:v>
                </c:pt>
                <c:pt idx="2025">
                  <c:v>1281</c:v>
                </c:pt>
                <c:pt idx="2026">
                  <c:v>17871</c:v>
                </c:pt>
                <c:pt idx="2027">
                  <c:v>30698</c:v>
                </c:pt>
                <c:pt idx="2028">
                  <c:v>442</c:v>
                </c:pt>
                <c:pt idx="2029">
                  <c:v>270</c:v>
                </c:pt>
                <c:pt idx="2030">
                  <c:v>3999</c:v>
                </c:pt>
                <c:pt idx="2031">
                  <c:v>4197</c:v>
                </c:pt>
                <c:pt idx="2032">
                  <c:v>3352</c:v>
                </c:pt>
                <c:pt idx="2033">
                  <c:v>4535</c:v>
                </c:pt>
                <c:pt idx="2034">
                  <c:v>6873</c:v>
                </c:pt>
                <c:pt idx="2035">
                  <c:v>3826</c:v>
                </c:pt>
                <c:pt idx="2036">
                  <c:v>2904</c:v>
                </c:pt>
                <c:pt idx="2037">
                  <c:v>22594</c:v>
                </c:pt>
                <c:pt idx="2038">
                  <c:v>17194</c:v>
                </c:pt>
                <c:pt idx="2039">
                  <c:v>2233</c:v>
                </c:pt>
                <c:pt idx="2040">
                  <c:v>862</c:v>
                </c:pt>
                <c:pt idx="2041">
                  <c:v>3849</c:v>
                </c:pt>
                <c:pt idx="2042">
                  <c:v>20430</c:v>
                </c:pt>
                <c:pt idx="2043">
                  <c:v>2664</c:v>
                </c:pt>
                <c:pt idx="2044">
                  <c:v>4158</c:v>
                </c:pt>
                <c:pt idx="2045">
                  <c:v>7968</c:v>
                </c:pt>
                <c:pt idx="2046">
                  <c:v>391</c:v>
                </c:pt>
                <c:pt idx="2047">
                  <c:v>9954</c:v>
                </c:pt>
                <c:pt idx="2048">
                  <c:v>3921</c:v>
                </c:pt>
                <c:pt idx="2049">
                  <c:v>7426</c:v>
                </c:pt>
                <c:pt idx="2050">
                  <c:v>1873</c:v>
                </c:pt>
                <c:pt idx="2051">
                  <c:v>10466</c:v>
                </c:pt>
                <c:pt idx="2052">
                  <c:v>4198</c:v>
                </c:pt>
                <c:pt idx="2053">
                  <c:v>4312</c:v>
                </c:pt>
                <c:pt idx="2054">
                  <c:v>6540</c:v>
                </c:pt>
                <c:pt idx="2055">
                  <c:v>6</c:v>
                </c:pt>
                <c:pt idx="2056">
                  <c:v>942</c:v>
                </c:pt>
                <c:pt idx="2057">
                  <c:v>657</c:v>
                </c:pt>
                <c:pt idx="2058">
                  <c:v>1895</c:v>
                </c:pt>
                <c:pt idx="2059">
                  <c:v>8451</c:v>
                </c:pt>
                <c:pt idx="2060">
                  <c:v>1889</c:v>
                </c:pt>
                <c:pt idx="2061">
                  <c:v>2259</c:v>
                </c:pt>
                <c:pt idx="2062">
                  <c:v>14046</c:v>
                </c:pt>
                <c:pt idx="2063">
                  <c:v>11971</c:v>
                </c:pt>
                <c:pt idx="2064">
                  <c:v>450</c:v>
                </c:pt>
                <c:pt idx="2065">
                  <c:v>1537</c:v>
                </c:pt>
                <c:pt idx="2066">
                  <c:v>11406</c:v>
                </c:pt>
                <c:pt idx="2067">
                  <c:v>187</c:v>
                </c:pt>
                <c:pt idx="2068">
                  <c:v>13360</c:v>
                </c:pt>
                <c:pt idx="2069">
                  <c:v>5519</c:v>
                </c:pt>
                <c:pt idx="2070">
                  <c:v>3106</c:v>
                </c:pt>
                <c:pt idx="2071">
                  <c:v>36077</c:v>
                </c:pt>
                <c:pt idx="2072">
                  <c:v>509</c:v>
                </c:pt>
                <c:pt idx="2073">
                  <c:v>8112</c:v>
                </c:pt>
                <c:pt idx="2074">
                  <c:v>21009</c:v>
                </c:pt>
                <c:pt idx="2075">
                  <c:v>12825</c:v>
                </c:pt>
                <c:pt idx="2076">
                  <c:v>5363</c:v>
                </c:pt>
                <c:pt idx="2077">
                  <c:v>525</c:v>
                </c:pt>
                <c:pt idx="2078">
                  <c:v>19493</c:v>
                </c:pt>
                <c:pt idx="2079">
                  <c:v>1625</c:v>
                </c:pt>
                <c:pt idx="2080">
                  <c:v>14013</c:v>
                </c:pt>
                <c:pt idx="2081">
                  <c:v>7222</c:v>
                </c:pt>
                <c:pt idx="2082">
                  <c:v>4544</c:v>
                </c:pt>
                <c:pt idx="2083">
                  <c:v>1608</c:v>
                </c:pt>
                <c:pt idx="2084">
                  <c:v>3634</c:v>
                </c:pt>
                <c:pt idx="2085">
                  <c:v>4803</c:v>
                </c:pt>
                <c:pt idx="2086">
                  <c:v>1508</c:v>
                </c:pt>
                <c:pt idx="2087">
                  <c:v>9273</c:v>
                </c:pt>
                <c:pt idx="2088">
                  <c:v>17992</c:v>
                </c:pt>
                <c:pt idx="2089">
                  <c:v>85088</c:v>
                </c:pt>
                <c:pt idx="2090">
                  <c:v>2375</c:v>
                </c:pt>
                <c:pt idx="2091">
                  <c:v>5340</c:v>
                </c:pt>
                <c:pt idx="2092">
                  <c:v>2533</c:v>
                </c:pt>
                <c:pt idx="2093">
                  <c:v>7566</c:v>
                </c:pt>
                <c:pt idx="2094">
                  <c:v>3979</c:v>
                </c:pt>
                <c:pt idx="2095">
                  <c:v>1119</c:v>
                </c:pt>
                <c:pt idx="2096">
                  <c:v>1643</c:v>
                </c:pt>
                <c:pt idx="2097">
                  <c:v>17779</c:v>
                </c:pt>
                <c:pt idx="2098">
                  <c:v>1131</c:v>
                </c:pt>
                <c:pt idx="2099">
                  <c:v>2556</c:v>
                </c:pt>
                <c:pt idx="2100">
                  <c:v>2038</c:v>
                </c:pt>
                <c:pt idx="2101">
                  <c:v>2641</c:v>
                </c:pt>
                <c:pt idx="2102">
                  <c:v>5784</c:v>
                </c:pt>
                <c:pt idx="2103">
                  <c:v>7904</c:v>
                </c:pt>
                <c:pt idx="2104">
                  <c:v>3274</c:v>
                </c:pt>
                <c:pt idx="2105">
                  <c:v>7005</c:v>
                </c:pt>
                <c:pt idx="2106">
                  <c:v>1482</c:v>
                </c:pt>
                <c:pt idx="2107">
                  <c:v>811</c:v>
                </c:pt>
                <c:pt idx="2108">
                  <c:v>5212</c:v>
                </c:pt>
                <c:pt idx="2109">
                  <c:v>3874</c:v>
                </c:pt>
                <c:pt idx="2110">
                  <c:v>2189</c:v>
                </c:pt>
                <c:pt idx="2111">
                  <c:v>3105</c:v>
                </c:pt>
                <c:pt idx="2112">
                  <c:v>688</c:v>
                </c:pt>
                <c:pt idx="2113">
                  <c:v>6254</c:v>
                </c:pt>
                <c:pt idx="2114">
                  <c:v>7248</c:v>
                </c:pt>
                <c:pt idx="2115">
                  <c:v>21202</c:v>
                </c:pt>
                <c:pt idx="2116">
                  <c:v>6047</c:v>
                </c:pt>
                <c:pt idx="2117">
                  <c:v>2501</c:v>
                </c:pt>
                <c:pt idx="2118">
                  <c:v>33769</c:v>
                </c:pt>
                <c:pt idx="2119">
                  <c:v>6251</c:v>
                </c:pt>
                <c:pt idx="2120">
                  <c:v>4308</c:v>
                </c:pt>
                <c:pt idx="2121">
                  <c:v>1687</c:v>
                </c:pt>
                <c:pt idx="2122">
                  <c:v>2289</c:v>
                </c:pt>
                <c:pt idx="2123">
                  <c:v>5566</c:v>
                </c:pt>
                <c:pt idx="2124">
                  <c:v>4263</c:v>
                </c:pt>
                <c:pt idx="2125">
                  <c:v>439</c:v>
                </c:pt>
                <c:pt idx="2126">
                  <c:v>5434</c:v>
                </c:pt>
                <c:pt idx="2127">
                  <c:v>5654</c:v>
                </c:pt>
                <c:pt idx="2128">
                  <c:v>1593</c:v>
                </c:pt>
                <c:pt idx="2129">
                  <c:v>1376</c:v>
                </c:pt>
                <c:pt idx="2130">
                  <c:v>27208</c:v>
                </c:pt>
                <c:pt idx="2131">
                  <c:v>71182</c:v>
                </c:pt>
                <c:pt idx="2132">
                  <c:v>14876</c:v>
                </c:pt>
                <c:pt idx="2133">
                  <c:v>3078</c:v>
                </c:pt>
                <c:pt idx="2134">
                  <c:v>15</c:v>
                </c:pt>
                <c:pt idx="2135">
                  <c:v>1394</c:v>
                </c:pt>
                <c:pt idx="2136">
                  <c:v>150</c:v>
                </c:pt>
                <c:pt idx="2137">
                  <c:v>25582</c:v>
                </c:pt>
                <c:pt idx="2138">
                  <c:v>1537</c:v>
                </c:pt>
                <c:pt idx="2139">
                  <c:v>111</c:v>
                </c:pt>
                <c:pt idx="2140">
                  <c:v>5384</c:v>
                </c:pt>
                <c:pt idx="2141">
                  <c:v>2176</c:v>
                </c:pt>
                <c:pt idx="2142">
                  <c:v>34396</c:v>
                </c:pt>
                <c:pt idx="2143">
                  <c:v>4246</c:v>
                </c:pt>
                <c:pt idx="2144">
                  <c:v>7734</c:v>
                </c:pt>
                <c:pt idx="2145">
                  <c:v>4611</c:v>
                </c:pt>
                <c:pt idx="2146">
                  <c:v>1202</c:v>
                </c:pt>
                <c:pt idx="2147">
                  <c:v>663</c:v>
                </c:pt>
                <c:pt idx="2148">
                  <c:v>16964</c:v>
                </c:pt>
                <c:pt idx="2149">
                  <c:v>6555</c:v>
                </c:pt>
                <c:pt idx="2150">
                  <c:v>5922</c:v>
                </c:pt>
                <c:pt idx="2151">
                  <c:v>3387</c:v>
                </c:pt>
                <c:pt idx="2152">
                  <c:v>7333</c:v>
                </c:pt>
                <c:pt idx="2153">
                  <c:v>985</c:v>
                </c:pt>
                <c:pt idx="2154">
                  <c:v>199</c:v>
                </c:pt>
                <c:pt idx="2155">
                  <c:v>1524</c:v>
                </c:pt>
                <c:pt idx="2156">
                  <c:v>3139</c:v>
                </c:pt>
                <c:pt idx="2157">
                  <c:v>9442</c:v>
                </c:pt>
                <c:pt idx="2158">
                  <c:v>12453</c:v>
                </c:pt>
                <c:pt idx="2159">
                  <c:v>2062</c:v>
                </c:pt>
                <c:pt idx="2160">
                  <c:v>4397</c:v>
                </c:pt>
                <c:pt idx="2161">
                  <c:v>1327</c:v>
                </c:pt>
                <c:pt idx="2162">
                  <c:v>11311</c:v>
                </c:pt>
                <c:pt idx="2163">
                  <c:v>4556</c:v>
                </c:pt>
                <c:pt idx="2164">
                  <c:v>217</c:v>
                </c:pt>
                <c:pt idx="2165">
                  <c:v>3696</c:v>
                </c:pt>
                <c:pt idx="2166">
                  <c:v>5509</c:v>
                </c:pt>
                <c:pt idx="2167">
                  <c:v>1145</c:v>
                </c:pt>
                <c:pt idx="2168">
                  <c:v>5598</c:v>
                </c:pt>
                <c:pt idx="2169">
                  <c:v>2178</c:v>
                </c:pt>
                <c:pt idx="2170">
                  <c:v>1573</c:v>
                </c:pt>
                <c:pt idx="2171">
                  <c:v>2168</c:v>
                </c:pt>
                <c:pt idx="2172">
                  <c:v>531</c:v>
                </c:pt>
                <c:pt idx="2173">
                  <c:v>5967</c:v>
                </c:pt>
                <c:pt idx="2174">
                  <c:v>1952</c:v>
                </c:pt>
                <c:pt idx="2175">
                  <c:v>736</c:v>
                </c:pt>
                <c:pt idx="2176">
                  <c:v>4715</c:v>
                </c:pt>
                <c:pt idx="2177">
                  <c:v>2105</c:v>
                </c:pt>
                <c:pt idx="2178">
                  <c:v>14146</c:v>
                </c:pt>
                <c:pt idx="2179">
                  <c:v>2427</c:v>
                </c:pt>
                <c:pt idx="2180">
                  <c:v>2053</c:v>
                </c:pt>
                <c:pt idx="2181">
                  <c:v>592</c:v>
                </c:pt>
                <c:pt idx="2182">
                  <c:v>10024</c:v>
                </c:pt>
                <c:pt idx="2183">
                  <c:v>12740</c:v>
                </c:pt>
                <c:pt idx="2184">
                  <c:v>7383</c:v>
                </c:pt>
                <c:pt idx="2185">
                  <c:v>443</c:v>
                </c:pt>
                <c:pt idx="2186">
                  <c:v>3711</c:v>
                </c:pt>
                <c:pt idx="2187">
                  <c:v>1531</c:v>
                </c:pt>
                <c:pt idx="2188">
                  <c:v>244</c:v>
                </c:pt>
                <c:pt idx="2189">
                  <c:v>7120</c:v>
                </c:pt>
                <c:pt idx="2190">
                  <c:v>3052</c:v>
                </c:pt>
                <c:pt idx="2191">
                  <c:v>2283</c:v>
                </c:pt>
                <c:pt idx="2192">
                  <c:v>1826</c:v>
                </c:pt>
                <c:pt idx="2193">
                  <c:v>2646</c:v>
                </c:pt>
                <c:pt idx="2194">
                  <c:v>17525</c:v>
                </c:pt>
                <c:pt idx="2195">
                  <c:v>372</c:v>
                </c:pt>
                <c:pt idx="2196">
                  <c:v>1160</c:v>
                </c:pt>
                <c:pt idx="2197">
                  <c:v>1541</c:v>
                </c:pt>
                <c:pt idx="2198">
                  <c:v>2435</c:v>
                </c:pt>
                <c:pt idx="2199">
                  <c:v>3123</c:v>
                </c:pt>
                <c:pt idx="2200">
                  <c:v>4824</c:v>
                </c:pt>
                <c:pt idx="2201">
                  <c:v>3633</c:v>
                </c:pt>
                <c:pt idx="2202">
                  <c:v>4488</c:v>
                </c:pt>
                <c:pt idx="2203">
                  <c:v>4082</c:v>
                </c:pt>
                <c:pt idx="2204">
                  <c:v>4426</c:v>
                </c:pt>
                <c:pt idx="2205">
                  <c:v>15541</c:v>
                </c:pt>
                <c:pt idx="2206">
                  <c:v>314</c:v>
                </c:pt>
                <c:pt idx="2207">
                  <c:v>1189</c:v>
                </c:pt>
                <c:pt idx="2208">
                  <c:v>2214</c:v>
                </c:pt>
                <c:pt idx="2209">
                  <c:v>3064</c:v>
                </c:pt>
                <c:pt idx="2210">
                  <c:v>119</c:v>
                </c:pt>
                <c:pt idx="2211">
                  <c:v>5096</c:v>
                </c:pt>
                <c:pt idx="2212">
                  <c:v>815</c:v>
                </c:pt>
                <c:pt idx="2213">
                  <c:v>1594</c:v>
                </c:pt>
                <c:pt idx="2214">
                  <c:v>2465</c:v>
                </c:pt>
                <c:pt idx="2215">
                  <c:v>1436</c:v>
                </c:pt>
                <c:pt idx="2216">
                  <c:v>3410</c:v>
                </c:pt>
                <c:pt idx="2217">
                  <c:v>1883</c:v>
                </c:pt>
                <c:pt idx="2218">
                  <c:v>596</c:v>
                </c:pt>
                <c:pt idx="2219">
                  <c:v>390</c:v>
                </c:pt>
                <c:pt idx="2220">
                  <c:v>1386</c:v>
                </c:pt>
                <c:pt idx="2221">
                  <c:v>2787</c:v>
                </c:pt>
                <c:pt idx="2222">
                  <c:v>3228</c:v>
                </c:pt>
                <c:pt idx="2223">
                  <c:v>16603</c:v>
                </c:pt>
                <c:pt idx="2224">
                  <c:v>21481</c:v>
                </c:pt>
                <c:pt idx="2225">
                  <c:v>19366</c:v>
                </c:pt>
                <c:pt idx="2226">
                  <c:v>665</c:v>
                </c:pt>
                <c:pt idx="2227">
                  <c:v>2671</c:v>
                </c:pt>
                <c:pt idx="2228">
                  <c:v>895</c:v>
                </c:pt>
                <c:pt idx="2229">
                  <c:v>658</c:v>
                </c:pt>
                <c:pt idx="2230">
                  <c:v>5293</c:v>
                </c:pt>
                <c:pt idx="2231">
                  <c:v>18484</c:v>
                </c:pt>
                <c:pt idx="2232">
                  <c:v>738</c:v>
                </c:pt>
                <c:pt idx="2233">
                  <c:v>3020</c:v>
                </c:pt>
                <c:pt idx="2234">
                  <c:v>4255</c:v>
                </c:pt>
                <c:pt idx="2235">
                  <c:v>797</c:v>
                </c:pt>
                <c:pt idx="2236">
                  <c:v>3467</c:v>
                </c:pt>
                <c:pt idx="2237">
                  <c:v>551</c:v>
                </c:pt>
                <c:pt idx="2238">
                  <c:v>4153</c:v>
                </c:pt>
                <c:pt idx="2239">
                  <c:v>883</c:v>
                </c:pt>
                <c:pt idx="2240">
                  <c:v>1759</c:v>
                </c:pt>
                <c:pt idx="2241">
                  <c:v>155</c:v>
                </c:pt>
                <c:pt idx="2242">
                  <c:v>2747</c:v>
                </c:pt>
                <c:pt idx="2243">
                  <c:v>2642</c:v>
                </c:pt>
                <c:pt idx="2244">
                  <c:v>7206</c:v>
                </c:pt>
                <c:pt idx="2245">
                  <c:v>10428</c:v>
                </c:pt>
                <c:pt idx="2246">
                  <c:v>351</c:v>
                </c:pt>
                <c:pt idx="2247">
                  <c:v>3909</c:v>
                </c:pt>
                <c:pt idx="2248">
                  <c:v>2287</c:v>
                </c:pt>
                <c:pt idx="2249">
                  <c:v>2521</c:v>
                </c:pt>
                <c:pt idx="2250">
                  <c:v>2881</c:v>
                </c:pt>
                <c:pt idx="2251">
                  <c:v>1685</c:v>
                </c:pt>
                <c:pt idx="2252">
                  <c:v>300</c:v>
                </c:pt>
                <c:pt idx="2253">
                  <c:v>32573</c:v>
                </c:pt>
                <c:pt idx="2254">
                  <c:v>127</c:v>
                </c:pt>
                <c:pt idx="2255">
                  <c:v>1276</c:v>
                </c:pt>
                <c:pt idx="2256">
                  <c:v>4684</c:v>
                </c:pt>
                <c:pt idx="2257">
                  <c:v>18453</c:v>
                </c:pt>
                <c:pt idx="2258">
                  <c:v>29</c:v>
                </c:pt>
                <c:pt idx="2259">
                  <c:v>1605</c:v>
                </c:pt>
                <c:pt idx="2260">
                  <c:v>303</c:v>
                </c:pt>
                <c:pt idx="2261">
                  <c:v>3524</c:v>
                </c:pt>
                <c:pt idx="2262">
                  <c:v>984</c:v>
                </c:pt>
                <c:pt idx="2263">
                  <c:v>3333</c:v>
                </c:pt>
                <c:pt idx="2264">
                  <c:v>427</c:v>
                </c:pt>
                <c:pt idx="2265">
                  <c:v>7</c:v>
                </c:pt>
                <c:pt idx="2266">
                  <c:v>1337</c:v>
                </c:pt>
                <c:pt idx="2267">
                  <c:v>6482</c:v>
                </c:pt>
                <c:pt idx="2268">
                  <c:v>2512</c:v>
                </c:pt>
                <c:pt idx="2269">
                  <c:v>5934</c:v>
                </c:pt>
                <c:pt idx="2270">
                  <c:v>679</c:v>
                </c:pt>
                <c:pt idx="2271">
                  <c:v>898</c:v>
                </c:pt>
                <c:pt idx="2272">
                  <c:v>17305</c:v>
                </c:pt>
                <c:pt idx="2273">
                  <c:v>2519</c:v>
                </c:pt>
                <c:pt idx="2274">
                  <c:v>5927</c:v>
                </c:pt>
                <c:pt idx="2275">
                  <c:v>6816</c:v>
                </c:pt>
                <c:pt idx="2276">
                  <c:v>937</c:v>
                </c:pt>
                <c:pt idx="2277">
                  <c:v>2359</c:v>
                </c:pt>
                <c:pt idx="2278">
                  <c:v>4708</c:v>
                </c:pt>
                <c:pt idx="2279">
                  <c:v>1208</c:v>
                </c:pt>
                <c:pt idx="2280">
                  <c:v>3380</c:v>
                </c:pt>
                <c:pt idx="2281">
                  <c:v>322</c:v>
                </c:pt>
                <c:pt idx="2282">
                  <c:v>3695</c:v>
                </c:pt>
                <c:pt idx="2283">
                  <c:v>2284</c:v>
                </c:pt>
                <c:pt idx="2284">
                  <c:v>38319</c:v>
                </c:pt>
                <c:pt idx="2285">
                  <c:v>772</c:v>
                </c:pt>
                <c:pt idx="2286">
                  <c:v>4139</c:v>
                </c:pt>
                <c:pt idx="2287">
                  <c:v>4649</c:v>
                </c:pt>
                <c:pt idx="2288">
                  <c:v>11693</c:v>
                </c:pt>
                <c:pt idx="2289">
                  <c:v>1322</c:v>
                </c:pt>
                <c:pt idx="2290">
                  <c:v>1208</c:v>
                </c:pt>
                <c:pt idx="2291">
                  <c:v>3108</c:v>
                </c:pt>
                <c:pt idx="2292">
                  <c:v>1803</c:v>
                </c:pt>
                <c:pt idx="2293">
                  <c:v>1414</c:v>
                </c:pt>
                <c:pt idx="2294">
                  <c:v>1076</c:v>
                </c:pt>
                <c:pt idx="2295">
                  <c:v>806</c:v>
                </c:pt>
                <c:pt idx="2296">
                  <c:v>19456</c:v>
                </c:pt>
                <c:pt idx="2297">
                  <c:v>3060</c:v>
                </c:pt>
                <c:pt idx="2298">
                  <c:v>2061</c:v>
                </c:pt>
                <c:pt idx="2299">
                  <c:v>1330</c:v>
                </c:pt>
                <c:pt idx="2300">
                  <c:v>11281</c:v>
                </c:pt>
                <c:pt idx="2301">
                  <c:v>3989</c:v>
                </c:pt>
                <c:pt idx="2302">
                  <c:v>2655</c:v>
                </c:pt>
                <c:pt idx="2303">
                  <c:v>4674</c:v>
                </c:pt>
                <c:pt idx="2304">
                  <c:v>2504</c:v>
                </c:pt>
                <c:pt idx="2305">
                  <c:v>1402</c:v>
                </c:pt>
                <c:pt idx="2306">
                  <c:v>674</c:v>
                </c:pt>
                <c:pt idx="2307">
                  <c:v>1786</c:v>
                </c:pt>
                <c:pt idx="2308">
                  <c:v>2065</c:v>
                </c:pt>
                <c:pt idx="2309">
                  <c:v>9816</c:v>
                </c:pt>
                <c:pt idx="2310">
                  <c:v>4219</c:v>
                </c:pt>
                <c:pt idx="2311">
                  <c:v>945</c:v>
                </c:pt>
                <c:pt idx="2312">
                  <c:v>4003</c:v>
                </c:pt>
                <c:pt idx="2313">
                  <c:v>214</c:v>
                </c:pt>
                <c:pt idx="2314">
                  <c:v>984</c:v>
                </c:pt>
                <c:pt idx="2315">
                  <c:v>293</c:v>
                </c:pt>
                <c:pt idx="2316">
                  <c:v>4056</c:v>
                </c:pt>
                <c:pt idx="2317">
                  <c:v>561</c:v>
                </c:pt>
                <c:pt idx="2318">
                  <c:v>1898</c:v>
                </c:pt>
                <c:pt idx="2319">
                  <c:v>4026</c:v>
                </c:pt>
                <c:pt idx="2320">
                  <c:v>1794</c:v>
                </c:pt>
                <c:pt idx="2321">
                  <c:v>3774</c:v>
                </c:pt>
                <c:pt idx="2322">
                  <c:v>3736</c:v>
                </c:pt>
                <c:pt idx="2323">
                  <c:v>1938</c:v>
                </c:pt>
                <c:pt idx="2324">
                  <c:v>743</c:v>
                </c:pt>
                <c:pt idx="2325">
                  <c:v>1622</c:v>
                </c:pt>
                <c:pt idx="2326">
                  <c:v>2328</c:v>
                </c:pt>
                <c:pt idx="2327">
                  <c:v>1073</c:v>
                </c:pt>
                <c:pt idx="2328">
                  <c:v>3619</c:v>
                </c:pt>
                <c:pt idx="2329">
                  <c:v>415</c:v>
                </c:pt>
                <c:pt idx="2330">
                  <c:v>2307</c:v>
                </c:pt>
                <c:pt idx="2331">
                  <c:v>4653</c:v>
                </c:pt>
                <c:pt idx="2332">
                  <c:v>440</c:v>
                </c:pt>
                <c:pt idx="2333">
                  <c:v>8587</c:v>
                </c:pt>
                <c:pt idx="2334">
                  <c:v>98</c:v>
                </c:pt>
                <c:pt idx="2335">
                  <c:v>4303</c:v>
                </c:pt>
                <c:pt idx="2336">
                  <c:v>815</c:v>
                </c:pt>
                <c:pt idx="2337">
                  <c:v>3147</c:v>
                </c:pt>
                <c:pt idx="2338">
                  <c:v>270</c:v>
                </c:pt>
                <c:pt idx="2339">
                  <c:v>848</c:v>
                </c:pt>
                <c:pt idx="2340">
                  <c:v>10725</c:v>
                </c:pt>
                <c:pt idx="2341">
                  <c:v>1564</c:v>
                </c:pt>
                <c:pt idx="2342">
                  <c:v>852</c:v>
                </c:pt>
                <c:pt idx="2343">
                  <c:v>7425</c:v>
                </c:pt>
                <c:pt idx="2344">
                  <c:v>5143</c:v>
                </c:pt>
                <c:pt idx="2345">
                  <c:v>87</c:v>
                </c:pt>
                <c:pt idx="2346">
                  <c:v>478</c:v>
                </c:pt>
                <c:pt idx="2347">
                  <c:v>117</c:v>
                </c:pt>
                <c:pt idx="2348">
                  <c:v>15</c:v>
                </c:pt>
                <c:pt idx="2349">
                  <c:v>389</c:v>
                </c:pt>
                <c:pt idx="2350">
                  <c:v>986</c:v>
                </c:pt>
                <c:pt idx="2351">
                  <c:v>1224</c:v>
                </c:pt>
                <c:pt idx="2352">
                  <c:v>5048</c:v>
                </c:pt>
                <c:pt idx="2353">
                  <c:v>43835</c:v>
                </c:pt>
                <c:pt idx="2354">
                  <c:v>5407</c:v>
                </c:pt>
                <c:pt idx="2355">
                  <c:v>4367</c:v>
                </c:pt>
                <c:pt idx="2356">
                  <c:v>1324</c:v>
                </c:pt>
                <c:pt idx="2357">
                  <c:v>602</c:v>
                </c:pt>
                <c:pt idx="2358">
                  <c:v>20675</c:v>
                </c:pt>
                <c:pt idx="2359">
                  <c:v>688</c:v>
                </c:pt>
                <c:pt idx="2360">
                  <c:v>4087</c:v>
                </c:pt>
                <c:pt idx="2361">
                  <c:v>6283</c:v>
                </c:pt>
                <c:pt idx="2362">
                  <c:v>322</c:v>
                </c:pt>
                <c:pt idx="2363">
                  <c:v>2360</c:v>
                </c:pt>
                <c:pt idx="2364">
                  <c:v>32814</c:v>
                </c:pt>
                <c:pt idx="2365">
                  <c:v>1610</c:v>
                </c:pt>
                <c:pt idx="2366">
                  <c:v>1095</c:v>
                </c:pt>
                <c:pt idx="2367">
                  <c:v>791</c:v>
                </c:pt>
                <c:pt idx="2368">
                  <c:v>907</c:v>
                </c:pt>
                <c:pt idx="2369">
                  <c:v>1883</c:v>
                </c:pt>
                <c:pt idx="2370">
                  <c:v>283</c:v>
                </c:pt>
                <c:pt idx="2371">
                  <c:v>2607</c:v>
                </c:pt>
                <c:pt idx="2372">
                  <c:v>2934</c:v>
                </c:pt>
                <c:pt idx="2373">
                  <c:v>4953</c:v>
                </c:pt>
                <c:pt idx="2374">
                  <c:v>9139</c:v>
                </c:pt>
                <c:pt idx="2375">
                  <c:v>2846</c:v>
                </c:pt>
                <c:pt idx="2376">
                  <c:v>4465</c:v>
                </c:pt>
                <c:pt idx="2377">
                  <c:v>494</c:v>
                </c:pt>
                <c:pt idx="2378">
                  <c:v>1086</c:v>
                </c:pt>
                <c:pt idx="2379">
                  <c:v>3647</c:v>
                </c:pt>
                <c:pt idx="2380">
                  <c:v>952</c:v>
                </c:pt>
                <c:pt idx="2381">
                  <c:v>2831</c:v>
                </c:pt>
                <c:pt idx="2382">
                  <c:v>292</c:v>
                </c:pt>
                <c:pt idx="2383">
                  <c:v>3287</c:v>
                </c:pt>
                <c:pt idx="2384">
                  <c:v>10320</c:v>
                </c:pt>
                <c:pt idx="2385">
                  <c:v>1189</c:v>
                </c:pt>
                <c:pt idx="2386">
                  <c:v>7090</c:v>
                </c:pt>
                <c:pt idx="2387">
                  <c:v>3359</c:v>
                </c:pt>
                <c:pt idx="2388">
                  <c:v>5713</c:v>
                </c:pt>
                <c:pt idx="2389">
                  <c:v>3306</c:v>
                </c:pt>
                <c:pt idx="2390">
                  <c:v>311</c:v>
                </c:pt>
                <c:pt idx="2391">
                  <c:v>2195</c:v>
                </c:pt>
                <c:pt idx="2392">
                  <c:v>3460</c:v>
                </c:pt>
                <c:pt idx="2393">
                  <c:v>2067</c:v>
                </c:pt>
                <c:pt idx="2394">
                  <c:v>6093</c:v>
                </c:pt>
                <c:pt idx="2395">
                  <c:v>444</c:v>
                </c:pt>
                <c:pt idx="2396">
                  <c:v>2271</c:v>
                </c:pt>
                <c:pt idx="2397">
                  <c:v>827</c:v>
                </c:pt>
                <c:pt idx="2398">
                  <c:v>6893</c:v>
                </c:pt>
                <c:pt idx="2399">
                  <c:v>24046</c:v>
                </c:pt>
                <c:pt idx="2400">
                  <c:v>2240</c:v>
                </c:pt>
                <c:pt idx="2401">
                  <c:v>1697</c:v>
                </c:pt>
                <c:pt idx="2402">
                  <c:v>940</c:v>
                </c:pt>
                <c:pt idx="2403">
                  <c:v>2778</c:v>
                </c:pt>
                <c:pt idx="2404">
                  <c:v>2893</c:v>
                </c:pt>
                <c:pt idx="2405">
                  <c:v>8519</c:v>
                </c:pt>
                <c:pt idx="2406">
                  <c:v>1874</c:v>
                </c:pt>
                <c:pt idx="2407">
                  <c:v>2367</c:v>
                </c:pt>
                <c:pt idx="2408">
                  <c:v>411</c:v>
                </c:pt>
                <c:pt idx="2409">
                  <c:v>4959</c:v>
                </c:pt>
                <c:pt idx="2410">
                  <c:v>9753</c:v>
                </c:pt>
                <c:pt idx="2411">
                  <c:v>922</c:v>
                </c:pt>
                <c:pt idx="2412">
                  <c:v>457</c:v>
                </c:pt>
                <c:pt idx="2413">
                  <c:v>1770</c:v>
                </c:pt>
                <c:pt idx="2414">
                  <c:v>1711</c:v>
                </c:pt>
                <c:pt idx="2415">
                  <c:v>17034</c:v>
                </c:pt>
                <c:pt idx="2416">
                  <c:v>1603</c:v>
                </c:pt>
                <c:pt idx="2417">
                  <c:v>3718</c:v>
                </c:pt>
                <c:pt idx="2418">
                  <c:v>2627</c:v>
                </c:pt>
                <c:pt idx="2419">
                  <c:v>2934</c:v>
                </c:pt>
                <c:pt idx="2420">
                  <c:v>2641</c:v>
                </c:pt>
                <c:pt idx="2421">
                  <c:v>547</c:v>
                </c:pt>
                <c:pt idx="2422">
                  <c:v>1305</c:v>
                </c:pt>
                <c:pt idx="2423">
                  <c:v>710</c:v>
                </c:pt>
                <c:pt idx="2424">
                  <c:v>26</c:v>
                </c:pt>
                <c:pt idx="2425">
                  <c:v>1994</c:v>
                </c:pt>
                <c:pt idx="2426">
                  <c:v>1477</c:v>
                </c:pt>
                <c:pt idx="2427">
                  <c:v>1144</c:v>
                </c:pt>
                <c:pt idx="2428">
                  <c:v>10</c:v>
                </c:pt>
                <c:pt idx="2429">
                  <c:v>2242</c:v>
                </c:pt>
                <c:pt idx="2430">
                  <c:v>14184</c:v>
                </c:pt>
                <c:pt idx="2431">
                  <c:v>6278</c:v>
                </c:pt>
                <c:pt idx="2432">
                  <c:v>27650</c:v>
                </c:pt>
                <c:pt idx="2433">
                  <c:v>52227</c:v>
                </c:pt>
                <c:pt idx="2434">
                  <c:v>551</c:v>
                </c:pt>
                <c:pt idx="2435">
                  <c:v>3012</c:v>
                </c:pt>
                <c:pt idx="2436">
                  <c:v>3103</c:v>
                </c:pt>
                <c:pt idx="2437">
                  <c:v>383</c:v>
                </c:pt>
                <c:pt idx="2438">
                  <c:v>2284</c:v>
                </c:pt>
                <c:pt idx="2439">
                  <c:v>376</c:v>
                </c:pt>
                <c:pt idx="2440">
                  <c:v>12095</c:v>
                </c:pt>
                <c:pt idx="2441">
                  <c:v>2297</c:v>
                </c:pt>
                <c:pt idx="2442">
                  <c:v>1201</c:v>
                </c:pt>
                <c:pt idx="2443">
                  <c:v>1104</c:v>
                </c:pt>
                <c:pt idx="2444">
                  <c:v>537</c:v>
                </c:pt>
                <c:pt idx="2445">
                  <c:v>10517</c:v>
                </c:pt>
                <c:pt idx="2446">
                  <c:v>525</c:v>
                </c:pt>
                <c:pt idx="2447">
                  <c:v>666</c:v>
                </c:pt>
                <c:pt idx="2448">
                  <c:v>292</c:v>
                </c:pt>
                <c:pt idx="2449">
                  <c:v>3730</c:v>
                </c:pt>
                <c:pt idx="2450">
                  <c:v>4092</c:v>
                </c:pt>
                <c:pt idx="2451">
                  <c:v>19</c:v>
                </c:pt>
                <c:pt idx="2452">
                  <c:v>140</c:v>
                </c:pt>
                <c:pt idx="2453">
                  <c:v>23011</c:v>
                </c:pt>
                <c:pt idx="2454">
                  <c:v>375</c:v>
                </c:pt>
                <c:pt idx="2455">
                  <c:v>11</c:v>
                </c:pt>
                <c:pt idx="2456">
                  <c:v>3686</c:v>
                </c:pt>
                <c:pt idx="2457">
                  <c:v>4252</c:v>
                </c:pt>
                <c:pt idx="2458">
                  <c:v>416</c:v>
                </c:pt>
                <c:pt idx="2459">
                  <c:v>1971</c:v>
                </c:pt>
                <c:pt idx="2460">
                  <c:v>622</c:v>
                </c:pt>
                <c:pt idx="2461">
                  <c:v>112</c:v>
                </c:pt>
                <c:pt idx="2462">
                  <c:v>5643</c:v>
                </c:pt>
                <c:pt idx="2463">
                  <c:v>2868</c:v>
                </c:pt>
                <c:pt idx="2464">
                  <c:v>410</c:v>
                </c:pt>
                <c:pt idx="2465">
                  <c:v>522</c:v>
                </c:pt>
                <c:pt idx="2466">
                  <c:v>2726</c:v>
                </c:pt>
                <c:pt idx="2467">
                  <c:v>3124</c:v>
                </c:pt>
                <c:pt idx="2468">
                  <c:v>1246</c:v>
                </c:pt>
                <c:pt idx="2469">
                  <c:v>23016</c:v>
                </c:pt>
                <c:pt idx="2470">
                  <c:v>900</c:v>
                </c:pt>
                <c:pt idx="2471">
                  <c:v>153</c:v>
                </c:pt>
                <c:pt idx="2472">
                  <c:v>943</c:v>
                </c:pt>
                <c:pt idx="2473">
                  <c:v>4483</c:v>
                </c:pt>
                <c:pt idx="2474">
                  <c:v>1605</c:v>
                </c:pt>
                <c:pt idx="2475">
                  <c:v>4460</c:v>
                </c:pt>
                <c:pt idx="2476">
                  <c:v>1974</c:v>
                </c:pt>
                <c:pt idx="2477">
                  <c:v>2450</c:v>
                </c:pt>
                <c:pt idx="2478">
                  <c:v>292</c:v>
                </c:pt>
                <c:pt idx="2479">
                  <c:v>5122</c:v>
                </c:pt>
                <c:pt idx="2480">
                  <c:v>160</c:v>
                </c:pt>
                <c:pt idx="2481">
                  <c:v>282</c:v>
                </c:pt>
                <c:pt idx="2482">
                  <c:v>1463</c:v>
                </c:pt>
                <c:pt idx="2483">
                  <c:v>4300</c:v>
                </c:pt>
                <c:pt idx="2484">
                  <c:v>386</c:v>
                </c:pt>
                <c:pt idx="2485">
                  <c:v>4690</c:v>
                </c:pt>
                <c:pt idx="2486">
                  <c:v>10658</c:v>
                </c:pt>
                <c:pt idx="2487">
                  <c:v>517</c:v>
                </c:pt>
                <c:pt idx="2488">
                  <c:v>471</c:v>
                </c:pt>
                <c:pt idx="2489">
                  <c:v>479</c:v>
                </c:pt>
                <c:pt idx="2490">
                  <c:v>3970</c:v>
                </c:pt>
                <c:pt idx="2491">
                  <c:v>1545</c:v>
                </c:pt>
                <c:pt idx="2492">
                  <c:v>234</c:v>
                </c:pt>
                <c:pt idx="2493">
                  <c:v>20501</c:v>
                </c:pt>
                <c:pt idx="2494">
                  <c:v>2445</c:v>
                </c:pt>
                <c:pt idx="2495">
                  <c:v>295</c:v>
                </c:pt>
                <c:pt idx="2496">
                  <c:v>8051</c:v>
                </c:pt>
                <c:pt idx="2497">
                  <c:v>2411</c:v>
                </c:pt>
                <c:pt idx="2498">
                  <c:v>306</c:v>
                </c:pt>
                <c:pt idx="2499">
                  <c:v>1687</c:v>
                </c:pt>
                <c:pt idx="2500">
                  <c:v>634</c:v>
                </c:pt>
                <c:pt idx="2501">
                  <c:v>10230</c:v>
                </c:pt>
                <c:pt idx="2502">
                  <c:v>3157</c:v>
                </c:pt>
                <c:pt idx="2503">
                  <c:v>673</c:v>
                </c:pt>
                <c:pt idx="2504">
                  <c:v>2550</c:v>
                </c:pt>
                <c:pt idx="2505">
                  <c:v>4874</c:v>
                </c:pt>
                <c:pt idx="2506">
                  <c:v>1865</c:v>
                </c:pt>
                <c:pt idx="2507">
                  <c:v>2196</c:v>
                </c:pt>
                <c:pt idx="2508">
                  <c:v>91</c:v>
                </c:pt>
                <c:pt idx="2509">
                  <c:v>2854</c:v>
                </c:pt>
                <c:pt idx="2510">
                  <c:v>116</c:v>
                </c:pt>
                <c:pt idx="2511">
                  <c:v>1875</c:v>
                </c:pt>
                <c:pt idx="2512">
                  <c:v>448</c:v>
                </c:pt>
                <c:pt idx="2513">
                  <c:v>559</c:v>
                </c:pt>
                <c:pt idx="2514">
                  <c:v>1193</c:v>
                </c:pt>
                <c:pt idx="2515">
                  <c:v>2165</c:v>
                </c:pt>
                <c:pt idx="2516">
                  <c:v>448</c:v>
                </c:pt>
                <c:pt idx="2517">
                  <c:v>1590</c:v>
                </c:pt>
                <c:pt idx="2518">
                  <c:v>1373</c:v>
                </c:pt>
                <c:pt idx="2519">
                  <c:v>7948</c:v>
                </c:pt>
                <c:pt idx="2520">
                  <c:v>2817</c:v>
                </c:pt>
                <c:pt idx="2521">
                  <c:v>3819</c:v>
                </c:pt>
                <c:pt idx="2522">
                  <c:v>1100</c:v>
                </c:pt>
                <c:pt idx="2523">
                  <c:v>995</c:v>
                </c:pt>
                <c:pt idx="2524">
                  <c:v>642</c:v>
                </c:pt>
                <c:pt idx="2525">
                  <c:v>2378</c:v>
                </c:pt>
                <c:pt idx="2526">
                  <c:v>1073</c:v>
                </c:pt>
                <c:pt idx="2527">
                  <c:v>1887</c:v>
                </c:pt>
                <c:pt idx="2528">
                  <c:v>10092</c:v>
                </c:pt>
                <c:pt idx="2529">
                  <c:v>4950</c:v>
                </c:pt>
                <c:pt idx="2530">
                  <c:v>5913</c:v>
                </c:pt>
                <c:pt idx="2531">
                  <c:v>23771</c:v>
                </c:pt>
                <c:pt idx="2532">
                  <c:v>1010</c:v>
                </c:pt>
                <c:pt idx="2533">
                  <c:v>3173</c:v>
                </c:pt>
                <c:pt idx="2534">
                  <c:v>3421</c:v>
                </c:pt>
                <c:pt idx="2535">
                  <c:v>1274</c:v>
                </c:pt>
                <c:pt idx="2536">
                  <c:v>497</c:v>
                </c:pt>
                <c:pt idx="2537">
                  <c:v>164</c:v>
                </c:pt>
                <c:pt idx="2538">
                  <c:v>238</c:v>
                </c:pt>
                <c:pt idx="2539">
                  <c:v>1381</c:v>
                </c:pt>
                <c:pt idx="2540">
                  <c:v>2126</c:v>
                </c:pt>
                <c:pt idx="2541">
                  <c:v>1916</c:v>
                </c:pt>
                <c:pt idx="2542">
                  <c:v>941</c:v>
                </c:pt>
                <c:pt idx="2543">
                  <c:v>297</c:v>
                </c:pt>
                <c:pt idx="2544">
                  <c:v>5270</c:v>
                </c:pt>
                <c:pt idx="2545">
                  <c:v>1850</c:v>
                </c:pt>
                <c:pt idx="2546">
                  <c:v>7123</c:v>
                </c:pt>
                <c:pt idx="2547">
                  <c:v>513</c:v>
                </c:pt>
                <c:pt idx="2548">
                  <c:v>5121</c:v>
                </c:pt>
                <c:pt idx="2549">
                  <c:v>4942</c:v>
                </c:pt>
                <c:pt idx="2550">
                  <c:v>8203</c:v>
                </c:pt>
                <c:pt idx="2551">
                  <c:v>1293</c:v>
                </c:pt>
                <c:pt idx="2552">
                  <c:v>380</c:v>
                </c:pt>
                <c:pt idx="2553">
                  <c:v>1573</c:v>
                </c:pt>
                <c:pt idx="2554">
                  <c:v>1031</c:v>
                </c:pt>
                <c:pt idx="2555">
                  <c:v>446</c:v>
                </c:pt>
                <c:pt idx="2556">
                  <c:v>5901</c:v>
                </c:pt>
                <c:pt idx="2557">
                  <c:v>515</c:v>
                </c:pt>
                <c:pt idx="2558">
                  <c:v>2391</c:v>
                </c:pt>
                <c:pt idx="2559">
                  <c:v>965</c:v>
                </c:pt>
                <c:pt idx="2560">
                  <c:v>2699</c:v>
                </c:pt>
                <c:pt idx="2561">
                  <c:v>206</c:v>
                </c:pt>
                <c:pt idx="2562">
                  <c:v>396</c:v>
                </c:pt>
                <c:pt idx="2563">
                  <c:v>3492</c:v>
                </c:pt>
                <c:pt idx="2564">
                  <c:v>3064</c:v>
                </c:pt>
                <c:pt idx="2565">
                  <c:v>3690</c:v>
                </c:pt>
                <c:pt idx="2566">
                  <c:v>768</c:v>
                </c:pt>
                <c:pt idx="2567">
                  <c:v>1057</c:v>
                </c:pt>
                <c:pt idx="2568">
                  <c:v>2828</c:v>
                </c:pt>
                <c:pt idx="2569">
                  <c:v>1321</c:v>
                </c:pt>
                <c:pt idx="2570">
                  <c:v>20</c:v>
                </c:pt>
                <c:pt idx="2571">
                  <c:v>496</c:v>
                </c:pt>
                <c:pt idx="2572">
                  <c:v>1712</c:v>
                </c:pt>
                <c:pt idx="2573">
                  <c:v>1445</c:v>
                </c:pt>
                <c:pt idx="2574">
                  <c:v>749</c:v>
                </c:pt>
                <c:pt idx="2575">
                  <c:v>123</c:v>
                </c:pt>
                <c:pt idx="2576">
                  <c:v>4033</c:v>
                </c:pt>
                <c:pt idx="2577">
                  <c:v>4222</c:v>
                </c:pt>
                <c:pt idx="2578">
                  <c:v>3019</c:v>
                </c:pt>
                <c:pt idx="2579">
                  <c:v>124</c:v>
                </c:pt>
                <c:pt idx="2580">
                  <c:v>1416</c:v>
                </c:pt>
                <c:pt idx="2581">
                  <c:v>711</c:v>
                </c:pt>
                <c:pt idx="2582">
                  <c:v>728</c:v>
                </c:pt>
                <c:pt idx="2583">
                  <c:v>763</c:v>
                </c:pt>
                <c:pt idx="2584">
                  <c:v>903</c:v>
                </c:pt>
                <c:pt idx="2585">
                  <c:v>332</c:v>
                </c:pt>
                <c:pt idx="2586">
                  <c:v>6143</c:v>
                </c:pt>
                <c:pt idx="2587">
                  <c:v>821</c:v>
                </c:pt>
                <c:pt idx="2588">
                  <c:v>479</c:v>
                </c:pt>
                <c:pt idx="2589">
                  <c:v>172</c:v>
                </c:pt>
                <c:pt idx="2590">
                  <c:v>3037</c:v>
                </c:pt>
                <c:pt idx="2591">
                  <c:v>1302</c:v>
                </c:pt>
                <c:pt idx="2592">
                  <c:v>2282</c:v>
                </c:pt>
                <c:pt idx="2593">
                  <c:v>1076</c:v>
                </c:pt>
                <c:pt idx="2594">
                  <c:v>475</c:v>
                </c:pt>
                <c:pt idx="2595">
                  <c:v>309</c:v>
                </c:pt>
                <c:pt idx="2596">
                  <c:v>302</c:v>
                </c:pt>
                <c:pt idx="2597">
                  <c:v>2102</c:v>
                </c:pt>
                <c:pt idx="2598">
                  <c:v>395</c:v>
                </c:pt>
                <c:pt idx="2599">
                  <c:v>642</c:v>
                </c:pt>
                <c:pt idx="2600">
                  <c:v>9159</c:v>
                </c:pt>
                <c:pt idx="2601">
                  <c:v>168</c:v>
                </c:pt>
                <c:pt idx="2602">
                  <c:v>350</c:v>
                </c:pt>
                <c:pt idx="2603">
                  <c:v>8187</c:v>
                </c:pt>
                <c:pt idx="2604">
                  <c:v>95</c:v>
                </c:pt>
                <c:pt idx="2605">
                  <c:v>2592</c:v>
                </c:pt>
                <c:pt idx="2606">
                  <c:v>647</c:v>
                </c:pt>
                <c:pt idx="2607">
                  <c:v>168</c:v>
                </c:pt>
                <c:pt idx="2608">
                  <c:v>307</c:v>
                </c:pt>
                <c:pt idx="2609">
                  <c:v>3575</c:v>
                </c:pt>
                <c:pt idx="2610">
                  <c:v>760</c:v>
                </c:pt>
                <c:pt idx="2611">
                  <c:v>94</c:v>
                </c:pt>
                <c:pt idx="2612">
                  <c:v>23297</c:v>
                </c:pt>
                <c:pt idx="2613">
                  <c:v>1073</c:v>
                </c:pt>
                <c:pt idx="2614">
                  <c:v>666</c:v>
                </c:pt>
                <c:pt idx="2615">
                  <c:v>82</c:v>
                </c:pt>
                <c:pt idx="2616">
                  <c:v>388</c:v>
                </c:pt>
                <c:pt idx="2617">
                  <c:v>434</c:v>
                </c:pt>
                <c:pt idx="2618">
                  <c:v>4783</c:v>
                </c:pt>
                <c:pt idx="2619">
                  <c:v>737</c:v>
                </c:pt>
                <c:pt idx="2620">
                  <c:v>245</c:v>
                </c:pt>
                <c:pt idx="2621">
                  <c:v>714</c:v>
                </c:pt>
                <c:pt idx="2622">
                  <c:v>144</c:v>
                </c:pt>
                <c:pt idx="2623">
                  <c:v>1627</c:v>
                </c:pt>
                <c:pt idx="2624">
                  <c:v>549</c:v>
                </c:pt>
                <c:pt idx="2625">
                  <c:v>659</c:v>
                </c:pt>
                <c:pt idx="2626">
                  <c:v>629</c:v>
                </c:pt>
                <c:pt idx="2627">
                  <c:v>694</c:v>
                </c:pt>
                <c:pt idx="2628">
                  <c:v>4159</c:v>
                </c:pt>
                <c:pt idx="2629">
                  <c:v>651</c:v>
                </c:pt>
                <c:pt idx="2630">
                  <c:v>522</c:v>
                </c:pt>
                <c:pt idx="2631">
                  <c:v>4304</c:v>
                </c:pt>
                <c:pt idx="2633">
                  <c:v>271</c:v>
                </c:pt>
                <c:pt idx="2634">
                  <c:v>9985</c:v>
                </c:pt>
                <c:pt idx="2635">
                  <c:v>1615</c:v>
                </c:pt>
                <c:pt idx="2637">
                  <c:v>91</c:v>
                </c:pt>
                <c:pt idx="2638">
                  <c:v>563</c:v>
                </c:pt>
                <c:pt idx="2639">
                  <c:v>1338</c:v>
                </c:pt>
                <c:pt idx="2640">
                  <c:v>159</c:v>
                </c:pt>
                <c:pt idx="2641">
                  <c:v>368</c:v>
                </c:pt>
                <c:pt idx="2642">
                  <c:v>77</c:v>
                </c:pt>
                <c:pt idx="2643">
                  <c:v>251</c:v>
                </c:pt>
                <c:pt idx="2644">
                  <c:v>4544</c:v>
                </c:pt>
                <c:pt idx="2645">
                  <c:v>456</c:v>
                </c:pt>
                <c:pt idx="2646">
                  <c:v>1652</c:v>
                </c:pt>
                <c:pt idx="2647">
                  <c:v>212</c:v>
                </c:pt>
                <c:pt idx="2648">
                  <c:v>6562</c:v>
                </c:pt>
                <c:pt idx="2650">
                  <c:v>2638</c:v>
                </c:pt>
                <c:pt idx="2651">
                  <c:v>219</c:v>
                </c:pt>
                <c:pt idx="2652">
                  <c:v>111</c:v>
                </c:pt>
                <c:pt idx="2653">
                  <c:v>1815</c:v>
                </c:pt>
                <c:pt idx="2654">
                  <c:v>237</c:v>
                </c:pt>
                <c:pt idx="2655">
                  <c:v>498</c:v>
                </c:pt>
                <c:pt idx="2656">
                  <c:v>163</c:v>
                </c:pt>
                <c:pt idx="2657">
                  <c:v>989</c:v>
                </c:pt>
                <c:pt idx="2658">
                  <c:v>437</c:v>
                </c:pt>
                <c:pt idx="2659">
                  <c:v>2762</c:v>
                </c:pt>
                <c:pt idx="2660">
                  <c:v>92</c:v>
                </c:pt>
                <c:pt idx="2661">
                  <c:v>632</c:v>
                </c:pt>
                <c:pt idx="2662">
                  <c:v>4632</c:v>
                </c:pt>
                <c:pt idx="2663">
                  <c:v>1100</c:v>
                </c:pt>
                <c:pt idx="2664">
                  <c:v>148</c:v>
                </c:pt>
                <c:pt idx="2665">
                  <c:v>1028</c:v>
                </c:pt>
                <c:pt idx="2666">
                  <c:v>840</c:v>
                </c:pt>
                <c:pt idx="2667">
                  <c:v>2142</c:v>
                </c:pt>
                <c:pt idx="2668">
                  <c:v>92</c:v>
                </c:pt>
                <c:pt idx="2669">
                  <c:v>511</c:v>
                </c:pt>
                <c:pt idx="2670">
                  <c:v>286</c:v>
                </c:pt>
                <c:pt idx="2671">
                  <c:v>688</c:v>
                </c:pt>
                <c:pt idx="2672">
                  <c:v>3130</c:v>
                </c:pt>
                <c:pt idx="2673">
                  <c:v>25</c:v>
                </c:pt>
                <c:pt idx="2674">
                  <c:v>973</c:v>
                </c:pt>
                <c:pt idx="2675">
                  <c:v>3484</c:v>
                </c:pt>
                <c:pt idx="2676">
                  <c:v>496</c:v>
                </c:pt>
                <c:pt idx="2677">
                  <c:v>1502</c:v>
                </c:pt>
                <c:pt idx="2678">
                  <c:v>49</c:v>
                </c:pt>
                <c:pt idx="2679">
                  <c:v>6712</c:v>
                </c:pt>
                <c:pt idx="2680">
                  <c:v>256</c:v>
                </c:pt>
                <c:pt idx="2681">
                  <c:v>290</c:v>
                </c:pt>
                <c:pt idx="2682">
                  <c:v>636</c:v>
                </c:pt>
                <c:pt idx="2683">
                  <c:v>1448</c:v>
                </c:pt>
                <c:pt idx="2684">
                  <c:v>126</c:v>
                </c:pt>
                <c:pt idx="2685">
                  <c:v>894</c:v>
                </c:pt>
                <c:pt idx="2686">
                  <c:v>534</c:v>
                </c:pt>
                <c:pt idx="2687">
                  <c:v>1972</c:v>
                </c:pt>
                <c:pt idx="2688">
                  <c:v>708</c:v>
                </c:pt>
                <c:pt idx="2689">
                  <c:v>337</c:v>
                </c:pt>
                <c:pt idx="2690">
                  <c:v>162</c:v>
                </c:pt>
                <c:pt idx="2691">
                  <c:v>523</c:v>
                </c:pt>
                <c:pt idx="2692">
                  <c:v>1690</c:v>
                </c:pt>
                <c:pt idx="2693">
                  <c:v>606</c:v>
                </c:pt>
                <c:pt idx="2694">
                  <c:v>108</c:v>
                </c:pt>
                <c:pt idx="2695">
                  <c:v>994</c:v>
                </c:pt>
                <c:pt idx="2697">
                  <c:v>889</c:v>
                </c:pt>
                <c:pt idx="2698">
                  <c:v>133</c:v>
                </c:pt>
                <c:pt idx="2699">
                  <c:v>72</c:v>
                </c:pt>
                <c:pt idx="2700">
                  <c:v>396</c:v>
                </c:pt>
                <c:pt idx="2701">
                  <c:v>4967</c:v>
                </c:pt>
                <c:pt idx="2702">
                  <c:v>25269</c:v>
                </c:pt>
                <c:pt idx="2703">
                  <c:v>2094</c:v>
                </c:pt>
                <c:pt idx="2704">
                  <c:v>614</c:v>
                </c:pt>
                <c:pt idx="2705">
                  <c:v>314</c:v>
                </c:pt>
                <c:pt idx="2706">
                  <c:v>6656</c:v>
                </c:pt>
                <c:pt idx="2707">
                  <c:v>526</c:v>
                </c:pt>
                <c:pt idx="2708">
                  <c:v>552</c:v>
                </c:pt>
                <c:pt idx="2709">
                  <c:v>626</c:v>
                </c:pt>
                <c:pt idx="2710">
                  <c:v>1281</c:v>
                </c:pt>
                <c:pt idx="2711">
                  <c:v>634</c:v>
                </c:pt>
                <c:pt idx="2712">
                  <c:v>3574</c:v>
                </c:pt>
                <c:pt idx="2713">
                  <c:v>5</c:v>
                </c:pt>
                <c:pt idx="2714">
                  <c:v>719</c:v>
                </c:pt>
                <c:pt idx="2715">
                  <c:v>5103</c:v>
                </c:pt>
                <c:pt idx="2716">
                  <c:v>845</c:v>
                </c:pt>
                <c:pt idx="2717">
                  <c:v>102</c:v>
                </c:pt>
                <c:pt idx="2718">
                  <c:v>1103</c:v>
                </c:pt>
                <c:pt idx="2719">
                  <c:v>6331</c:v>
                </c:pt>
                <c:pt idx="2720">
                  <c:v>3973</c:v>
                </c:pt>
                <c:pt idx="2721">
                  <c:v>1587</c:v>
                </c:pt>
                <c:pt idx="2722">
                  <c:v>1750</c:v>
                </c:pt>
                <c:pt idx="2723">
                  <c:v>1073</c:v>
                </c:pt>
                <c:pt idx="2724">
                  <c:v>799</c:v>
                </c:pt>
                <c:pt idx="2725">
                  <c:v>830</c:v>
                </c:pt>
                <c:pt idx="2726">
                  <c:v>385</c:v>
                </c:pt>
                <c:pt idx="2727">
                  <c:v>94</c:v>
                </c:pt>
                <c:pt idx="2728">
                  <c:v>604</c:v>
                </c:pt>
                <c:pt idx="2729">
                  <c:v>404</c:v>
                </c:pt>
                <c:pt idx="2730">
                  <c:v>244</c:v>
                </c:pt>
                <c:pt idx="2731">
                  <c:v>101</c:v>
                </c:pt>
                <c:pt idx="2732">
                  <c:v>677</c:v>
                </c:pt>
                <c:pt idx="2733">
                  <c:v>135</c:v>
                </c:pt>
                <c:pt idx="2734">
                  <c:v>1096</c:v>
                </c:pt>
                <c:pt idx="2735">
                  <c:v>4126</c:v>
                </c:pt>
                <c:pt idx="2736">
                  <c:v>3984</c:v>
                </c:pt>
                <c:pt idx="2737">
                  <c:v>3906</c:v>
                </c:pt>
                <c:pt idx="2738">
                  <c:v>2964</c:v>
                </c:pt>
                <c:pt idx="2739">
                  <c:v>333</c:v>
                </c:pt>
                <c:pt idx="2740">
                  <c:v>112</c:v>
                </c:pt>
                <c:pt idx="2741">
                  <c:v>1179</c:v>
                </c:pt>
                <c:pt idx="2742">
                  <c:v>723</c:v>
                </c:pt>
                <c:pt idx="2743">
                  <c:v>809</c:v>
                </c:pt>
                <c:pt idx="2744">
                  <c:v>137</c:v>
                </c:pt>
                <c:pt idx="2745">
                  <c:v>421</c:v>
                </c:pt>
                <c:pt idx="2746">
                  <c:v>1436</c:v>
                </c:pt>
                <c:pt idx="2747">
                  <c:v>603</c:v>
                </c:pt>
                <c:pt idx="2748">
                  <c:v>593</c:v>
                </c:pt>
                <c:pt idx="2749">
                  <c:v>234</c:v>
                </c:pt>
                <c:pt idx="2750">
                  <c:v>840</c:v>
                </c:pt>
                <c:pt idx="2751">
                  <c:v>1531</c:v>
                </c:pt>
                <c:pt idx="2752">
                  <c:v>616</c:v>
                </c:pt>
                <c:pt idx="2753">
                  <c:v>767</c:v>
                </c:pt>
                <c:pt idx="2754">
                  <c:v>35</c:v>
                </c:pt>
                <c:pt idx="2755">
                  <c:v>108</c:v>
                </c:pt>
                <c:pt idx="2756">
                  <c:v>32</c:v>
                </c:pt>
                <c:pt idx="2757">
                  <c:v>328</c:v>
                </c:pt>
                <c:pt idx="2758">
                  <c:v>55</c:v>
                </c:pt>
                <c:pt idx="2759">
                  <c:v>837</c:v>
                </c:pt>
                <c:pt idx="2760">
                  <c:v>101</c:v>
                </c:pt>
                <c:pt idx="2761">
                  <c:v>9</c:v>
                </c:pt>
                <c:pt idx="2762">
                  <c:v>559</c:v>
                </c:pt>
                <c:pt idx="2763">
                  <c:v>2191</c:v>
                </c:pt>
                <c:pt idx="2764">
                  <c:v>1071</c:v>
                </c:pt>
                <c:pt idx="2765">
                  <c:v>1324</c:v>
                </c:pt>
                <c:pt idx="2766">
                  <c:v>251</c:v>
                </c:pt>
                <c:pt idx="2767">
                  <c:v>214</c:v>
                </c:pt>
                <c:pt idx="2768">
                  <c:v>156</c:v>
                </c:pt>
                <c:pt idx="2769">
                  <c:v>155</c:v>
                </c:pt>
                <c:pt idx="2770">
                  <c:v>1444</c:v>
                </c:pt>
                <c:pt idx="2771">
                  <c:v>1726</c:v>
                </c:pt>
                <c:pt idx="2772">
                  <c:v>210</c:v>
                </c:pt>
                <c:pt idx="2773">
                  <c:v>261</c:v>
                </c:pt>
                <c:pt idx="2774">
                  <c:v>1282</c:v>
                </c:pt>
                <c:pt idx="2775">
                  <c:v>531</c:v>
                </c:pt>
                <c:pt idx="2776">
                  <c:v>1390</c:v>
                </c:pt>
                <c:pt idx="2777">
                  <c:v>489</c:v>
                </c:pt>
                <c:pt idx="2778">
                  <c:v>219</c:v>
                </c:pt>
                <c:pt idx="2779">
                  <c:v>684</c:v>
                </c:pt>
                <c:pt idx="2780">
                  <c:v>1541</c:v>
                </c:pt>
                <c:pt idx="2781">
                  <c:v>116</c:v>
                </c:pt>
                <c:pt idx="2782">
                  <c:v>816</c:v>
                </c:pt>
                <c:pt idx="2783">
                  <c:v>1654</c:v>
                </c:pt>
                <c:pt idx="2784">
                  <c:v>2695</c:v>
                </c:pt>
                <c:pt idx="2785">
                  <c:v>76</c:v>
                </c:pt>
                <c:pt idx="2786">
                  <c:v>245</c:v>
                </c:pt>
                <c:pt idx="2787">
                  <c:v>330</c:v>
                </c:pt>
                <c:pt idx="2788">
                  <c:v>665</c:v>
                </c:pt>
                <c:pt idx="2789">
                  <c:v>92</c:v>
                </c:pt>
                <c:pt idx="2790">
                  <c:v>360</c:v>
                </c:pt>
                <c:pt idx="2791">
                  <c:v>269</c:v>
                </c:pt>
                <c:pt idx="2792">
                  <c:v>65</c:v>
                </c:pt>
                <c:pt idx="2793">
                  <c:v>68</c:v>
                </c:pt>
                <c:pt idx="2794">
                  <c:v>4384</c:v>
                </c:pt>
                <c:pt idx="2795">
                  <c:v>2554</c:v>
                </c:pt>
                <c:pt idx="2796">
                  <c:v>732</c:v>
                </c:pt>
                <c:pt idx="2797">
                  <c:v>605</c:v>
                </c:pt>
                <c:pt idx="2798">
                  <c:v>149</c:v>
                </c:pt>
                <c:pt idx="2799">
                  <c:v>129</c:v>
                </c:pt>
                <c:pt idx="2800">
                  <c:v>465</c:v>
                </c:pt>
                <c:pt idx="2801">
                  <c:v>227</c:v>
                </c:pt>
                <c:pt idx="2802">
                  <c:v>4671</c:v>
                </c:pt>
                <c:pt idx="2803">
                  <c:v>426</c:v>
                </c:pt>
                <c:pt idx="2804">
                  <c:v>594</c:v>
                </c:pt>
                <c:pt idx="2805">
                  <c:v>55</c:v>
                </c:pt>
                <c:pt idx="2806">
                  <c:v>204</c:v>
                </c:pt>
                <c:pt idx="2807">
                  <c:v>362</c:v>
                </c:pt>
                <c:pt idx="2808">
                  <c:v>493</c:v>
                </c:pt>
                <c:pt idx="2809">
                  <c:v>2113</c:v>
                </c:pt>
                <c:pt idx="2810">
                  <c:v>258</c:v>
                </c:pt>
                <c:pt idx="2811">
                  <c:v>603</c:v>
                </c:pt>
                <c:pt idx="2812">
                  <c:v>1516</c:v>
                </c:pt>
                <c:pt idx="2813">
                  <c:v>3217</c:v>
                </c:pt>
                <c:pt idx="2814">
                  <c:v>68</c:v>
                </c:pt>
                <c:pt idx="2815">
                  <c:v>1697</c:v>
                </c:pt>
                <c:pt idx="2816">
                  <c:v>677</c:v>
                </c:pt>
                <c:pt idx="2817">
                  <c:v>94</c:v>
                </c:pt>
                <c:pt idx="2818">
                  <c:v>1004</c:v>
                </c:pt>
                <c:pt idx="2819">
                  <c:v>3569</c:v>
                </c:pt>
                <c:pt idx="2820">
                  <c:v>208</c:v>
                </c:pt>
                <c:pt idx="2821">
                  <c:v>498</c:v>
                </c:pt>
                <c:pt idx="2822">
                  <c:v>86</c:v>
                </c:pt>
                <c:pt idx="2823">
                  <c:v>276</c:v>
                </c:pt>
                <c:pt idx="2824">
                  <c:v>91</c:v>
                </c:pt>
                <c:pt idx="2825">
                  <c:v>1032</c:v>
                </c:pt>
                <c:pt idx="2826">
                  <c:v>320</c:v>
                </c:pt>
                <c:pt idx="2827">
                  <c:v>921</c:v>
                </c:pt>
                <c:pt idx="2828">
                  <c:v>98</c:v>
                </c:pt>
                <c:pt idx="2829">
                  <c:v>212</c:v>
                </c:pt>
                <c:pt idx="2830">
                  <c:v>211</c:v>
                </c:pt>
                <c:pt idx="2831">
                  <c:v>121</c:v>
                </c:pt>
                <c:pt idx="2832">
                  <c:v>129</c:v>
                </c:pt>
                <c:pt idx="2833">
                  <c:v>2381</c:v>
                </c:pt>
                <c:pt idx="2834">
                  <c:v>5633</c:v>
                </c:pt>
                <c:pt idx="2835">
                  <c:v>572</c:v>
                </c:pt>
                <c:pt idx="2836">
                  <c:v>1725</c:v>
                </c:pt>
                <c:pt idx="2837">
                  <c:v>280</c:v>
                </c:pt>
                <c:pt idx="2838">
                  <c:v>274</c:v>
                </c:pt>
                <c:pt idx="2839">
                  <c:v>151</c:v>
                </c:pt>
                <c:pt idx="2840">
                  <c:v>3216</c:v>
                </c:pt>
                <c:pt idx="2841">
                  <c:v>126</c:v>
                </c:pt>
                <c:pt idx="2842">
                  <c:v>987</c:v>
                </c:pt>
                <c:pt idx="2843">
                  <c:v>456</c:v>
                </c:pt>
                <c:pt idx="2844">
                  <c:v>248</c:v>
                </c:pt>
                <c:pt idx="2845">
                  <c:v>799</c:v>
                </c:pt>
                <c:pt idx="2846">
                  <c:v>180</c:v>
                </c:pt>
                <c:pt idx="2847">
                  <c:v>249</c:v>
                </c:pt>
                <c:pt idx="2848">
                  <c:v>397</c:v>
                </c:pt>
                <c:pt idx="2849">
                  <c:v>83</c:v>
                </c:pt>
                <c:pt idx="2850">
                  <c:v>601</c:v>
                </c:pt>
                <c:pt idx="2851">
                  <c:v>267</c:v>
                </c:pt>
                <c:pt idx="2852">
                  <c:v>362</c:v>
                </c:pt>
                <c:pt idx="2853">
                  <c:v>1202</c:v>
                </c:pt>
                <c:pt idx="2854">
                  <c:v>43</c:v>
                </c:pt>
                <c:pt idx="2855">
                  <c:v>48</c:v>
                </c:pt>
                <c:pt idx="2856">
                  <c:v>207</c:v>
                </c:pt>
                <c:pt idx="2857">
                  <c:v>121</c:v>
                </c:pt>
                <c:pt idx="2858">
                  <c:v>1720</c:v>
                </c:pt>
                <c:pt idx="2859">
                  <c:v>11</c:v>
                </c:pt>
                <c:pt idx="2860">
                  <c:v>427</c:v>
                </c:pt>
                <c:pt idx="2861">
                  <c:v>73</c:v>
                </c:pt>
                <c:pt idx="2862">
                  <c:v>106</c:v>
                </c:pt>
                <c:pt idx="2863">
                  <c:v>48</c:v>
                </c:pt>
                <c:pt idx="2864">
                  <c:v>920</c:v>
                </c:pt>
                <c:pt idx="2865">
                  <c:v>1810</c:v>
                </c:pt>
                <c:pt idx="2866">
                  <c:v>82</c:v>
                </c:pt>
                <c:pt idx="2867">
                  <c:v>71</c:v>
                </c:pt>
                <c:pt idx="2868">
                  <c:v>42</c:v>
                </c:pt>
                <c:pt idx="2869">
                  <c:v>1863</c:v>
                </c:pt>
                <c:pt idx="2870">
                  <c:v>144</c:v>
                </c:pt>
                <c:pt idx="2871">
                  <c:v>933</c:v>
                </c:pt>
                <c:pt idx="2872">
                  <c:v>69</c:v>
                </c:pt>
                <c:pt idx="2873">
                  <c:v>781</c:v>
                </c:pt>
                <c:pt idx="2874">
                  <c:v>232</c:v>
                </c:pt>
                <c:pt idx="2875">
                  <c:v>80</c:v>
                </c:pt>
                <c:pt idx="2876">
                  <c:v>39</c:v>
                </c:pt>
                <c:pt idx="2877">
                  <c:v>149</c:v>
                </c:pt>
                <c:pt idx="2878">
                  <c:v>57</c:v>
                </c:pt>
                <c:pt idx="2879">
                  <c:v>24</c:v>
                </c:pt>
                <c:pt idx="2880">
                  <c:v>104</c:v>
                </c:pt>
                <c:pt idx="2881">
                  <c:v>216</c:v>
                </c:pt>
                <c:pt idx="2882">
                  <c:v>24</c:v>
                </c:pt>
                <c:pt idx="2883">
                  <c:v>77</c:v>
                </c:pt>
                <c:pt idx="2884">
                  <c:v>33</c:v>
                </c:pt>
                <c:pt idx="2885">
                  <c:v>1796</c:v>
                </c:pt>
                <c:pt idx="2886">
                  <c:v>53</c:v>
                </c:pt>
                <c:pt idx="2887">
                  <c:v>521</c:v>
                </c:pt>
                <c:pt idx="2888">
                  <c:v>1249</c:v>
                </c:pt>
                <c:pt idx="2889">
                  <c:v>20</c:v>
                </c:pt>
                <c:pt idx="2890">
                  <c:v>8</c:v>
                </c:pt>
                <c:pt idx="2891">
                  <c:v>307</c:v>
                </c:pt>
                <c:pt idx="2892">
                  <c:v>316</c:v>
                </c:pt>
                <c:pt idx="2893">
                  <c:v>128</c:v>
                </c:pt>
                <c:pt idx="2894">
                  <c:v>43</c:v>
                </c:pt>
                <c:pt idx="2895">
                  <c:v>414</c:v>
                </c:pt>
                <c:pt idx="2896">
                  <c:v>366</c:v>
                </c:pt>
                <c:pt idx="2897">
                  <c:v>278</c:v>
                </c:pt>
                <c:pt idx="2898">
                  <c:v>86</c:v>
                </c:pt>
                <c:pt idx="2899">
                  <c:v>194</c:v>
                </c:pt>
                <c:pt idx="2900">
                  <c:v>887</c:v>
                </c:pt>
                <c:pt idx="2901">
                  <c:v>765</c:v>
                </c:pt>
                <c:pt idx="2902">
                  <c:v>42</c:v>
                </c:pt>
                <c:pt idx="2903">
                  <c:v>63</c:v>
                </c:pt>
                <c:pt idx="2904">
                  <c:v>1862</c:v>
                </c:pt>
                <c:pt idx="2905">
                  <c:v>417</c:v>
                </c:pt>
                <c:pt idx="2906">
                  <c:v>275</c:v>
                </c:pt>
                <c:pt idx="2907">
                  <c:v>53</c:v>
                </c:pt>
                <c:pt idx="2908">
                  <c:v>289</c:v>
                </c:pt>
                <c:pt idx="2909">
                  <c:v>64</c:v>
                </c:pt>
                <c:pt idx="2911">
                  <c:v>1428</c:v>
                </c:pt>
                <c:pt idx="2912">
                  <c:v>35</c:v>
                </c:pt>
                <c:pt idx="2913">
                  <c:v>17</c:v>
                </c:pt>
                <c:pt idx="2914">
                  <c:v>695</c:v>
                </c:pt>
                <c:pt idx="2915">
                  <c:v>234</c:v>
                </c:pt>
                <c:pt idx="2916">
                  <c:v>105</c:v>
                </c:pt>
                <c:pt idx="2917">
                  <c:v>320</c:v>
                </c:pt>
                <c:pt idx="2918">
                  <c:v>109</c:v>
                </c:pt>
                <c:pt idx="2919">
                  <c:v>34</c:v>
                </c:pt>
                <c:pt idx="2920">
                  <c:v>178</c:v>
                </c:pt>
                <c:pt idx="2921">
                  <c:v>159</c:v>
                </c:pt>
                <c:pt idx="2922">
                  <c:v>134</c:v>
                </c:pt>
                <c:pt idx="2923">
                  <c:v>172</c:v>
                </c:pt>
                <c:pt idx="2924">
                  <c:v>16</c:v>
                </c:pt>
                <c:pt idx="2925">
                  <c:v>17</c:v>
                </c:pt>
                <c:pt idx="2926">
                  <c:v>144</c:v>
                </c:pt>
                <c:pt idx="2927">
                  <c:v>148</c:v>
                </c:pt>
                <c:pt idx="2928">
                  <c:v>50</c:v>
                </c:pt>
                <c:pt idx="2929">
                  <c:v>94</c:v>
                </c:pt>
                <c:pt idx="2930">
                  <c:v>364</c:v>
                </c:pt>
                <c:pt idx="2931">
                  <c:v>854</c:v>
                </c:pt>
                <c:pt idx="2932">
                  <c:v>717</c:v>
                </c:pt>
                <c:pt idx="2933">
                  <c:v>56</c:v>
                </c:pt>
                <c:pt idx="2934">
                  <c:v>1238</c:v>
                </c:pt>
                <c:pt idx="2935">
                  <c:v>695</c:v>
                </c:pt>
                <c:pt idx="2936">
                  <c:v>204</c:v>
                </c:pt>
                <c:pt idx="2937">
                  <c:v>3294</c:v>
                </c:pt>
                <c:pt idx="2938">
                  <c:v>904</c:v>
                </c:pt>
                <c:pt idx="2939">
                  <c:v>132</c:v>
                </c:pt>
                <c:pt idx="2940">
                  <c:v>3759</c:v>
                </c:pt>
                <c:pt idx="2941">
                  <c:v>770</c:v>
                </c:pt>
                <c:pt idx="2942">
                  <c:v>285</c:v>
                </c:pt>
                <c:pt idx="2943">
                  <c:v>36</c:v>
                </c:pt>
                <c:pt idx="2944">
                  <c:v>91</c:v>
                </c:pt>
                <c:pt idx="2945">
                  <c:v>69</c:v>
                </c:pt>
                <c:pt idx="2946">
                  <c:v>35</c:v>
                </c:pt>
                <c:pt idx="2947">
                  <c:v>52</c:v>
                </c:pt>
                <c:pt idx="2948">
                  <c:v>40</c:v>
                </c:pt>
                <c:pt idx="2949">
                  <c:v>30</c:v>
                </c:pt>
                <c:pt idx="2950">
                  <c:v>491</c:v>
                </c:pt>
                <c:pt idx="2951">
                  <c:v>1608</c:v>
                </c:pt>
                <c:pt idx="2952">
                  <c:v>8</c:v>
                </c:pt>
                <c:pt idx="2953">
                  <c:v>229</c:v>
                </c:pt>
                <c:pt idx="2954">
                  <c:v>27</c:v>
                </c:pt>
                <c:pt idx="2955">
                  <c:v>95</c:v>
                </c:pt>
                <c:pt idx="2956">
                  <c:v>30</c:v>
                </c:pt>
                <c:pt idx="2957">
                  <c:v>59</c:v>
                </c:pt>
                <c:pt idx="2958">
                  <c:v>1017</c:v>
                </c:pt>
                <c:pt idx="2959">
                  <c:v>146</c:v>
                </c:pt>
                <c:pt idx="2960">
                  <c:v>48</c:v>
                </c:pt>
                <c:pt idx="2961">
                  <c:v>415</c:v>
                </c:pt>
                <c:pt idx="2962">
                  <c:v>23</c:v>
                </c:pt>
                <c:pt idx="2963">
                  <c:v>88945</c:v>
                </c:pt>
                <c:pt idx="2964">
                  <c:v>314049</c:v>
                </c:pt>
                <c:pt idx="2965">
                  <c:v>122036</c:v>
                </c:pt>
                <c:pt idx="2966">
                  <c:v>88265</c:v>
                </c:pt>
                <c:pt idx="2967">
                  <c:v>251168</c:v>
                </c:pt>
                <c:pt idx="2968">
                  <c:v>124972</c:v>
                </c:pt>
                <c:pt idx="2969">
                  <c:v>131937</c:v>
                </c:pt>
                <c:pt idx="2970">
                  <c:v>202522</c:v>
                </c:pt>
                <c:pt idx="2971">
                  <c:v>465949</c:v>
                </c:pt>
                <c:pt idx="2972">
                  <c:v>29201</c:v>
                </c:pt>
                <c:pt idx="2973">
                  <c:v>261956</c:v>
                </c:pt>
                <c:pt idx="2974">
                  <c:v>61739</c:v>
                </c:pt>
                <c:pt idx="2975">
                  <c:v>36661</c:v>
                </c:pt>
                <c:pt idx="2976">
                  <c:v>80198</c:v>
                </c:pt>
                <c:pt idx="2977">
                  <c:v>406350</c:v>
                </c:pt>
                <c:pt idx="2978">
                  <c:v>5482</c:v>
                </c:pt>
                <c:pt idx="2979">
                  <c:v>73110</c:v>
                </c:pt>
                <c:pt idx="2980">
                  <c:v>11411</c:v>
                </c:pt>
                <c:pt idx="2981">
                  <c:v>108321</c:v>
                </c:pt>
                <c:pt idx="2982">
                  <c:v>46564</c:v>
                </c:pt>
                <c:pt idx="2983">
                  <c:v>84302</c:v>
                </c:pt>
                <c:pt idx="2984">
                  <c:v>95658</c:v>
                </c:pt>
                <c:pt idx="2985">
                  <c:v>2025</c:v>
                </c:pt>
                <c:pt idx="2986">
                  <c:v>7423</c:v>
                </c:pt>
                <c:pt idx="2987">
                  <c:v>34797</c:v>
                </c:pt>
                <c:pt idx="2988">
                  <c:v>43404</c:v>
                </c:pt>
                <c:pt idx="2989">
                  <c:v>72031</c:v>
                </c:pt>
                <c:pt idx="2990">
                  <c:v>95013</c:v>
                </c:pt>
                <c:pt idx="2991">
                  <c:v>6380</c:v>
                </c:pt>
                <c:pt idx="2992">
                  <c:v>34111</c:v>
                </c:pt>
                <c:pt idx="2993">
                  <c:v>119020</c:v>
                </c:pt>
                <c:pt idx="2994">
                  <c:v>2151</c:v>
                </c:pt>
                <c:pt idx="2995">
                  <c:v>79921</c:v>
                </c:pt>
                <c:pt idx="2996">
                  <c:v>10927</c:v>
                </c:pt>
                <c:pt idx="2997">
                  <c:v>11039</c:v>
                </c:pt>
                <c:pt idx="2998">
                  <c:v>122321</c:v>
                </c:pt>
                <c:pt idx="2999">
                  <c:v>6724</c:v>
                </c:pt>
                <c:pt idx="3000">
                  <c:v>51232</c:v>
                </c:pt>
                <c:pt idx="3001">
                  <c:v>371209</c:v>
                </c:pt>
                <c:pt idx="3002">
                  <c:v>28617</c:v>
                </c:pt>
                <c:pt idx="3003">
                  <c:v>40703</c:v>
                </c:pt>
                <c:pt idx="3004">
                  <c:v>10317</c:v>
                </c:pt>
                <c:pt idx="3005">
                  <c:v>64117</c:v>
                </c:pt>
                <c:pt idx="3006">
                  <c:v>7655</c:v>
                </c:pt>
                <c:pt idx="3007">
                  <c:v>290643</c:v>
                </c:pt>
                <c:pt idx="3008">
                  <c:v>170728</c:v>
                </c:pt>
                <c:pt idx="3009">
                  <c:v>30746</c:v>
                </c:pt>
                <c:pt idx="3010">
                  <c:v>17992</c:v>
                </c:pt>
                <c:pt idx="3011">
                  <c:v>45346</c:v>
                </c:pt>
                <c:pt idx="3012">
                  <c:v>1211</c:v>
                </c:pt>
                <c:pt idx="3013">
                  <c:v>216847</c:v>
                </c:pt>
                <c:pt idx="3014">
                  <c:v>91043</c:v>
                </c:pt>
                <c:pt idx="3015">
                  <c:v>395</c:v>
                </c:pt>
                <c:pt idx="3016">
                  <c:v>1454</c:v>
                </c:pt>
                <c:pt idx="3017">
                  <c:v>17435</c:v>
                </c:pt>
                <c:pt idx="3018">
                  <c:v>49894</c:v>
                </c:pt>
                <c:pt idx="3019">
                  <c:v>47651</c:v>
                </c:pt>
                <c:pt idx="3020">
                  <c:v>14464</c:v>
                </c:pt>
                <c:pt idx="3021">
                  <c:v>6052</c:v>
                </c:pt>
                <c:pt idx="3022">
                  <c:v>43760</c:v>
                </c:pt>
                <c:pt idx="3023">
                  <c:v>79674</c:v>
                </c:pt>
                <c:pt idx="3024">
                  <c:v>28657</c:v>
                </c:pt>
                <c:pt idx="3025">
                  <c:v>7890</c:v>
                </c:pt>
                <c:pt idx="3026">
                  <c:v>34730</c:v>
                </c:pt>
                <c:pt idx="3027">
                  <c:v>45971</c:v>
                </c:pt>
                <c:pt idx="3028">
                  <c:v>71244</c:v>
                </c:pt>
                <c:pt idx="3029">
                  <c:v>168919</c:v>
                </c:pt>
                <c:pt idx="3030">
                  <c:v>128172</c:v>
                </c:pt>
                <c:pt idx="3031">
                  <c:v>38870</c:v>
                </c:pt>
                <c:pt idx="3032">
                  <c:v>24164</c:v>
                </c:pt>
                <c:pt idx="3033">
                  <c:v>114127</c:v>
                </c:pt>
                <c:pt idx="3034">
                  <c:v>522</c:v>
                </c:pt>
                <c:pt idx="3035">
                  <c:v>35108</c:v>
                </c:pt>
                <c:pt idx="3036">
                  <c:v>30134</c:v>
                </c:pt>
                <c:pt idx="3037">
                  <c:v>6147</c:v>
                </c:pt>
                <c:pt idx="3038">
                  <c:v>13570</c:v>
                </c:pt>
                <c:pt idx="3039">
                  <c:v>50250</c:v>
                </c:pt>
                <c:pt idx="3040">
                  <c:v>26368</c:v>
                </c:pt>
                <c:pt idx="3041">
                  <c:v>160806</c:v>
                </c:pt>
                <c:pt idx="3042">
                  <c:v>73859</c:v>
                </c:pt>
                <c:pt idx="3043">
                  <c:v>13038</c:v>
                </c:pt>
                <c:pt idx="3044">
                  <c:v>124218</c:v>
                </c:pt>
                <c:pt idx="3045">
                  <c:v>6194</c:v>
                </c:pt>
                <c:pt idx="3046">
                  <c:v>81513</c:v>
                </c:pt>
                <c:pt idx="3047">
                  <c:v>45200</c:v>
                </c:pt>
                <c:pt idx="3048">
                  <c:v>23180</c:v>
                </c:pt>
                <c:pt idx="3049">
                  <c:v>87891</c:v>
                </c:pt>
                <c:pt idx="3050">
                  <c:v>14518</c:v>
                </c:pt>
                <c:pt idx="3051">
                  <c:v>96015</c:v>
                </c:pt>
                <c:pt idx="3052">
                  <c:v>11928</c:v>
                </c:pt>
                <c:pt idx="3053">
                  <c:v>155135</c:v>
                </c:pt>
                <c:pt idx="3054">
                  <c:v>35067</c:v>
                </c:pt>
                <c:pt idx="3055">
                  <c:v>31819</c:v>
                </c:pt>
                <c:pt idx="3056">
                  <c:v>29446</c:v>
                </c:pt>
                <c:pt idx="3057">
                  <c:v>12456</c:v>
                </c:pt>
                <c:pt idx="3058">
                  <c:v>472</c:v>
                </c:pt>
                <c:pt idx="3059">
                  <c:v>5597</c:v>
                </c:pt>
                <c:pt idx="3060">
                  <c:v>14122</c:v>
                </c:pt>
                <c:pt idx="3061">
                  <c:v>27439</c:v>
                </c:pt>
                <c:pt idx="3062">
                  <c:v>91162</c:v>
                </c:pt>
                <c:pt idx="3063">
                  <c:v>56459</c:v>
                </c:pt>
                <c:pt idx="3064">
                  <c:v>76961</c:v>
                </c:pt>
                <c:pt idx="3065">
                  <c:v>37199</c:v>
                </c:pt>
                <c:pt idx="3066">
                  <c:v>74118</c:v>
                </c:pt>
                <c:pt idx="3067">
                  <c:v>5708</c:v>
                </c:pt>
                <c:pt idx="3068">
                  <c:v>34959</c:v>
                </c:pt>
                <c:pt idx="3069">
                  <c:v>52180</c:v>
                </c:pt>
                <c:pt idx="3070">
                  <c:v>59836</c:v>
                </c:pt>
                <c:pt idx="3071">
                  <c:v>29164</c:v>
                </c:pt>
                <c:pt idx="3072">
                  <c:v>36185</c:v>
                </c:pt>
                <c:pt idx="3073">
                  <c:v>27286</c:v>
                </c:pt>
                <c:pt idx="3074">
                  <c:v>44418</c:v>
                </c:pt>
                <c:pt idx="3075">
                  <c:v>4144</c:v>
                </c:pt>
                <c:pt idx="3076">
                  <c:v>47795</c:v>
                </c:pt>
                <c:pt idx="3077">
                  <c:v>5210</c:v>
                </c:pt>
                <c:pt idx="3078">
                  <c:v>38850</c:v>
                </c:pt>
                <c:pt idx="3079">
                  <c:v>8502</c:v>
                </c:pt>
                <c:pt idx="3080">
                  <c:v>23979</c:v>
                </c:pt>
                <c:pt idx="3081">
                  <c:v>23706</c:v>
                </c:pt>
                <c:pt idx="3082">
                  <c:v>8078</c:v>
                </c:pt>
                <c:pt idx="3083">
                  <c:v>6989</c:v>
                </c:pt>
                <c:pt idx="3084">
                  <c:v>61878</c:v>
                </c:pt>
                <c:pt idx="3085">
                  <c:v>2020</c:v>
                </c:pt>
                <c:pt idx="3086">
                  <c:v>120532</c:v>
                </c:pt>
                <c:pt idx="3087">
                  <c:v>3641</c:v>
                </c:pt>
                <c:pt idx="3088">
                  <c:v>40447</c:v>
                </c:pt>
                <c:pt idx="3089">
                  <c:v>21887</c:v>
                </c:pt>
                <c:pt idx="3090">
                  <c:v>27693</c:v>
                </c:pt>
                <c:pt idx="3091">
                  <c:v>5963</c:v>
                </c:pt>
                <c:pt idx="3092">
                  <c:v>44715</c:v>
                </c:pt>
                <c:pt idx="3093">
                  <c:v>70860</c:v>
                </c:pt>
                <c:pt idx="3094">
                  <c:v>50236</c:v>
                </c:pt>
                <c:pt idx="3095">
                  <c:v>41386</c:v>
                </c:pt>
                <c:pt idx="3096">
                  <c:v>3491</c:v>
                </c:pt>
                <c:pt idx="3097">
                  <c:v>40535</c:v>
                </c:pt>
                <c:pt idx="3098">
                  <c:v>19398</c:v>
                </c:pt>
                <c:pt idx="3099">
                  <c:v>88714</c:v>
                </c:pt>
                <c:pt idx="3100">
                  <c:v>2471</c:v>
                </c:pt>
                <c:pt idx="3101">
                  <c:v>6607</c:v>
                </c:pt>
                <c:pt idx="3102">
                  <c:v>47603</c:v>
                </c:pt>
                <c:pt idx="3103">
                  <c:v>53131</c:v>
                </c:pt>
                <c:pt idx="3104">
                  <c:v>8598</c:v>
                </c:pt>
                <c:pt idx="3105">
                  <c:v>1711</c:v>
                </c:pt>
                <c:pt idx="3107">
                  <c:v>12001</c:v>
                </c:pt>
                <c:pt idx="3108">
                  <c:v>14600</c:v>
                </c:pt>
                <c:pt idx="3109">
                  <c:v>50275</c:v>
                </c:pt>
                <c:pt idx="3110">
                  <c:v>52731</c:v>
                </c:pt>
                <c:pt idx="3111">
                  <c:v>87080</c:v>
                </c:pt>
                <c:pt idx="3112">
                  <c:v>1193</c:v>
                </c:pt>
                <c:pt idx="3113">
                  <c:v>14496</c:v>
                </c:pt>
                <c:pt idx="3114">
                  <c:v>26197</c:v>
                </c:pt>
                <c:pt idx="3115">
                  <c:v>7135</c:v>
                </c:pt>
                <c:pt idx="3116">
                  <c:v>9391</c:v>
                </c:pt>
                <c:pt idx="3117">
                  <c:v>10056</c:v>
                </c:pt>
                <c:pt idx="3118">
                  <c:v>21501</c:v>
                </c:pt>
                <c:pt idx="3119">
                  <c:v>2861</c:v>
                </c:pt>
                <c:pt idx="3120">
                  <c:v>1659</c:v>
                </c:pt>
                <c:pt idx="3121">
                  <c:v>8074</c:v>
                </c:pt>
                <c:pt idx="3122">
                  <c:v>15135</c:v>
                </c:pt>
                <c:pt idx="3123">
                  <c:v>38647</c:v>
                </c:pt>
                <c:pt idx="3124">
                  <c:v>31180</c:v>
                </c:pt>
                <c:pt idx="3125">
                  <c:v>7971</c:v>
                </c:pt>
                <c:pt idx="3126">
                  <c:v>49391</c:v>
                </c:pt>
                <c:pt idx="3127">
                  <c:v>21104</c:v>
                </c:pt>
                <c:pt idx="3128">
                  <c:v>10263</c:v>
                </c:pt>
                <c:pt idx="3129">
                  <c:v>21562</c:v>
                </c:pt>
                <c:pt idx="3130">
                  <c:v>120871</c:v>
                </c:pt>
                <c:pt idx="3131">
                  <c:v>42018</c:v>
                </c:pt>
                <c:pt idx="3132">
                  <c:v>9440</c:v>
                </c:pt>
                <c:pt idx="3133">
                  <c:v>7813</c:v>
                </c:pt>
                <c:pt idx="3134">
                  <c:v>16773</c:v>
                </c:pt>
                <c:pt idx="3135">
                  <c:v>33724</c:v>
                </c:pt>
                <c:pt idx="3136">
                  <c:v>28355</c:v>
                </c:pt>
                <c:pt idx="3137">
                  <c:v>59491</c:v>
                </c:pt>
                <c:pt idx="3138">
                  <c:v>15871</c:v>
                </c:pt>
                <c:pt idx="3139">
                  <c:v>6145</c:v>
                </c:pt>
                <c:pt idx="3140">
                  <c:v>16939</c:v>
                </c:pt>
                <c:pt idx="3141">
                  <c:v>16049</c:v>
                </c:pt>
                <c:pt idx="3142">
                  <c:v>12799</c:v>
                </c:pt>
                <c:pt idx="3143">
                  <c:v>8508</c:v>
                </c:pt>
                <c:pt idx="3144">
                  <c:v>1817</c:v>
                </c:pt>
                <c:pt idx="3145">
                  <c:v>272</c:v>
                </c:pt>
                <c:pt idx="3146">
                  <c:v>28051</c:v>
                </c:pt>
                <c:pt idx="3147">
                  <c:v>2556</c:v>
                </c:pt>
                <c:pt idx="3148">
                  <c:v>7264</c:v>
                </c:pt>
                <c:pt idx="3149">
                  <c:v>21415</c:v>
                </c:pt>
                <c:pt idx="3150">
                  <c:v>9218</c:v>
                </c:pt>
                <c:pt idx="3151">
                  <c:v>29840</c:v>
                </c:pt>
                <c:pt idx="3152">
                  <c:v>17735</c:v>
                </c:pt>
                <c:pt idx="3153">
                  <c:v>6446</c:v>
                </c:pt>
                <c:pt idx="3154">
                  <c:v>20836</c:v>
                </c:pt>
                <c:pt idx="3155">
                  <c:v>31193</c:v>
                </c:pt>
                <c:pt idx="3156">
                  <c:v>15426</c:v>
                </c:pt>
                <c:pt idx="3157">
                  <c:v>23216</c:v>
                </c:pt>
                <c:pt idx="3158">
                  <c:v>17236</c:v>
                </c:pt>
                <c:pt idx="3159">
                  <c:v>43732</c:v>
                </c:pt>
                <c:pt idx="3160">
                  <c:v>2573</c:v>
                </c:pt>
                <c:pt idx="3161">
                  <c:v>7000</c:v>
                </c:pt>
                <c:pt idx="3162">
                  <c:v>1134</c:v>
                </c:pt>
                <c:pt idx="3163">
                  <c:v>870</c:v>
                </c:pt>
                <c:pt idx="3164">
                  <c:v>1356</c:v>
                </c:pt>
                <c:pt idx="3165">
                  <c:v>13267</c:v>
                </c:pt>
                <c:pt idx="3166">
                  <c:v>16978</c:v>
                </c:pt>
                <c:pt idx="3167">
                  <c:v>5098</c:v>
                </c:pt>
                <c:pt idx="3168">
                  <c:v>9306</c:v>
                </c:pt>
                <c:pt idx="3169">
                  <c:v>5447</c:v>
                </c:pt>
                <c:pt idx="3170">
                  <c:v>36805</c:v>
                </c:pt>
                <c:pt idx="3171">
                  <c:v>7063</c:v>
                </c:pt>
                <c:pt idx="3172">
                  <c:v>85270</c:v>
                </c:pt>
                <c:pt idx="3173">
                  <c:v>9200</c:v>
                </c:pt>
                <c:pt idx="3174">
                  <c:v>10854</c:v>
                </c:pt>
                <c:pt idx="3175">
                  <c:v>462</c:v>
                </c:pt>
                <c:pt idx="3176">
                  <c:v>2876</c:v>
                </c:pt>
                <c:pt idx="3177">
                  <c:v>9823</c:v>
                </c:pt>
                <c:pt idx="3178">
                  <c:v>4136</c:v>
                </c:pt>
                <c:pt idx="3179">
                  <c:v>22838</c:v>
                </c:pt>
                <c:pt idx="3180">
                  <c:v>4552</c:v>
                </c:pt>
                <c:pt idx="3181">
                  <c:v>4435</c:v>
                </c:pt>
                <c:pt idx="3182">
                  <c:v>16506</c:v>
                </c:pt>
                <c:pt idx="3183">
                  <c:v>30694</c:v>
                </c:pt>
                <c:pt idx="3184">
                  <c:v>10357</c:v>
                </c:pt>
                <c:pt idx="3185">
                  <c:v>29571</c:v>
                </c:pt>
                <c:pt idx="3186">
                  <c:v>13084</c:v>
                </c:pt>
                <c:pt idx="3187">
                  <c:v>9021</c:v>
                </c:pt>
                <c:pt idx="3188">
                  <c:v>5350</c:v>
                </c:pt>
                <c:pt idx="3189">
                  <c:v>54391</c:v>
                </c:pt>
                <c:pt idx="3190">
                  <c:v>7371</c:v>
                </c:pt>
                <c:pt idx="3191">
                  <c:v>22298</c:v>
                </c:pt>
                <c:pt idx="3192">
                  <c:v>6390</c:v>
                </c:pt>
                <c:pt idx="3193">
                  <c:v>26355</c:v>
                </c:pt>
                <c:pt idx="3194">
                  <c:v>11136</c:v>
                </c:pt>
                <c:pt idx="3195">
                  <c:v>5147</c:v>
                </c:pt>
                <c:pt idx="3197">
                  <c:v>5005</c:v>
                </c:pt>
                <c:pt idx="3198">
                  <c:v>34477</c:v>
                </c:pt>
                <c:pt idx="3199">
                  <c:v>31531</c:v>
                </c:pt>
                <c:pt idx="3200">
                  <c:v>9228</c:v>
                </c:pt>
                <c:pt idx="3201">
                  <c:v>10821</c:v>
                </c:pt>
                <c:pt idx="3202">
                  <c:v>141480</c:v>
                </c:pt>
                <c:pt idx="3203">
                  <c:v>4635</c:v>
                </c:pt>
                <c:pt idx="3204">
                  <c:v>3032</c:v>
                </c:pt>
                <c:pt idx="3205">
                  <c:v>3558</c:v>
                </c:pt>
                <c:pt idx="3206">
                  <c:v>4105</c:v>
                </c:pt>
                <c:pt idx="3207">
                  <c:v>10198</c:v>
                </c:pt>
                <c:pt idx="3208">
                  <c:v>7733</c:v>
                </c:pt>
                <c:pt idx="3209">
                  <c:v>14716</c:v>
                </c:pt>
                <c:pt idx="3210">
                  <c:v>5293</c:v>
                </c:pt>
                <c:pt idx="3211">
                  <c:v>6550</c:v>
                </c:pt>
                <c:pt idx="3212">
                  <c:v>9264</c:v>
                </c:pt>
                <c:pt idx="3213">
                  <c:v>3767</c:v>
                </c:pt>
                <c:pt idx="3214">
                  <c:v>10011</c:v>
                </c:pt>
                <c:pt idx="3215">
                  <c:v>3338</c:v>
                </c:pt>
                <c:pt idx="3216">
                  <c:v>285</c:v>
                </c:pt>
                <c:pt idx="3217">
                  <c:v>802</c:v>
                </c:pt>
                <c:pt idx="3218">
                  <c:v>2622</c:v>
                </c:pt>
                <c:pt idx="3219">
                  <c:v>8733</c:v>
                </c:pt>
                <c:pt idx="3220">
                  <c:v>19708</c:v>
                </c:pt>
                <c:pt idx="3221">
                  <c:v>3020</c:v>
                </c:pt>
                <c:pt idx="3222">
                  <c:v>5510</c:v>
                </c:pt>
                <c:pt idx="3223">
                  <c:v>3529</c:v>
                </c:pt>
                <c:pt idx="3224">
                  <c:v>8517</c:v>
                </c:pt>
                <c:pt idx="3225">
                  <c:v>6140</c:v>
                </c:pt>
                <c:pt idx="3226">
                  <c:v>7715</c:v>
                </c:pt>
                <c:pt idx="3227">
                  <c:v>4256</c:v>
                </c:pt>
                <c:pt idx="3228">
                  <c:v>1675</c:v>
                </c:pt>
                <c:pt idx="3229">
                  <c:v>11983</c:v>
                </c:pt>
                <c:pt idx="3230">
                  <c:v>10649</c:v>
                </c:pt>
                <c:pt idx="3231">
                  <c:v>5512</c:v>
                </c:pt>
                <c:pt idx="3232">
                  <c:v>2048</c:v>
                </c:pt>
                <c:pt idx="3233">
                  <c:v>11304</c:v>
                </c:pt>
                <c:pt idx="3234">
                  <c:v>6778</c:v>
                </c:pt>
                <c:pt idx="3235">
                  <c:v>5396</c:v>
                </c:pt>
                <c:pt idx="3236">
                  <c:v>9353</c:v>
                </c:pt>
                <c:pt idx="3237">
                  <c:v>21040</c:v>
                </c:pt>
                <c:pt idx="3238">
                  <c:v>14401</c:v>
                </c:pt>
                <c:pt idx="3239">
                  <c:v>6279</c:v>
                </c:pt>
                <c:pt idx="3240">
                  <c:v>14215</c:v>
                </c:pt>
                <c:pt idx="3241">
                  <c:v>5631</c:v>
                </c:pt>
                <c:pt idx="3242">
                  <c:v>16918</c:v>
                </c:pt>
                <c:pt idx="3243">
                  <c:v>16649</c:v>
                </c:pt>
                <c:pt idx="3244">
                  <c:v>13419</c:v>
                </c:pt>
                <c:pt idx="3245">
                  <c:v>10776</c:v>
                </c:pt>
                <c:pt idx="3246">
                  <c:v>8125</c:v>
                </c:pt>
                <c:pt idx="3247">
                  <c:v>9627</c:v>
                </c:pt>
                <c:pt idx="3248">
                  <c:v>758</c:v>
                </c:pt>
                <c:pt idx="3249">
                  <c:v>8380</c:v>
                </c:pt>
                <c:pt idx="3250">
                  <c:v>5230</c:v>
                </c:pt>
                <c:pt idx="3251">
                  <c:v>5025</c:v>
                </c:pt>
                <c:pt idx="3252">
                  <c:v>9422</c:v>
                </c:pt>
                <c:pt idx="3253">
                  <c:v>22045</c:v>
                </c:pt>
                <c:pt idx="3254">
                  <c:v>8096</c:v>
                </c:pt>
                <c:pt idx="3255">
                  <c:v>6710</c:v>
                </c:pt>
                <c:pt idx="3256">
                  <c:v>14021</c:v>
                </c:pt>
                <c:pt idx="3257">
                  <c:v>2284</c:v>
                </c:pt>
                <c:pt idx="3258">
                  <c:v>30734</c:v>
                </c:pt>
                <c:pt idx="3259">
                  <c:v>3515</c:v>
                </c:pt>
                <c:pt idx="3260">
                  <c:v>80</c:v>
                </c:pt>
                <c:pt idx="3261">
                  <c:v>9346</c:v>
                </c:pt>
                <c:pt idx="3262">
                  <c:v>8113</c:v>
                </c:pt>
                <c:pt idx="3263">
                  <c:v>83973</c:v>
                </c:pt>
                <c:pt idx="3264">
                  <c:v>7215</c:v>
                </c:pt>
                <c:pt idx="3265">
                  <c:v>2641</c:v>
                </c:pt>
                <c:pt idx="3266">
                  <c:v>7832</c:v>
                </c:pt>
                <c:pt idx="3267">
                  <c:v>4160</c:v>
                </c:pt>
                <c:pt idx="3268">
                  <c:v>3665</c:v>
                </c:pt>
                <c:pt idx="3269">
                  <c:v>23651</c:v>
                </c:pt>
                <c:pt idx="3270">
                  <c:v>8235</c:v>
                </c:pt>
                <c:pt idx="3271">
                  <c:v>585</c:v>
                </c:pt>
                <c:pt idx="3272">
                  <c:v>6041</c:v>
                </c:pt>
                <c:pt idx="3273">
                  <c:v>4355</c:v>
                </c:pt>
                <c:pt idx="3274">
                  <c:v>15029</c:v>
                </c:pt>
                <c:pt idx="3275">
                  <c:v>16441</c:v>
                </c:pt>
                <c:pt idx="3276">
                  <c:v>13670</c:v>
                </c:pt>
                <c:pt idx="3277">
                  <c:v>21077</c:v>
                </c:pt>
                <c:pt idx="3278">
                  <c:v>3177</c:v>
                </c:pt>
                <c:pt idx="3279">
                  <c:v>47588</c:v>
                </c:pt>
                <c:pt idx="3280">
                  <c:v>116</c:v>
                </c:pt>
                <c:pt idx="3281">
                  <c:v>21011</c:v>
                </c:pt>
                <c:pt idx="3282">
                  <c:v>4467</c:v>
                </c:pt>
                <c:pt idx="3283">
                  <c:v>14839</c:v>
                </c:pt>
                <c:pt idx="3285">
                  <c:v>5211</c:v>
                </c:pt>
                <c:pt idx="3286">
                  <c:v>9608</c:v>
                </c:pt>
                <c:pt idx="3287">
                  <c:v>12092</c:v>
                </c:pt>
                <c:pt idx="3288">
                  <c:v>9202</c:v>
                </c:pt>
                <c:pt idx="3289">
                  <c:v>1030</c:v>
                </c:pt>
                <c:pt idx="3290">
                  <c:v>12030</c:v>
                </c:pt>
                <c:pt idx="3291">
                  <c:v>10663</c:v>
                </c:pt>
                <c:pt idx="3292">
                  <c:v>7251</c:v>
                </c:pt>
                <c:pt idx="3293">
                  <c:v>10286</c:v>
                </c:pt>
                <c:pt idx="3294">
                  <c:v>2135</c:v>
                </c:pt>
                <c:pt idx="3295">
                  <c:v>3865</c:v>
                </c:pt>
                <c:pt idx="3296">
                  <c:v>19151</c:v>
                </c:pt>
                <c:pt idx="3297">
                  <c:v>25687</c:v>
                </c:pt>
                <c:pt idx="3298">
                  <c:v>37462</c:v>
                </c:pt>
                <c:pt idx="3299">
                  <c:v>37072</c:v>
                </c:pt>
                <c:pt idx="3300">
                  <c:v>4940</c:v>
                </c:pt>
                <c:pt idx="3301">
                  <c:v>496</c:v>
                </c:pt>
                <c:pt idx="3302">
                  <c:v>11115</c:v>
                </c:pt>
                <c:pt idx="3303">
                  <c:v>17878</c:v>
                </c:pt>
                <c:pt idx="3304">
                  <c:v>4719</c:v>
                </c:pt>
                <c:pt idx="3305">
                  <c:v>362</c:v>
                </c:pt>
                <c:pt idx="3306">
                  <c:v>2131</c:v>
                </c:pt>
                <c:pt idx="3307">
                  <c:v>1771</c:v>
                </c:pt>
                <c:pt idx="3308">
                  <c:v>23071</c:v>
                </c:pt>
                <c:pt idx="3309">
                  <c:v>10982</c:v>
                </c:pt>
                <c:pt idx="3310">
                  <c:v>1066</c:v>
                </c:pt>
                <c:pt idx="3311">
                  <c:v>8514</c:v>
                </c:pt>
                <c:pt idx="3312">
                  <c:v>1758</c:v>
                </c:pt>
                <c:pt idx="3313">
                  <c:v>13692</c:v>
                </c:pt>
                <c:pt idx="3314">
                  <c:v>1000</c:v>
                </c:pt>
                <c:pt idx="3315">
                  <c:v>2107</c:v>
                </c:pt>
                <c:pt idx="3316">
                  <c:v>4442</c:v>
                </c:pt>
                <c:pt idx="3317">
                  <c:v>6030</c:v>
                </c:pt>
                <c:pt idx="3318">
                  <c:v>3595</c:v>
                </c:pt>
                <c:pt idx="3319">
                  <c:v>3365</c:v>
                </c:pt>
                <c:pt idx="3320">
                  <c:v>2217</c:v>
                </c:pt>
                <c:pt idx="3321">
                  <c:v>3049</c:v>
                </c:pt>
                <c:pt idx="3322">
                  <c:v>1867</c:v>
                </c:pt>
                <c:pt idx="3323">
                  <c:v>7154</c:v>
                </c:pt>
                <c:pt idx="3324">
                  <c:v>10136</c:v>
                </c:pt>
                <c:pt idx="3325">
                  <c:v>2563</c:v>
                </c:pt>
                <c:pt idx="3326">
                  <c:v>9461</c:v>
                </c:pt>
                <c:pt idx="3327">
                  <c:v>9701</c:v>
                </c:pt>
                <c:pt idx="3328">
                  <c:v>1689</c:v>
                </c:pt>
                <c:pt idx="3329">
                  <c:v>4718</c:v>
                </c:pt>
                <c:pt idx="3330">
                  <c:v>6484</c:v>
                </c:pt>
                <c:pt idx="3331">
                  <c:v>37913</c:v>
                </c:pt>
                <c:pt idx="3332">
                  <c:v>1097</c:v>
                </c:pt>
                <c:pt idx="3333">
                  <c:v>2609</c:v>
                </c:pt>
                <c:pt idx="3334">
                  <c:v>5552</c:v>
                </c:pt>
                <c:pt idx="3335">
                  <c:v>442</c:v>
                </c:pt>
                <c:pt idx="3336">
                  <c:v>1507</c:v>
                </c:pt>
                <c:pt idx="3337">
                  <c:v>11586</c:v>
                </c:pt>
                <c:pt idx="3338">
                  <c:v>13531</c:v>
                </c:pt>
                <c:pt idx="3339">
                  <c:v>6052</c:v>
                </c:pt>
                <c:pt idx="3340">
                  <c:v>2782</c:v>
                </c:pt>
                <c:pt idx="3341">
                  <c:v>6085</c:v>
                </c:pt>
                <c:pt idx="3343">
                  <c:v>3786</c:v>
                </c:pt>
                <c:pt idx="3344">
                  <c:v>7376</c:v>
                </c:pt>
                <c:pt idx="3345">
                  <c:v>24063</c:v>
                </c:pt>
                <c:pt idx="3346">
                  <c:v>442</c:v>
                </c:pt>
                <c:pt idx="3347">
                  <c:v>129</c:v>
                </c:pt>
                <c:pt idx="3348">
                  <c:v>2205</c:v>
                </c:pt>
                <c:pt idx="3349">
                  <c:v>9115</c:v>
                </c:pt>
                <c:pt idx="3350">
                  <c:v>2481</c:v>
                </c:pt>
                <c:pt idx="3351">
                  <c:v>5034</c:v>
                </c:pt>
                <c:pt idx="3352">
                  <c:v>2843</c:v>
                </c:pt>
                <c:pt idx="3353">
                  <c:v>3594</c:v>
                </c:pt>
                <c:pt idx="3354">
                  <c:v>1488</c:v>
                </c:pt>
                <c:pt idx="3355">
                  <c:v>1164</c:v>
                </c:pt>
                <c:pt idx="3356">
                  <c:v>30030</c:v>
                </c:pt>
                <c:pt idx="3357">
                  <c:v>2478</c:v>
                </c:pt>
                <c:pt idx="3358">
                  <c:v>5557</c:v>
                </c:pt>
                <c:pt idx="3359">
                  <c:v>2460</c:v>
                </c:pt>
                <c:pt idx="3360">
                  <c:v>5942</c:v>
                </c:pt>
                <c:pt idx="3361">
                  <c:v>3096</c:v>
                </c:pt>
                <c:pt idx="3362">
                  <c:v>986</c:v>
                </c:pt>
                <c:pt idx="3363">
                  <c:v>5384</c:v>
                </c:pt>
                <c:pt idx="3364">
                  <c:v>5262</c:v>
                </c:pt>
                <c:pt idx="3365">
                  <c:v>3380</c:v>
                </c:pt>
                <c:pt idx="3366">
                  <c:v>14938</c:v>
                </c:pt>
                <c:pt idx="3367">
                  <c:v>2908</c:v>
                </c:pt>
                <c:pt idx="3368">
                  <c:v>7896</c:v>
                </c:pt>
                <c:pt idx="3369">
                  <c:v>4200</c:v>
                </c:pt>
                <c:pt idx="3370">
                  <c:v>21515</c:v>
                </c:pt>
                <c:pt idx="3371">
                  <c:v>8675</c:v>
                </c:pt>
                <c:pt idx="3372">
                  <c:v>8848</c:v>
                </c:pt>
                <c:pt idx="3373">
                  <c:v>5301</c:v>
                </c:pt>
                <c:pt idx="3374">
                  <c:v>5047</c:v>
                </c:pt>
                <c:pt idx="3375">
                  <c:v>10411</c:v>
                </c:pt>
                <c:pt idx="3376">
                  <c:v>38301</c:v>
                </c:pt>
                <c:pt idx="3377">
                  <c:v>4072</c:v>
                </c:pt>
                <c:pt idx="3378">
                  <c:v>5596</c:v>
                </c:pt>
                <c:pt idx="3379">
                  <c:v>1979</c:v>
                </c:pt>
                <c:pt idx="3380">
                  <c:v>1234</c:v>
                </c:pt>
                <c:pt idx="3381">
                  <c:v>6305</c:v>
                </c:pt>
                <c:pt idx="3382">
                  <c:v>5656</c:v>
                </c:pt>
                <c:pt idx="3383">
                  <c:v>3032</c:v>
                </c:pt>
                <c:pt idx="3384">
                  <c:v>10544</c:v>
                </c:pt>
                <c:pt idx="3385">
                  <c:v>1671</c:v>
                </c:pt>
                <c:pt idx="3386">
                  <c:v>1293</c:v>
                </c:pt>
                <c:pt idx="3387">
                  <c:v>2922</c:v>
                </c:pt>
                <c:pt idx="3388">
                  <c:v>4911</c:v>
                </c:pt>
                <c:pt idx="3389">
                  <c:v>228</c:v>
                </c:pt>
                <c:pt idx="3390">
                  <c:v>6492</c:v>
                </c:pt>
                <c:pt idx="3391">
                  <c:v>2276</c:v>
                </c:pt>
                <c:pt idx="3392">
                  <c:v>2127</c:v>
                </c:pt>
                <c:pt idx="3393">
                  <c:v>2637</c:v>
                </c:pt>
                <c:pt idx="3394">
                  <c:v>4578</c:v>
                </c:pt>
                <c:pt idx="3395">
                  <c:v>882</c:v>
                </c:pt>
                <c:pt idx="3396">
                  <c:v>4111</c:v>
                </c:pt>
                <c:pt idx="3397">
                  <c:v>1678</c:v>
                </c:pt>
                <c:pt idx="3398">
                  <c:v>61924</c:v>
                </c:pt>
                <c:pt idx="3399">
                  <c:v>5480</c:v>
                </c:pt>
                <c:pt idx="3401">
                  <c:v>12356</c:v>
                </c:pt>
                <c:pt idx="3402">
                  <c:v>2009</c:v>
                </c:pt>
                <c:pt idx="3403">
                  <c:v>1516</c:v>
                </c:pt>
                <c:pt idx="3404">
                  <c:v>3046</c:v>
                </c:pt>
                <c:pt idx="3405">
                  <c:v>3547</c:v>
                </c:pt>
                <c:pt idx="3406">
                  <c:v>7544</c:v>
                </c:pt>
                <c:pt idx="3407">
                  <c:v>3498</c:v>
                </c:pt>
                <c:pt idx="3408">
                  <c:v>3812</c:v>
                </c:pt>
                <c:pt idx="3409">
                  <c:v>11048</c:v>
                </c:pt>
                <c:pt idx="3410">
                  <c:v>5251</c:v>
                </c:pt>
                <c:pt idx="3411">
                  <c:v>18274</c:v>
                </c:pt>
                <c:pt idx="3412">
                  <c:v>13797</c:v>
                </c:pt>
                <c:pt idx="3413">
                  <c:v>1178</c:v>
                </c:pt>
                <c:pt idx="3414">
                  <c:v>2129</c:v>
                </c:pt>
                <c:pt idx="3415">
                  <c:v>4836</c:v>
                </c:pt>
                <c:pt idx="3417">
                  <c:v>2287</c:v>
                </c:pt>
                <c:pt idx="3419">
                  <c:v>3232</c:v>
                </c:pt>
                <c:pt idx="3420">
                  <c:v>3927</c:v>
                </c:pt>
                <c:pt idx="3421">
                  <c:v>1078</c:v>
                </c:pt>
                <c:pt idx="3422">
                  <c:v>4236</c:v>
                </c:pt>
                <c:pt idx="3423">
                  <c:v>30310</c:v>
                </c:pt>
                <c:pt idx="3424">
                  <c:v>90</c:v>
                </c:pt>
                <c:pt idx="3425">
                  <c:v>3447</c:v>
                </c:pt>
                <c:pt idx="3426">
                  <c:v>84</c:v>
                </c:pt>
                <c:pt idx="3427">
                  <c:v>6732</c:v>
                </c:pt>
                <c:pt idx="3428">
                  <c:v>1444</c:v>
                </c:pt>
                <c:pt idx="3429">
                  <c:v>1183</c:v>
                </c:pt>
                <c:pt idx="3430">
                  <c:v>4598</c:v>
                </c:pt>
                <c:pt idx="3431">
                  <c:v>19091</c:v>
                </c:pt>
                <c:pt idx="3432">
                  <c:v>1798</c:v>
                </c:pt>
                <c:pt idx="3434">
                  <c:v>16731</c:v>
                </c:pt>
                <c:pt idx="3435">
                  <c:v>1541</c:v>
                </c:pt>
                <c:pt idx="3436">
                  <c:v>5122</c:v>
                </c:pt>
                <c:pt idx="3437">
                  <c:v>4334</c:v>
                </c:pt>
                <c:pt idx="3438">
                  <c:v>14154</c:v>
                </c:pt>
                <c:pt idx="3439">
                  <c:v>290</c:v>
                </c:pt>
                <c:pt idx="3440">
                  <c:v>1360</c:v>
                </c:pt>
                <c:pt idx="3441">
                  <c:v>3171</c:v>
                </c:pt>
                <c:pt idx="3442">
                  <c:v>2521</c:v>
                </c:pt>
                <c:pt idx="3443">
                  <c:v>3907</c:v>
                </c:pt>
                <c:pt idx="3444">
                  <c:v>3540</c:v>
                </c:pt>
                <c:pt idx="3446">
                  <c:v>12418</c:v>
                </c:pt>
                <c:pt idx="3447">
                  <c:v>1379</c:v>
                </c:pt>
                <c:pt idx="3448">
                  <c:v>2163</c:v>
                </c:pt>
                <c:pt idx="3449">
                  <c:v>2764</c:v>
                </c:pt>
                <c:pt idx="3450">
                  <c:v>5628</c:v>
                </c:pt>
                <c:pt idx="3451">
                  <c:v>3509</c:v>
                </c:pt>
                <c:pt idx="3452">
                  <c:v>1467</c:v>
                </c:pt>
                <c:pt idx="3453">
                  <c:v>783</c:v>
                </c:pt>
                <c:pt idx="3454">
                  <c:v>692</c:v>
                </c:pt>
                <c:pt idx="3455">
                  <c:v>10030</c:v>
                </c:pt>
                <c:pt idx="3456">
                  <c:v>7961</c:v>
                </c:pt>
                <c:pt idx="3457">
                  <c:v>552</c:v>
                </c:pt>
                <c:pt idx="3458">
                  <c:v>1045</c:v>
                </c:pt>
                <c:pt idx="3459">
                  <c:v>1274</c:v>
                </c:pt>
                <c:pt idx="3460">
                  <c:v>1151</c:v>
                </c:pt>
                <c:pt idx="3461">
                  <c:v>5809</c:v>
                </c:pt>
                <c:pt idx="3462">
                  <c:v>4031</c:v>
                </c:pt>
                <c:pt idx="3463">
                  <c:v>1571</c:v>
                </c:pt>
                <c:pt idx="3464">
                  <c:v>987</c:v>
                </c:pt>
                <c:pt idx="3465">
                  <c:v>2288</c:v>
                </c:pt>
                <c:pt idx="3466">
                  <c:v>7578</c:v>
                </c:pt>
                <c:pt idx="3467">
                  <c:v>1295</c:v>
                </c:pt>
                <c:pt idx="3468">
                  <c:v>3136</c:v>
                </c:pt>
                <c:pt idx="3469">
                  <c:v>17762</c:v>
                </c:pt>
                <c:pt idx="3470">
                  <c:v>5774</c:v>
                </c:pt>
                <c:pt idx="3471">
                  <c:v>981</c:v>
                </c:pt>
                <c:pt idx="3472">
                  <c:v>5392</c:v>
                </c:pt>
                <c:pt idx="3473">
                  <c:v>12699</c:v>
                </c:pt>
                <c:pt idx="3474">
                  <c:v>2908</c:v>
                </c:pt>
                <c:pt idx="3475">
                  <c:v>7013</c:v>
                </c:pt>
                <c:pt idx="3476">
                  <c:v>1069</c:v>
                </c:pt>
                <c:pt idx="3477">
                  <c:v>1629</c:v>
                </c:pt>
                <c:pt idx="3478">
                  <c:v>5108</c:v>
                </c:pt>
                <c:pt idx="3479">
                  <c:v>156</c:v>
                </c:pt>
                <c:pt idx="3480">
                  <c:v>1349</c:v>
                </c:pt>
                <c:pt idx="3481">
                  <c:v>3423</c:v>
                </c:pt>
                <c:pt idx="3482">
                  <c:v>1054</c:v>
                </c:pt>
                <c:pt idx="3483">
                  <c:v>1465</c:v>
                </c:pt>
                <c:pt idx="3484">
                  <c:v>6099</c:v>
                </c:pt>
                <c:pt idx="3485">
                  <c:v>20033</c:v>
                </c:pt>
                <c:pt idx="3486">
                  <c:v>196</c:v>
                </c:pt>
                <c:pt idx="3487">
                  <c:v>1923</c:v>
                </c:pt>
                <c:pt idx="3488">
                  <c:v>1146</c:v>
                </c:pt>
                <c:pt idx="3489">
                  <c:v>1522</c:v>
                </c:pt>
                <c:pt idx="3490">
                  <c:v>947</c:v>
                </c:pt>
                <c:pt idx="3491">
                  <c:v>7727</c:v>
                </c:pt>
                <c:pt idx="3492">
                  <c:v>1975</c:v>
                </c:pt>
                <c:pt idx="3493">
                  <c:v>3820</c:v>
                </c:pt>
                <c:pt idx="3494">
                  <c:v>1195</c:v>
                </c:pt>
                <c:pt idx="3495">
                  <c:v>4905</c:v>
                </c:pt>
                <c:pt idx="3496">
                  <c:v>523</c:v>
                </c:pt>
                <c:pt idx="3497">
                  <c:v>304</c:v>
                </c:pt>
                <c:pt idx="3498">
                  <c:v>161</c:v>
                </c:pt>
                <c:pt idx="3499">
                  <c:v>5414</c:v>
                </c:pt>
                <c:pt idx="3500">
                  <c:v>880</c:v>
                </c:pt>
                <c:pt idx="3501">
                  <c:v>6703</c:v>
                </c:pt>
                <c:pt idx="3502">
                  <c:v>670</c:v>
                </c:pt>
                <c:pt idx="3503">
                  <c:v>17092</c:v>
                </c:pt>
                <c:pt idx="3504">
                  <c:v>850</c:v>
                </c:pt>
                <c:pt idx="3505">
                  <c:v>2677</c:v>
                </c:pt>
                <c:pt idx="3506">
                  <c:v>992</c:v>
                </c:pt>
                <c:pt idx="3507">
                  <c:v>759</c:v>
                </c:pt>
                <c:pt idx="3508">
                  <c:v>2119</c:v>
                </c:pt>
                <c:pt idx="3509">
                  <c:v>175</c:v>
                </c:pt>
                <c:pt idx="3510">
                  <c:v>6126</c:v>
                </c:pt>
                <c:pt idx="3511">
                  <c:v>1808</c:v>
                </c:pt>
                <c:pt idx="3512">
                  <c:v>15053</c:v>
                </c:pt>
                <c:pt idx="3513">
                  <c:v>1610</c:v>
                </c:pt>
                <c:pt idx="3514">
                  <c:v>65</c:v>
                </c:pt>
                <c:pt idx="3515">
                  <c:v>1913</c:v>
                </c:pt>
                <c:pt idx="3516">
                  <c:v>3077</c:v>
                </c:pt>
                <c:pt idx="3517">
                  <c:v>14605</c:v>
                </c:pt>
                <c:pt idx="3518">
                  <c:v>8380</c:v>
                </c:pt>
                <c:pt idx="3519">
                  <c:v>3307</c:v>
                </c:pt>
                <c:pt idx="3520">
                  <c:v>661</c:v>
                </c:pt>
                <c:pt idx="3521">
                  <c:v>1977</c:v>
                </c:pt>
                <c:pt idx="3522">
                  <c:v>577</c:v>
                </c:pt>
                <c:pt idx="3523">
                  <c:v>608</c:v>
                </c:pt>
                <c:pt idx="3524">
                  <c:v>2375</c:v>
                </c:pt>
                <c:pt idx="3525">
                  <c:v>77</c:v>
                </c:pt>
                <c:pt idx="3526">
                  <c:v>1357</c:v>
                </c:pt>
                <c:pt idx="3527">
                  <c:v>569</c:v>
                </c:pt>
                <c:pt idx="3528">
                  <c:v>871</c:v>
                </c:pt>
                <c:pt idx="3529">
                  <c:v>2723</c:v>
                </c:pt>
                <c:pt idx="3530">
                  <c:v>3958</c:v>
                </c:pt>
                <c:pt idx="3531">
                  <c:v>1956</c:v>
                </c:pt>
                <c:pt idx="3532">
                  <c:v>1561</c:v>
                </c:pt>
                <c:pt idx="3533">
                  <c:v>1041</c:v>
                </c:pt>
                <c:pt idx="3534">
                  <c:v>46939</c:v>
                </c:pt>
                <c:pt idx="3535">
                  <c:v>1463</c:v>
                </c:pt>
                <c:pt idx="3536">
                  <c:v>948</c:v>
                </c:pt>
                <c:pt idx="3537">
                  <c:v>155</c:v>
                </c:pt>
                <c:pt idx="3538">
                  <c:v>2622</c:v>
                </c:pt>
                <c:pt idx="3539">
                  <c:v>2731</c:v>
                </c:pt>
                <c:pt idx="3540">
                  <c:v>1390</c:v>
                </c:pt>
                <c:pt idx="3541">
                  <c:v>19728</c:v>
                </c:pt>
                <c:pt idx="3542">
                  <c:v>3572</c:v>
                </c:pt>
                <c:pt idx="3543">
                  <c:v>1741</c:v>
                </c:pt>
                <c:pt idx="3544">
                  <c:v>66985</c:v>
                </c:pt>
                <c:pt idx="3545">
                  <c:v>514</c:v>
                </c:pt>
                <c:pt idx="3546">
                  <c:v>1147</c:v>
                </c:pt>
                <c:pt idx="3547">
                  <c:v>12828</c:v>
                </c:pt>
                <c:pt idx="3548">
                  <c:v>4831</c:v>
                </c:pt>
                <c:pt idx="3549">
                  <c:v>705</c:v>
                </c:pt>
                <c:pt idx="3550">
                  <c:v>983</c:v>
                </c:pt>
                <c:pt idx="3551">
                  <c:v>3210</c:v>
                </c:pt>
                <c:pt idx="3552">
                  <c:v>429</c:v>
                </c:pt>
                <c:pt idx="3553">
                  <c:v>4145</c:v>
                </c:pt>
                <c:pt idx="3554">
                  <c:v>570</c:v>
                </c:pt>
                <c:pt idx="3555">
                  <c:v>386</c:v>
                </c:pt>
                <c:pt idx="3556">
                  <c:v>151</c:v>
                </c:pt>
                <c:pt idx="3557">
                  <c:v>10749</c:v>
                </c:pt>
                <c:pt idx="3558">
                  <c:v>4230</c:v>
                </c:pt>
                <c:pt idx="3559">
                  <c:v>413</c:v>
                </c:pt>
                <c:pt idx="3560">
                  <c:v>4182</c:v>
                </c:pt>
                <c:pt idx="3561">
                  <c:v>13469</c:v>
                </c:pt>
                <c:pt idx="3562">
                  <c:v>159</c:v>
                </c:pt>
                <c:pt idx="3563">
                  <c:v>2576</c:v>
                </c:pt>
                <c:pt idx="3564">
                  <c:v>2848</c:v>
                </c:pt>
                <c:pt idx="3565">
                  <c:v>2278</c:v>
                </c:pt>
                <c:pt idx="3566">
                  <c:v>6215</c:v>
                </c:pt>
                <c:pt idx="3567">
                  <c:v>1098</c:v>
                </c:pt>
                <c:pt idx="3568">
                  <c:v>4065</c:v>
                </c:pt>
                <c:pt idx="3570">
                  <c:v>4593</c:v>
                </c:pt>
                <c:pt idx="3571">
                  <c:v>3739</c:v>
                </c:pt>
                <c:pt idx="3572">
                  <c:v>20019</c:v>
                </c:pt>
                <c:pt idx="3573">
                  <c:v>3003</c:v>
                </c:pt>
                <c:pt idx="3574">
                  <c:v>554</c:v>
                </c:pt>
                <c:pt idx="3575">
                  <c:v>3465</c:v>
                </c:pt>
                <c:pt idx="3576">
                  <c:v>664</c:v>
                </c:pt>
                <c:pt idx="3577">
                  <c:v>916</c:v>
                </c:pt>
                <c:pt idx="3578">
                  <c:v>4571</c:v>
                </c:pt>
                <c:pt idx="3579">
                  <c:v>10043</c:v>
                </c:pt>
                <c:pt idx="3580">
                  <c:v>777</c:v>
                </c:pt>
                <c:pt idx="3581">
                  <c:v>2012</c:v>
                </c:pt>
                <c:pt idx="3582">
                  <c:v>469</c:v>
                </c:pt>
                <c:pt idx="3583">
                  <c:v>7367</c:v>
                </c:pt>
                <c:pt idx="3584">
                  <c:v>1268</c:v>
                </c:pt>
                <c:pt idx="3585">
                  <c:v>2406</c:v>
                </c:pt>
                <c:pt idx="3586">
                  <c:v>2401</c:v>
                </c:pt>
                <c:pt idx="3587">
                  <c:v>592</c:v>
                </c:pt>
                <c:pt idx="3588">
                  <c:v>687</c:v>
                </c:pt>
                <c:pt idx="3589">
                  <c:v>2089</c:v>
                </c:pt>
                <c:pt idx="3590">
                  <c:v>1573</c:v>
                </c:pt>
                <c:pt idx="3591">
                  <c:v>5866</c:v>
                </c:pt>
                <c:pt idx="3592">
                  <c:v>1582</c:v>
                </c:pt>
                <c:pt idx="3593">
                  <c:v>5061</c:v>
                </c:pt>
                <c:pt idx="3594">
                  <c:v>2570</c:v>
                </c:pt>
                <c:pt idx="3595">
                  <c:v>1096</c:v>
                </c:pt>
                <c:pt idx="3596">
                  <c:v>1692</c:v>
                </c:pt>
                <c:pt idx="3597">
                  <c:v>13680</c:v>
                </c:pt>
                <c:pt idx="3598">
                  <c:v>1241</c:v>
                </c:pt>
                <c:pt idx="3599">
                  <c:v>2125</c:v>
                </c:pt>
                <c:pt idx="3600">
                  <c:v>2759</c:v>
                </c:pt>
                <c:pt idx="3601">
                  <c:v>3243</c:v>
                </c:pt>
                <c:pt idx="3602">
                  <c:v>8854</c:v>
                </c:pt>
                <c:pt idx="3604">
                  <c:v>2883</c:v>
                </c:pt>
                <c:pt idx="3605">
                  <c:v>2437</c:v>
                </c:pt>
                <c:pt idx="3606">
                  <c:v>756</c:v>
                </c:pt>
                <c:pt idx="3607">
                  <c:v>1937</c:v>
                </c:pt>
                <c:pt idx="3608">
                  <c:v>18732</c:v>
                </c:pt>
                <c:pt idx="3609">
                  <c:v>258</c:v>
                </c:pt>
                <c:pt idx="3610">
                  <c:v>2542</c:v>
                </c:pt>
                <c:pt idx="3611">
                  <c:v>688</c:v>
                </c:pt>
                <c:pt idx="3612">
                  <c:v>3762</c:v>
                </c:pt>
                <c:pt idx="3613">
                  <c:v>1215</c:v>
                </c:pt>
                <c:pt idx="3614">
                  <c:v>3130</c:v>
                </c:pt>
                <c:pt idx="3615">
                  <c:v>11654</c:v>
                </c:pt>
                <c:pt idx="3616">
                  <c:v>691</c:v>
                </c:pt>
                <c:pt idx="3617">
                  <c:v>1226</c:v>
                </c:pt>
                <c:pt idx="3618">
                  <c:v>3419</c:v>
                </c:pt>
                <c:pt idx="3619">
                  <c:v>52</c:v>
                </c:pt>
                <c:pt idx="3620">
                  <c:v>2528</c:v>
                </c:pt>
                <c:pt idx="3621">
                  <c:v>630</c:v>
                </c:pt>
                <c:pt idx="3622">
                  <c:v>498</c:v>
                </c:pt>
                <c:pt idx="3623">
                  <c:v>1042</c:v>
                </c:pt>
                <c:pt idx="3624">
                  <c:v>2481</c:v>
                </c:pt>
                <c:pt idx="3625">
                  <c:v>1793</c:v>
                </c:pt>
                <c:pt idx="3626">
                  <c:v>2712</c:v>
                </c:pt>
                <c:pt idx="3627">
                  <c:v>1313</c:v>
                </c:pt>
                <c:pt idx="3628">
                  <c:v>841</c:v>
                </c:pt>
                <c:pt idx="3629">
                  <c:v>899</c:v>
                </c:pt>
                <c:pt idx="3630">
                  <c:v>18554</c:v>
                </c:pt>
                <c:pt idx="3631">
                  <c:v>7297</c:v>
                </c:pt>
                <c:pt idx="3632">
                  <c:v>497</c:v>
                </c:pt>
                <c:pt idx="3633">
                  <c:v>2854</c:v>
                </c:pt>
                <c:pt idx="3634">
                  <c:v>1853</c:v>
                </c:pt>
                <c:pt idx="3635">
                  <c:v>979</c:v>
                </c:pt>
                <c:pt idx="3636">
                  <c:v>536</c:v>
                </c:pt>
                <c:pt idx="3637">
                  <c:v>1159</c:v>
                </c:pt>
                <c:pt idx="3638">
                  <c:v>1304</c:v>
                </c:pt>
                <c:pt idx="3639">
                  <c:v>3187</c:v>
                </c:pt>
                <c:pt idx="3640">
                  <c:v>2166</c:v>
                </c:pt>
                <c:pt idx="3641">
                  <c:v>102</c:v>
                </c:pt>
                <c:pt idx="3642">
                  <c:v>595</c:v>
                </c:pt>
                <c:pt idx="3643">
                  <c:v>1659</c:v>
                </c:pt>
                <c:pt idx="3644">
                  <c:v>1378</c:v>
                </c:pt>
                <c:pt idx="3645">
                  <c:v>3296</c:v>
                </c:pt>
                <c:pt idx="3646">
                  <c:v>6165</c:v>
                </c:pt>
                <c:pt idx="3647">
                  <c:v>3251</c:v>
                </c:pt>
                <c:pt idx="3648">
                  <c:v>765</c:v>
                </c:pt>
                <c:pt idx="3649">
                  <c:v>2314</c:v>
                </c:pt>
                <c:pt idx="3650">
                  <c:v>2279</c:v>
                </c:pt>
                <c:pt idx="3651">
                  <c:v>1308</c:v>
                </c:pt>
                <c:pt idx="3652">
                  <c:v>1468</c:v>
                </c:pt>
                <c:pt idx="3653">
                  <c:v>25</c:v>
                </c:pt>
                <c:pt idx="3654">
                  <c:v>560</c:v>
                </c:pt>
                <c:pt idx="3655">
                  <c:v>8796</c:v>
                </c:pt>
                <c:pt idx="3656">
                  <c:v>4503</c:v>
                </c:pt>
                <c:pt idx="3657">
                  <c:v>11329</c:v>
                </c:pt>
                <c:pt idx="3658">
                  <c:v>4542</c:v>
                </c:pt>
                <c:pt idx="3659">
                  <c:v>4288</c:v>
                </c:pt>
                <c:pt idx="3660">
                  <c:v>1433</c:v>
                </c:pt>
                <c:pt idx="3661">
                  <c:v>2125</c:v>
                </c:pt>
                <c:pt idx="3662">
                  <c:v>1522</c:v>
                </c:pt>
                <c:pt idx="3663">
                  <c:v>6904</c:v>
                </c:pt>
                <c:pt idx="3664">
                  <c:v>3013</c:v>
                </c:pt>
                <c:pt idx="3665">
                  <c:v>601</c:v>
                </c:pt>
                <c:pt idx="3666">
                  <c:v>615</c:v>
                </c:pt>
                <c:pt idx="3667">
                  <c:v>658</c:v>
                </c:pt>
                <c:pt idx="3668">
                  <c:v>3912</c:v>
                </c:pt>
                <c:pt idx="3669">
                  <c:v>2616</c:v>
                </c:pt>
                <c:pt idx="3670">
                  <c:v>2375</c:v>
                </c:pt>
                <c:pt idx="3671">
                  <c:v>614</c:v>
                </c:pt>
                <c:pt idx="3672">
                  <c:v>29280</c:v>
                </c:pt>
                <c:pt idx="3673">
                  <c:v>778</c:v>
                </c:pt>
                <c:pt idx="3674">
                  <c:v>4281</c:v>
                </c:pt>
                <c:pt idx="3675">
                  <c:v>365</c:v>
                </c:pt>
                <c:pt idx="3676">
                  <c:v>4647</c:v>
                </c:pt>
                <c:pt idx="3677">
                  <c:v>1867</c:v>
                </c:pt>
                <c:pt idx="3678">
                  <c:v>606</c:v>
                </c:pt>
                <c:pt idx="3679">
                  <c:v>2503</c:v>
                </c:pt>
                <c:pt idx="3680">
                  <c:v>2485</c:v>
                </c:pt>
                <c:pt idx="3681">
                  <c:v>3010</c:v>
                </c:pt>
                <c:pt idx="3682">
                  <c:v>1201</c:v>
                </c:pt>
                <c:pt idx="3683">
                  <c:v>1046</c:v>
                </c:pt>
                <c:pt idx="3684">
                  <c:v>1172</c:v>
                </c:pt>
                <c:pt idx="3685">
                  <c:v>804</c:v>
                </c:pt>
                <c:pt idx="3686">
                  <c:v>912</c:v>
                </c:pt>
                <c:pt idx="3687">
                  <c:v>1509</c:v>
                </c:pt>
                <c:pt idx="3688">
                  <c:v>2336</c:v>
                </c:pt>
                <c:pt idx="3689">
                  <c:v>1459</c:v>
                </c:pt>
                <c:pt idx="3690">
                  <c:v>798</c:v>
                </c:pt>
                <c:pt idx="3691">
                  <c:v>2613</c:v>
                </c:pt>
                <c:pt idx="3692">
                  <c:v>2371</c:v>
                </c:pt>
                <c:pt idx="3693">
                  <c:v>19630</c:v>
                </c:pt>
                <c:pt idx="3694">
                  <c:v>426</c:v>
                </c:pt>
                <c:pt idx="3695">
                  <c:v>1289</c:v>
                </c:pt>
                <c:pt idx="3696">
                  <c:v>598</c:v>
                </c:pt>
                <c:pt idx="3697">
                  <c:v>11227</c:v>
                </c:pt>
                <c:pt idx="3698">
                  <c:v>206</c:v>
                </c:pt>
                <c:pt idx="3699">
                  <c:v>231</c:v>
                </c:pt>
                <c:pt idx="3700">
                  <c:v>2647</c:v>
                </c:pt>
                <c:pt idx="3701">
                  <c:v>2096</c:v>
                </c:pt>
                <c:pt idx="3702">
                  <c:v>610</c:v>
                </c:pt>
                <c:pt idx="3703">
                  <c:v>6071</c:v>
                </c:pt>
                <c:pt idx="3704">
                  <c:v>3106</c:v>
                </c:pt>
                <c:pt idx="3705">
                  <c:v>1020</c:v>
                </c:pt>
                <c:pt idx="3706">
                  <c:v>1854</c:v>
                </c:pt>
                <c:pt idx="3707">
                  <c:v>9721</c:v>
                </c:pt>
                <c:pt idx="3708">
                  <c:v>1527</c:v>
                </c:pt>
                <c:pt idx="3709">
                  <c:v>3219</c:v>
                </c:pt>
                <c:pt idx="3710">
                  <c:v>3189</c:v>
                </c:pt>
                <c:pt idx="3711">
                  <c:v>1160</c:v>
                </c:pt>
                <c:pt idx="3712">
                  <c:v>2039</c:v>
                </c:pt>
                <c:pt idx="3714">
                  <c:v>3940</c:v>
                </c:pt>
                <c:pt idx="3715">
                  <c:v>6239</c:v>
                </c:pt>
                <c:pt idx="3716">
                  <c:v>1356</c:v>
                </c:pt>
                <c:pt idx="3717">
                  <c:v>988</c:v>
                </c:pt>
                <c:pt idx="3718">
                  <c:v>5778</c:v>
                </c:pt>
                <c:pt idx="3719">
                  <c:v>551</c:v>
                </c:pt>
                <c:pt idx="3720">
                  <c:v>422</c:v>
                </c:pt>
                <c:pt idx="3721">
                  <c:v>944</c:v>
                </c:pt>
                <c:pt idx="3722">
                  <c:v>1503</c:v>
                </c:pt>
                <c:pt idx="3723">
                  <c:v>769</c:v>
                </c:pt>
                <c:pt idx="3724">
                  <c:v>2886</c:v>
                </c:pt>
                <c:pt idx="3725">
                  <c:v>3639</c:v>
                </c:pt>
                <c:pt idx="3726">
                  <c:v>30949</c:v>
                </c:pt>
                <c:pt idx="3727">
                  <c:v>956</c:v>
                </c:pt>
                <c:pt idx="3728">
                  <c:v>384</c:v>
                </c:pt>
                <c:pt idx="3729">
                  <c:v>2173</c:v>
                </c:pt>
                <c:pt idx="3730">
                  <c:v>1391</c:v>
                </c:pt>
                <c:pt idx="3731">
                  <c:v>1541</c:v>
                </c:pt>
                <c:pt idx="3732">
                  <c:v>140</c:v>
                </c:pt>
                <c:pt idx="3734">
                  <c:v>5692</c:v>
                </c:pt>
                <c:pt idx="3735">
                  <c:v>188</c:v>
                </c:pt>
                <c:pt idx="3736">
                  <c:v>703</c:v>
                </c:pt>
                <c:pt idx="3737">
                  <c:v>864</c:v>
                </c:pt>
                <c:pt idx="3738">
                  <c:v>712</c:v>
                </c:pt>
                <c:pt idx="3739">
                  <c:v>1119</c:v>
                </c:pt>
                <c:pt idx="3740">
                  <c:v>2691</c:v>
                </c:pt>
                <c:pt idx="3741">
                  <c:v>1944</c:v>
                </c:pt>
                <c:pt idx="3742">
                  <c:v>1501</c:v>
                </c:pt>
                <c:pt idx="3743">
                  <c:v>1906</c:v>
                </c:pt>
                <c:pt idx="3744">
                  <c:v>761</c:v>
                </c:pt>
                <c:pt idx="3745">
                  <c:v>7700</c:v>
                </c:pt>
                <c:pt idx="3746">
                  <c:v>1322</c:v>
                </c:pt>
                <c:pt idx="3747">
                  <c:v>569</c:v>
                </c:pt>
                <c:pt idx="3748">
                  <c:v>563</c:v>
                </c:pt>
                <c:pt idx="3749">
                  <c:v>2567</c:v>
                </c:pt>
                <c:pt idx="3750">
                  <c:v>1999</c:v>
                </c:pt>
                <c:pt idx="3751">
                  <c:v>2693</c:v>
                </c:pt>
                <c:pt idx="3752">
                  <c:v>293</c:v>
                </c:pt>
                <c:pt idx="3753">
                  <c:v>391</c:v>
                </c:pt>
                <c:pt idx="3754">
                  <c:v>3679</c:v>
                </c:pt>
                <c:pt idx="3755">
                  <c:v>1122</c:v>
                </c:pt>
                <c:pt idx="3756">
                  <c:v>250</c:v>
                </c:pt>
                <c:pt idx="3757">
                  <c:v>870</c:v>
                </c:pt>
                <c:pt idx="3758">
                  <c:v>1210</c:v>
                </c:pt>
                <c:pt idx="3759">
                  <c:v>2341</c:v>
                </c:pt>
                <c:pt idx="3760">
                  <c:v>3712</c:v>
                </c:pt>
                <c:pt idx="3761">
                  <c:v>80</c:v>
                </c:pt>
                <c:pt idx="3763">
                  <c:v>8494</c:v>
                </c:pt>
                <c:pt idx="3764">
                  <c:v>2593</c:v>
                </c:pt>
                <c:pt idx="3765">
                  <c:v>1800</c:v>
                </c:pt>
                <c:pt idx="3766">
                  <c:v>1627</c:v>
                </c:pt>
                <c:pt idx="3767">
                  <c:v>1646</c:v>
                </c:pt>
                <c:pt idx="3768">
                  <c:v>5283</c:v>
                </c:pt>
                <c:pt idx="3769">
                  <c:v>651</c:v>
                </c:pt>
                <c:pt idx="3770">
                  <c:v>716</c:v>
                </c:pt>
                <c:pt idx="3771">
                  <c:v>4813</c:v>
                </c:pt>
                <c:pt idx="3772">
                  <c:v>27130</c:v>
                </c:pt>
                <c:pt idx="3773">
                  <c:v>6319</c:v>
                </c:pt>
                <c:pt idx="3774">
                  <c:v>542</c:v>
                </c:pt>
                <c:pt idx="3775">
                  <c:v>3670</c:v>
                </c:pt>
                <c:pt idx="3776">
                  <c:v>1641</c:v>
                </c:pt>
                <c:pt idx="3777">
                  <c:v>2809</c:v>
                </c:pt>
                <c:pt idx="3778">
                  <c:v>2298</c:v>
                </c:pt>
                <c:pt idx="3779">
                  <c:v>532</c:v>
                </c:pt>
                <c:pt idx="3780">
                  <c:v>370</c:v>
                </c:pt>
                <c:pt idx="3781">
                  <c:v>1077</c:v>
                </c:pt>
                <c:pt idx="3782">
                  <c:v>2279</c:v>
                </c:pt>
                <c:pt idx="3783">
                  <c:v>671</c:v>
                </c:pt>
                <c:pt idx="3784">
                  <c:v>743</c:v>
                </c:pt>
                <c:pt idx="3785">
                  <c:v>8221</c:v>
                </c:pt>
                <c:pt idx="3786">
                  <c:v>360</c:v>
                </c:pt>
                <c:pt idx="3787">
                  <c:v>1773</c:v>
                </c:pt>
                <c:pt idx="3788">
                  <c:v>717</c:v>
                </c:pt>
                <c:pt idx="3789">
                  <c:v>1394</c:v>
                </c:pt>
                <c:pt idx="3790">
                  <c:v>3334</c:v>
                </c:pt>
                <c:pt idx="3791">
                  <c:v>377</c:v>
                </c:pt>
                <c:pt idx="3792">
                  <c:v>8551</c:v>
                </c:pt>
                <c:pt idx="3793">
                  <c:v>1772</c:v>
                </c:pt>
                <c:pt idx="3794">
                  <c:v>11162</c:v>
                </c:pt>
                <c:pt idx="3795">
                  <c:v>3627</c:v>
                </c:pt>
                <c:pt idx="3796">
                  <c:v>616</c:v>
                </c:pt>
                <c:pt idx="3797">
                  <c:v>166</c:v>
                </c:pt>
                <c:pt idx="3798">
                  <c:v>858</c:v>
                </c:pt>
                <c:pt idx="3799">
                  <c:v>1410</c:v>
                </c:pt>
                <c:pt idx="3800">
                  <c:v>8487</c:v>
                </c:pt>
                <c:pt idx="3801">
                  <c:v>803</c:v>
                </c:pt>
                <c:pt idx="3802">
                  <c:v>1472</c:v>
                </c:pt>
                <c:pt idx="3803">
                  <c:v>4527</c:v>
                </c:pt>
                <c:pt idx="3804">
                  <c:v>844</c:v>
                </c:pt>
                <c:pt idx="3805">
                  <c:v>515</c:v>
                </c:pt>
                <c:pt idx="3806">
                  <c:v>1708</c:v>
                </c:pt>
                <c:pt idx="3807">
                  <c:v>8884</c:v>
                </c:pt>
                <c:pt idx="3808">
                  <c:v>815</c:v>
                </c:pt>
                <c:pt idx="3809">
                  <c:v>772</c:v>
                </c:pt>
                <c:pt idx="3810">
                  <c:v>1204</c:v>
                </c:pt>
                <c:pt idx="3811">
                  <c:v>2752</c:v>
                </c:pt>
                <c:pt idx="3812">
                  <c:v>4067</c:v>
                </c:pt>
                <c:pt idx="3813">
                  <c:v>523</c:v>
                </c:pt>
                <c:pt idx="3814">
                  <c:v>3552</c:v>
                </c:pt>
                <c:pt idx="3815">
                  <c:v>3712</c:v>
                </c:pt>
                <c:pt idx="3816">
                  <c:v>704</c:v>
                </c:pt>
                <c:pt idx="3817">
                  <c:v>1579</c:v>
                </c:pt>
                <c:pt idx="3818">
                  <c:v>2780</c:v>
                </c:pt>
                <c:pt idx="3819">
                  <c:v>119</c:v>
                </c:pt>
                <c:pt idx="3820">
                  <c:v>349</c:v>
                </c:pt>
                <c:pt idx="3821">
                  <c:v>1058</c:v>
                </c:pt>
                <c:pt idx="3822">
                  <c:v>2890</c:v>
                </c:pt>
                <c:pt idx="3823">
                  <c:v>5111</c:v>
                </c:pt>
                <c:pt idx="3824">
                  <c:v>343</c:v>
                </c:pt>
                <c:pt idx="3826">
                  <c:v>1920</c:v>
                </c:pt>
                <c:pt idx="3827">
                  <c:v>320</c:v>
                </c:pt>
                <c:pt idx="3828">
                  <c:v>6189</c:v>
                </c:pt>
                <c:pt idx="3829">
                  <c:v>176</c:v>
                </c:pt>
                <c:pt idx="3830">
                  <c:v>2675</c:v>
                </c:pt>
                <c:pt idx="3831">
                  <c:v>534</c:v>
                </c:pt>
                <c:pt idx="3832">
                  <c:v>564</c:v>
                </c:pt>
                <c:pt idx="3833">
                  <c:v>1790</c:v>
                </c:pt>
                <c:pt idx="3834">
                  <c:v>5296</c:v>
                </c:pt>
                <c:pt idx="3835">
                  <c:v>1269</c:v>
                </c:pt>
                <c:pt idx="3836">
                  <c:v>527</c:v>
                </c:pt>
                <c:pt idx="3837">
                  <c:v>1067</c:v>
                </c:pt>
                <c:pt idx="3838">
                  <c:v>25</c:v>
                </c:pt>
                <c:pt idx="3839">
                  <c:v>743</c:v>
                </c:pt>
                <c:pt idx="3840">
                  <c:v>2466</c:v>
                </c:pt>
                <c:pt idx="3841">
                  <c:v>5957</c:v>
                </c:pt>
                <c:pt idx="3842">
                  <c:v>2225</c:v>
                </c:pt>
                <c:pt idx="3843">
                  <c:v>3048</c:v>
                </c:pt>
                <c:pt idx="3844">
                  <c:v>1544</c:v>
                </c:pt>
                <c:pt idx="3845">
                  <c:v>30</c:v>
                </c:pt>
                <c:pt idx="3846">
                  <c:v>1320</c:v>
                </c:pt>
                <c:pt idx="3847">
                  <c:v>646</c:v>
                </c:pt>
                <c:pt idx="3848">
                  <c:v>125</c:v>
                </c:pt>
                <c:pt idx="3849">
                  <c:v>62</c:v>
                </c:pt>
                <c:pt idx="3850">
                  <c:v>1732</c:v>
                </c:pt>
                <c:pt idx="3851">
                  <c:v>9778</c:v>
                </c:pt>
                <c:pt idx="3852">
                  <c:v>336</c:v>
                </c:pt>
                <c:pt idx="3853">
                  <c:v>680</c:v>
                </c:pt>
                <c:pt idx="3854">
                  <c:v>670</c:v>
                </c:pt>
                <c:pt idx="3855">
                  <c:v>1672</c:v>
                </c:pt>
                <c:pt idx="3856">
                  <c:v>1544</c:v>
                </c:pt>
                <c:pt idx="3857">
                  <c:v>533</c:v>
                </c:pt>
                <c:pt idx="3858">
                  <c:v>2032</c:v>
                </c:pt>
                <c:pt idx="3859">
                  <c:v>1245</c:v>
                </c:pt>
                <c:pt idx="3860">
                  <c:v>1273</c:v>
                </c:pt>
                <c:pt idx="3861">
                  <c:v>3342</c:v>
                </c:pt>
                <c:pt idx="3862">
                  <c:v>168</c:v>
                </c:pt>
                <c:pt idx="3863">
                  <c:v>4437</c:v>
                </c:pt>
                <c:pt idx="3864">
                  <c:v>394</c:v>
                </c:pt>
                <c:pt idx="3865">
                  <c:v>172</c:v>
                </c:pt>
                <c:pt idx="3866">
                  <c:v>803</c:v>
                </c:pt>
                <c:pt idx="3867">
                  <c:v>635</c:v>
                </c:pt>
                <c:pt idx="3868">
                  <c:v>405</c:v>
                </c:pt>
                <c:pt idx="3869">
                  <c:v>9666</c:v>
                </c:pt>
                <c:pt idx="3870">
                  <c:v>4689</c:v>
                </c:pt>
                <c:pt idx="3871">
                  <c:v>153</c:v>
                </c:pt>
                <c:pt idx="3872">
                  <c:v>2540</c:v>
                </c:pt>
                <c:pt idx="3873">
                  <c:v>10149</c:v>
                </c:pt>
                <c:pt idx="3875">
                  <c:v>2705</c:v>
                </c:pt>
                <c:pt idx="3876">
                  <c:v>2253</c:v>
                </c:pt>
                <c:pt idx="3877">
                  <c:v>1359</c:v>
                </c:pt>
                <c:pt idx="3878">
                  <c:v>828</c:v>
                </c:pt>
                <c:pt idx="3879">
                  <c:v>4885</c:v>
                </c:pt>
                <c:pt idx="3880">
                  <c:v>2201</c:v>
                </c:pt>
                <c:pt idx="3881">
                  <c:v>208</c:v>
                </c:pt>
                <c:pt idx="3882">
                  <c:v>3788</c:v>
                </c:pt>
                <c:pt idx="3883">
                  <c:v>454</c:v>
                </c:pt>
                <c:pt idx="3884">
                  <c:v>2160</c:v>
                </c:pt>
                <c:pt idx="3885">
                  <c:v>15026</c:v>
                </c:pt>
                <c:pt idx="3886">
                  <c:v>613</c:v>
                </c:pt>
                <c:pt idx="3887">
                  <c:v>584</c:v>
                </c:pt>
                <c:pt idx="3888">
                  <c:v>2326</c:v>
                </c:pt>
                <c:pt idx="3889">
                  <c:v>1303</c:v>
                </c:pt>
                <c:pt idx="3890">
                  <c:v>535</c:v>
                </c:pt>
                <c:pt idx="3891">
                  <c:v>4064</c:v>
                </c:pt>
                <c:pt idx="3892">
                  <c:v>4075</c:v>
                </c:pt>
                <c:pt idx="3893">
                  <c:v>262</c:v>
                </c:pt>
                <c:pt idx="3894">
                  <c:v>488</c:v>
                </c:pt>
                <c:pt idx="3895">
                  <c:v>964</c:v>
                </c:pt>
                <c:pt idx="3896">
                  <c:v>1249</c:v>
                </c:pt>
                <c:pt idx="3897">
                  <c:v>2016</c:v>
                </c:pt>
                <c:pt idx="3898">
                  <c:v>1207</c:v>
                </c:pt>
                <c:pt idx="3899">
                  <c:v>1746</c:v>
                </c:pt>
                <c:pt idx="3900">
                  <c:v>34423</c:v>
                </c:pt>
                <c:pt idx="3901">
                  <c:v>14048</c:v>
                </c:pt>
                <c:pt idx="3902">
                  <c:v>6704</c:v>
                </c:pt>
                <c:pt idx="3903">
                  <c:v>148</c:v>
                </c:pt>
                <c:pt idx="3905">
                  <c:v>2491</c:v>
                </c:pt>
                <c:pt idx="3906">
                  <c:v>32336</c:v>
                </c:pt>
                <c:pt idx="3907">
                  <c:v>902</c:v>
                </c:pt>
                <c:pt idx="3908">
                  <c:v>1220</c:v>
                </c:pt>
                <c:pt idx="3909">
                  <c:v>1341</c:v>
                </c:pt>
                <c:pt idx="3910">
                  <c:v>45</c:v>
                </c:pt>
                <c:pt idx="3911">
                  <c:v>4298</c:v>
                </c:pt>
                <c:pt idx="3912">
                  <c:v>99</c:v>
                </c:pt>
                <c:pt idx="3913">
                  <c:v>571</c:v>
                </c:pt>
                <c:pt idx="3914">
                  <c:v>133</c:v>
                </c:pt>
                <c:pt idx="3915">
                  <c:v>2254</c:v>
                </c:pt>
                <c:pt idx="3916">
                  <c:v>591</c:v>
                </c:pt>
                <c:pt idx="3917">
                  <c:v>592</c:v>
                </c:pt>
                <c:pt idx="3918">
                  <c:v>807</c:v>
                </c:pt>
                <c:pt idx="3919">
                  <c:v>445</c:v>
                </c:pt>
                <c:pt idx="3920">
                  <c:v>106</c:v>
                </c:pt>
                <c:pt idx="3921">
                  <c:v>355</c:v>
                </c:pt>
                <c:pt idx="3922">
                  <c:v>317</c:v>
                </c:pt>
                <c:pt idx="3923">
                  <c:v>504</c:v>
                </c:pt>
                <c:pt idx="3924">
                  <c:v>578</c:v>
                </c:pt>
                <c:pt idx="3925">
                  <c:v>415</c:v>
                </c:pt>
                <c:pt idx="3926">
                  <c:v>614</c:v>
                </c:pt>
                <c:pt idx="3927">
                  <c:v>2560</c:v>
                </c:pt>
                <c:pt idx="3928">
                  <c:v>768</c:v>
                </c:pt>
                <c:pt idx="3929">
                  <c:v>13210</c:v>
                </c:pt>
                <c:pt idx="3930">
                  <c:v>201</c:v>
                </c:pt>
                <c:pt idx="3931">
                  <c:v>4476</c:v>
                </c:pt>
                <c:pt idx="3932">
                  <c:v>818</c:v>
                </c:pt>
                <c:pt idx="3933">
                  <c:v>284</c:v>
                </c:pt>
                <c:pt idx="3934">
                  <c:v>487</c:v>
                </c:pt>
                <c:pt idx="3935">
                  <c:v>2615</c:v>
                </c:pt>
                <c:pt idx="3936">
                  <c:v>356</c:v>
                </c:pt>
                <c:pt idx="3937">
                  <c:v>339</c:v>
                </c:pt>
                <c:pt idx="3938">
                  <c:v>914</c:v>
                </c:pt>
                <c:pt idx="3939">
                  <c:v>3460</c:v>
                </c:pt>
                <c:pt idx="3940">
                  <c:v>74</c:v>
                </c:pt>
                <c:pt idx="3941">
                  <c:v>528</c:v>
                </c:pt>
                <c:pt idx="3942">
                  <c:v>1069</c:v>
                </c:pt>
                <c:pt idx="3943">
                  <c:v>313</c:v>
                </c:pt>
                <c:pt idx="3944">
                  <c:v>238</c:v>
                </c:pt>
                <c:pt idx="3945">
                  <c:v>110</c:v>
                </c:pt>
                <c:pt idx="3946">
                  <c:v>172</c:v>
                </c:pt>
                <c:pt idx="3947">
                  <c:v>19</c:v>
                </c:pt>
                <c:pt idx="3948">
                  <c:v>1717</c:v>
                </c:pt>
                <c:pt idx="3949">
                  <c:v>333</c:v>
                </c:pt>
                <c:pt idx="3950">
                  <c:v>346</c:v>
                </c:pt>
                <c:pt idx="3951">
                  <c:v>1654</c:v>
                </c:pt>
                <c:pt idx="3952">
                  <c:v>935</c:v>
                </c:pt>
                <c:pt idx="3953">
                  <c:v>1092</c:v>
                </c:pt>
                <c:pt idx="3954">
                  <c:v>716</c:v>
                </c:pt>
                <c:pt idx="3955">
                  <c:v>2063</c:v>
                </c:pt>
                <c:pt idx="3956">
                  <c:v>528</c:v>
                </c:pt>
                <c:pt idx="3957">
                  <c:v>128</c:v>
                </c:pt>
                <c:pt idx="3958">
                  <c:v>213</c:v>
                </c:pt>
                <c:pt idx="3959">
                  <c:v>5438</c:v>
                </c:pt>
                <c:pt idx="3960">
                  <c:v>177</c:v>
                </c:pt>
                <c:pt idx="3961">
                  <c:v>2368</c:v>
                </c:pt>
                <c:pt idx="3962">
                  <c:v>4819</c:v>
                </c:pt>
                <c:pt idx="3963">
                  <c:v>4699</c:v>
                </c:pt>
                <c:pt idx="3964">
                  <c:v>62</c:v>
                </c:pt>
                <c:pt idx="3965">
                  <c:v>64</c:v>
                </c:pt>
                <c:pt idx="3966">
                  <c:v>321</c:v>
                </c:pt>
                <c:pt idx="3967">
                  <c:v>797</c:v>
                </c:pt>
                <c:pt idx="3968">
                  <c:v>699</c:v>
                </c:pt>
                <c:pt idx="3969">
                  <c:v>5728</c:v>
                </c:pt>
                <c:pt idx="3970">
                  <c:v>1434</c:v>
                </c:pt>
                <c:pt idx="3971">
                  <c:v>7522</c:v>
                </c:pt>
                <c:pt idx="3972">
                  <c:v>51</c:v>
                </c:pt>
                <c:pt idx="3973">
                  <c:v>929</c:v>
                </c:pt>
                <c:pt idx="3974">
                  <c:v>371</c:v>
                </c:pt>
                <c:pt idx="3975">
                  <c:v>81</c:v>
                </c:pt>
                <c:pt idx="3976">
                  <c:v>316</c:v>
                </c:pt>
                <c:pt idx="3977">
                  <c:v>278</c:v>
                </c:pt>
                <c:pt idx="3978">
                  <c:v>7390</c:v>
                </c:pt>
                <c:pt idx="3979">
                  <c:v>320</c:v>
                </c:pt>
                <c:pt idx="3980">
                  <c:v>860</c:v>
                </c:pt>
                <c:pt idx="3981">
                  <c:v>1633</c:v>
                </c:pt>
                <c:pt idx="3982">
                  <c:v>196</c:v>
                </c:pt>
                <c:pt idx="3983">
                  <c:v>189</c:v>
                </c:pt>
                <c:pt idx="3984">
                  <c:v>474</c:v>
                </c:pt>
                <c:pt idx="3985">
                  <c:v>2721</c:v>
                </c:pt>
                <c:pt idx="3986">
                  <c:v>716</c:v>
                </c:pt>
                <c:pt idx="3987">
                  <c:v>327</c:v>
                </c:pt>
                <c:pt idx="3988">
                  <c:v>1492</c:v>
                </c:pt>
                <c:pt idx="3989">
                  <c:v>110</c:v>
                </c:pt>
                <c:pt idx="3990">
                  <c:v>977</c:v>
                </c:pt>
                <c:pt idx="3991">
                  <c:v>8674</c:v>
                </c:pt>
                <c:pt idx="3992">
                  <c:v>118</c:v>
                </c:pt>
                <c:pt idx="3993">
                  <c:v>202</c:v>
                </c:pt>
                <c:pt idx="3995">
                  <c:v>136</c:v>
                </c:pt>
                <c:pt idx="3996">
                  <c:v>1356</c:v>
                </c:pt>
                <c:pt idx="3997">
                  <c:v>475</c:v>
                </c:pt>
                <c:pt idx="3998">
                  <c:v>380</c:v>
                </c:pt>
                <c:pt idx="3999">
                  <c:v>6075</c:v>
                </c:pt>
                <c:pt idx="4000">
                  <c:v>577</c:v>
                </c:pt>
                <c:pt idx="4001">
                  <c:v>570</c:v>
                </c:pt>
                <c:pt idx="4002">
                  <c:v>980</c:v>
                </c:pt>
                <c:pt idx="4003">
                  <c:v>7559</c:v>
                </c:pt>
                <c:pt idx="4004">
                  <c:v>375</c:v>
                </c:pt>
                <c:pt idx="4005">
                  <c:v>6628</c:v>
                </c:pt>
                <c:pt idx="4006">
                  <c:v>157</c:v>
                </c:pt>
                <c:pt idx="4007">
                  <c:v>1087</c:v>
                </c:pt>
                <c:pt idx="4008">
                  <c:v>1590</c:v>
                </c:pt>
                <c:pt idx="4009">
                  <c:v>650</c:v>
                </c:pt>
                <c:pt idx="4010">
                  <c:v>586</c:v>
                </c:pt>
                <c:pt idx="4011">
                  <c:v>218</c:v>
                </c:pt>
                <c:pt idx="4012">
                  <c:v>308</c:v>
                </c:pt>
                <c:pt idx="4013">
                  <c:v>17570</c:v>
                </c:pt>
                <c:pt idx="4014">
                  <c:v>201</c:v>
                </c:pt>
                <c:pt idx="4015">
                  <c:v>169</c:v>
                </c:pt>
                <c:pt idx="4016">
                  <c:v>597</c:v>
                </c:pt>
                <c:pt idx="4017">
                  <c:v>249</c:v>
                </c:pt>
                <c:pt idx="4018">
                  <c:v>239</c:v>
                </c:pt>
                <c:pt idx="4019">
                  <c:v>2345</c:v>
                </c:pt>
                <c:pt idx="4020">
                  <c:v>190</c:v>
                </c:pt>
                <c:pt idx="4021">
                  <c:v>78</c:v>
                </c:pt>
                <c:pt idx="4022">
                  <c:v>43</c:v>
                </c:pt>
                <c:pt idx="4023">
                  <c:v>131</c:v>
                </c:pt>
                <c:pt idx="4024">
                  <c:v>5</c:v>
                </c:pt>
                <c:pt idx="4025">
                  <c:v>17828</c:v>
                </c:pt>
                <c:pt idx="4026">
                  <c:v>169</c:v>
                </c:pt>
                <c:pt idx="4027">
                  <c:v>651</c:v>
                </c:pt>
                <c:pt idx="4028">
                  <c:v>693</c:v>
                </c:pt>
                <c:pt idx="4029">
                  <c:v>1332</c:v>
                </c:pt>
                <c:pt idx="4030">
                  <c:v>438</c:v>
                </c:pt>
                <c:pt idx="4031">
                  <c:v>2223</c:v>
                </c:pt>
                <c:pt idx="4032">
                  <c:v>628</c:v>
                </c:pt>
                <c:pt idx="4033">
                  <c:v>771</c:v>
                </c:pt>
                <c:pt idx="4034">
                  <c:v>1664</c:v>
                </c:pt>
                <c:pt idx="4035">
                  <c:v>2774</c:v>
                </c:pt>
                <c:pt idx="4036">
                  <c:v>155</c:v>
                </c:pt>
                <c:pt idx="4037">
                  <c:v>2673</c:v>
                </c:pt>
                <c:pt idx="4038">
                  <c:v>609</c:v>
                </c:pt>
                <c:pt idx="4039">
                  <c:v>3321</c:v>
                </c:pt>
                <c:pt idx="4040">
                  <c:v>366</c:v>
                </c:pt>
                <c:pt idx="4041">
                  <c:v>357</c:v>
                </c:pt>
                <c:pt idx="4042">
                  <c:v>3522</c:v>
                </c:pt>
                <c:pt idx="4043">
                  <c:v>1532</c:v>
                </c:pt>
                <c:pt idx="4044">
                  <c:v>2182</c:v>
                </c:pt>
                <c:pt idx="4045">
                  <c:v>5333</c:v>
                </c:pt>
                <c:pt idx="4046">
                  <c:v>555</c:v>
                </c:pt>
                <c:pt idx="4047">
                  <c:v>194</c:v>
                </c:pt>
                <c:pt idx="4048">
                  <c:v>960</c:v>
                </c:pt>
                <c:pt idx="4049">
                  <c:v>148</c:v>
                </c:pt>
                <c:pt idx="4050">
                  <c:v>1128</c:v>
                </c:pt>
                <c:pt idx="4051">
                  <c:v>363</c:v>
                </c:pt>
                <c:pt idx="4052">
                  <c:v>138</c:v>
                </c:pt>
                <c:pt idx="4053">
                  <c:v>130</c:v>
                </c:pt>
                <c:pt idx="4054">
                  <c:v>956</c:v>
                </c:pt>
                <c:pt idx="4055">
                  <c:v>130</c:v>
                </c:pt>
                <c:pt idx="4056">
                  <c:v>1723</c:v>
                </c:pt>
                <c:pt idx="4057">
                  <c:v>172</c:v>
                </c:pt>
                <c:pt idx="4058">
                  <c:v>340</c:v>
                </c:pt>
                <c:pt idx="4059">
                  <c:v>3212</c:v>
                </c:pt>
                <c:pt idx="4060">
                  <c:v>946</c:v>
                </c:pt>
                <c:pt idx="4061">
                  <c:v>434</c:v>
                </c:pt>
                <c:pt idx="4062">
                  <c:v>21</c:v>
                </c:pt>
                <c:pt idx="4063">
                  <c:v>318</c:v>
                </c:pt>
                <c:pt idx="4064">
                  <c:v>226</c:v>
                </c:pt>
                <c:pt idx="4065">
                  <c:v>8</c:v>
                </c:pt>
                <c:pt idx="4066">
                  <c:v>138</c:v>
                </c:pt>
                <c:pt idx="4067">
                  <c:v>341</c:v>
                </c:pt>
                <c:pt idx="4068">
                  <c:v>958</c:v>
                </c:pt>
                <c:pt idx="4069">
                  <c:v>382</c:v>
                </c:pt>
                <c:pt idx="4070">
                  <c:v>570</c:v>
                </c:pt>
                <c:pt idx="4071">
                  <c:v>348</c:v>
                </c:pt>
                <c:pt idx="4072">
                  <c:v>353</c:v>
                </c:pt>
                <c:pt idx="4073">
                  <c:v>3120</c:v>
                </c:pt>
                <c:pt idx="4074">
                  <c:v>46</c:v>
                </c:pt>
                <c:pt idx="4075">
                  <c:v>774</c:v>
                </c:pt>
                <c:pt idx="4076">
                  <c:v>54</c:v>
                </c:pt>
                <c:pt idx="4077">
                  <c:v>14221</c:v>
                </c:pt>
                <c:pt idx="4078">
                  <c:v>716</c:v>
                </c:pt>
                <c:pt idx="4079">
                  <c:v>1737</c:v>
                </c:pt>
                <c:pt idx="4080">
                  <c:v>1258</c:v>
                </c:pt>
                <c:pt idx="4081">
                  <c:v>126</c:v>
                </c:pt>
                <c:pt idx="4082">
                  <c:v>139</c:v>
                </c:pt>
                <c:pt idx="4083">
                  <c:v>316</c:v>
                </c:pt>
                <c:pt idx="4084">
                  <c:v>6</c:v>
                </c:pt>
                <c:pt idx="4085">
                  <c:v>208</c:v>
                </c:pt>
                <c:pt idx="4086">
                  <c:v>616</c:v>
                </c:pt>
                <c:pt idx="4087">
                  <c:v>18</c:v>
                </c:pt>
                <c:pt idx="4088">
                  <c:v>148</c:v>
                </c:pt>
                <c:pt idx="4089">
                  <c:v>224</c:v>
                </c:pt>
                <c:pt idx="4090">
                  <c:v>216</c:v>
                </c:pt>
                <c:pt idx="4091">
                  <c:v>122</c:v>
                </c:pt>
                <c:pt idx="4092">
                  <c:v>468</c:v>
                </c:pt>
                <c:pt idx="4093">
                  <c:v>57</c:v>
                </c:pt>
                <c:pt idx="4094">
                  <c:v>19</c:v>
                </c:pt>
                <c:pt idx="4095">
                  <c:v>71</c:v>
                </c:pt>
                <c:pt idx="4096">
                  <c:v>215</c:v>
                </c:pt>
                <c:pt idx="4097">
                  <c:v>160</c:v>
                </c:pt>
                <c:pt idx="4098">
                  <c:v>81</c:v>
                </c:pt>
                <c:pt idx="4099">
                  <c:v>444</c:v>
                </c:pt>
                <c:pt idx="4100">
                  <c:v>122</c:v>
                </c:pt>
                <c:pt idx="4101">
                  <c:v>1433</c:v>
                </c:pt>
                <c:pt idx="4102">
                  <c:v>5571</c:v>
                </c:pt>
                <c:pt idx="4103">
                  <c:v>1082</c:v>
                </c:pt>
                <c:pt idx="4104">
                  <c:v>1232</c:v>
                </c:pt>
                <c:pt idx="4105">
                  <c:v>295</c:v>
                </c:pt>
                <c:pt idx="4106">
                  <c:v>267</c:v>
                </c:pt>
                <c:pt idx="4107">
                  <c:v>269</c:v>
                </c:pt>
                <c:pt idx="4108">
                  <c:v>95</c:v>
                </c:pt>
                <c:pt idx="4109">
                  <c:v>6732</c:v>
                </c:pt>
                <c:pt idx="4110">
                  <c:v>195</c:v>
                </c:pt>
                <c:pt idx="4111">
                  <c:v>73</c:v>
                </c:pt>
                <c:pt idx="4112">
                  <c:v>1312</c:v>
                </c:pt>
                <c:pt idx="4113">
                  <c:v>29</c:v>
                </c:pt>
                <c:pt idx="4114">
                  <c:v>37</c:v>
                </c:pt>
                <c:pt idx="4115">
                  <c:v>42</c:v>
                </c:pt>
                <c:pt idx="4116">
                  <c:v>22</c:v>
                </c:pt>
                <c:pt idx="4117">
                  <c:v>1972</c:v>
                </c:pt>
                <c:pt idx="4118">
                  <c:v>608</c:v>
                </c:pt>
                <c:pt idx="4119">
                  <c:v>366</c:v>
                </c:pt>
                <c:pt idx="4120">
                  <c:v>36</c:v>
                </c:pt>
                <c:pt idx="4121">
                  <c:v>108</c:v>
                </c:pt>
                <c:pt idx="4122">
                  <c:v>60</c:v>
                </c:pt>
                <c:pt idx="4123">
                  <c:v>366</c:v>
                </c:pt>
                <c:pt idx="4124">
                  <c:v>5530</c:v>
                </c:pt>
                <c:pt idx="4125">
                  <c:v>212</c:v>
                </c:pt>
                <c:pt idx="4126">
                  <c:v>35</c:v>
                </c:pt>
                <c:pt idx="4127">
                  <c:v>948</c:v>
                </c:pt>
                <c:pt idx="4128">
                  <c:v>2378</c:v>
                </c:pt>
                <c:pt idx="4129">
                  <c:v>635</c:v>
                </c:pt>
                <c:pt idx="4130">
                  <c:v>93</c:v>
                </c:pt>
                <c:pt idx="4131">
                  <c:v>154</c:v>
                </c:pt>
                <c:pt idx="4132">
                  <c:v>29</c:v>
                </c:pt>
                <c:pt idx="4133">
                  <c:v>90</c:v>
                </c:pt>
                <c:pt idx="4134">
                  <c:v>170</c:v>
                </c:pt>
                <c:pt idx="4135">
                  <c:v>832</c:v>
                </c:pt>
                <c:pt idx="4136">
                  <c:v>1329</c:v>
                </c:pt>
                <c:pt idx="4137">
                  <c:v>250</c:v>
                </c:pt>
                <c:pt idx="4138">
                  <c:v>376</c:v>
                </c:pt>
                <c:pt idx="4139">
                  <c:v>200</c:v>
                </c:pt>
                <c:pt idx="4140">
                  <c:v>418</c:v>
                </c:pt>
                <c:pt idx="4141">
                  <c:v>1033</c:v>
                </c:pt>
                <c:pt idx="4142">
                  <c:v>1538</c:v>
                </c:pt>
                <c:pt idx="4143">
                  <c:v>549</c:v>
                </c:pt>
                <c:pt idx="4144">
                  <c:v>170</c:v>
                </c:pt>
                <c:pt idx="4146">
                  <c:v>100</c:v>
                </c:pt>
                <c:pt idx="4147">
                  <c:v>1231</c:v>
                </c:pt>
                <c:pt idx="4148">
                  <c:v>418</c:v>
                </c:pt>
                <c:pt idx="4149">
                  <c:v>422</c:v>
                </c:pt>
                <c:pt idx="4150">
                  <c:v>229</c:v>
                </c:pt>
                <c:pt idx="4151">
                  <c:v>3074</c:v>
                </c:pt>
                <c:pt idx="4152">
                  <c:v>332</c:v>
                </c:pt>
                <c:pt idx="4153">
                  <c:v>362</c:v>
                </c:pt>
                <c:pt idx="4154">
                  <c:v>43</c:v>
                </c:pt>
                <c:pt idx="4155">
                  <c:v>1750</c:v>
                </c:pt>
                <c:pt idx="4156">
                  <c:v>92</c:v>
                </c:pt>
                <c:pt idx="4157">
                  <c:v>102</c:v>
                </c:pt>
                <c:pt idx="4158">
                  <c:v>30</c:v>
                </c:pt>
                <c:pt idx="4159">
                  <c:v>155</c:v>
                </c:pt>
                <c:pt idx="4160">
                  <c:v>23</c:v>
                </c:pt>
                <c:pt idx="4161">
                  <c:v>1727</c:v>
                </c:pt>
                <c:pt idx="4162">
                  <c:v>6647</c:v>
                </c:pt>
                <c:pt idx="4163">
                  <c:v>121</c:v>
                </c:pt>
                <c:pt idx="4164">
                  <c:v>207</c:v>
                </c:pt>
                <c:pt idx="4165">
                  <c:v>17</c:v>
                </c:pt>
                <c:pt idx="4166">
                  <c:v>7453</c:v>
                </c:pt>
                <c:pt idx="4167">
                  <c:v>118</c:v>
                </c:pt>
                <c:pt idx="4168">
                  <c:v>466</c:v>
                </c:pt>
                <c:pt idx="4169">
                  <c:v>865</c:v>
                </c:pt>
                <c:pt idx="4170">
                  <c:v>3073</c:v>
                </c:pt>
                <c:pt idx="4171">
                  <c:v>17</c:v>
                </c:pt>
                <c:pt idx="4172">
                  <c:v>1036</c:v>
                </c:pt>
                <c:pt idx="4173">
                  <c:v>883</c:v>
                </c:pt>
                <c:pt idx="4174">
                  <c:v>273</c:v>
                </c:pt>
                <c:pt idx="4175">
                  <c:v>483</c:v>
                </c:pt>
                <c:pt idx="4176">
                  <c:v>543</c:v>
                </c:pt>
                <c:pt idx="4177">
                  <c:v>196</c:v>
                </c:pt>
                <c:pt idx="4178">
                  <c:v>1111</c:v>
                </c:pt>
                <c:pt idx="4179">
                  <c:v>17</c:v>
                </c:pt>
                <c:pt idx="4180">
                  <c:v>38</c:v>
                </c:pt>
                <c:pt idx="4181">
                  <c:v>1116</c:v>
                </c:pt>
                <c:pt idx="4182">
                  <c:v>261</c:v>
                </c:pt>
                <c:pt idx="4183">
                  <c:v>48</c:v>
                </c:pt>
                <c:pt idx="4184">
                  <c:v>22</c:v>
                </c:pt>
                <c:pt idx="4185">
                  <c:v>18</c:v>
                </c:pt>
                <c:pt idx="4186">
                  <c:v>158</c:v>
                </c:pt>
                <c:pt idx="4187">
                  <c:v>398</c:v>
                </c:pt>
                <c:pt idx="4188">
                  <c:v>217</c:v>
                </c:pt>
                <c:pt idx="4189">
                  <c:v>880</c:v>
                </c:pt>
                <c:pt idx="4190">
                  <c:v>704</c:v>
                </c:pt>
                <c:pt idx="4191">
                  <c:v>1968</c:v>
                </c:pt>
                <c:pt idx="4192">
                  <c:v>1235</c:v>
                </c:pt>
                <c:pt idx="4193">
                  <c:v>182</c:v>
                </c:pt>
                <c:pt idx="4194">
                  <c:v>213</c:v>
                </c:pt>
                <c:pt idx="4195">
                  <c:v>1087</c:v>
                </c:pt>
                <c:pt idx="4196">
                  <c:v>29</c:v>
                </c:pt>
                <c:pt idx="4197">
                  <c:v>145</c:v>
                </c:pt>
                <c:pt idx="4198">
                  <c:v>148</c:v>
                </c:pt>
                <c:pt idx="4199">
                  <c:v>731</c:v>
                </c:pt>
                <c:pt idx="4200">
                  <c:v>33</c:v>
                </c:pt>
                <c:pt idx="4202">
                  <c:v>349</c:v>
                </c:pt>
                <c:pt idx="4203">
                  <c:v>111</c:v>
                </c:pt>
                <c:pt idx="4204">
                  <c:v>47</c:v>
                </c:pt>
                <c:pt idx="4205">
                  <c:v>375</c:v>
                </c:pt>
                <c:pt idx="4206">
                  <c:v>859</c:v>
                </c:pt>
                <c:pt idx="4207">
                  <c:v>521</c:v>
                </c:pt>
                <c:pt idx="4208">
                  <c:v>1036</c:v>
                </c:pt>
                <c:pt idx="4210">
                  <c:v>404</c:v>
                </c:pt>
                <c:pt idx="4211">
                  <c:v>299</c:v>
                </c:pt>
                <c:pt idx="4212">
                  <c:v>57</c:v>
                </c:pt>
                <c:pt idx="4213">
                  <c:v>44</c:v>
                </c:pt>
                <c:pt idx="4214">
                  <c:v>653</c:v>
                </c:pt>
                <c:pt idx="4216">
                  <c:v>166</c:v>
                </c:pt>
                <c:pt idx="4217">
                  <c:v>104</c:v>
                </c:pt>
                <c:pt idx="4218">
                  <c:v>21</c:v>
                </c:pt>
                <c:pt idx="4219">
                  <c:v>729</c:v>
                </c:pt>
                <c:pt idx="4220">
                  <c:v>26</c:v>
                </c:pt>
                <c:pt idx="4221">
                  <c:v>1543</c:v>
                </c:pt>
                <c:pt idx="4222">
                  <c:v>2233</c:v>
                </c:pt>
                <c:pt idx="4223">
                  <c:v>343</c:v>
                </c:pt>
                <c:pt idx="4224">
                  <c:v>734</c:v>
                </c:pt>
                <c:pt idx="4225">
                  <c:v>33</c:v>
                </c:pt>
                <c:pt idx="4227">
                  <c:v>43</c:v>
                </c:pt>
                <c:pt idx="4228">
                  <c:v>479</c:v>
                </c:pt>
                <c:pt idx="4229">
                  <c:v>59</c:v>
                </c:pt>
                <c:pt idx="4230">
                  <c:v>189</c:v>
                </c:pt>
                <c:pt idx="4231">
                  <c:v>183</c:v>
                </c:pt>
                <c:pt idx="4232">
                  <c:v>987</c:v>
                </c:pt>
                <c:pt idx="4233">
                  <c:v>193</c:v>
                </c:pt>
                <c:pt idx="4235">
                  <c:v>54</c:v>
                </c:pt>
                <c:pt idx="4236">
                  <c:v>48</c:v>
                </c:pt>
                <c:pt idx="4237">
                  <c:v>43</c:v>
                </c:pt>
                <c:pt idx="4238">
                  <c:v>201</c:v>
                </c:pt>
                <c:pt idx="4239">
                  <c:v>366</c:v>
                </c:pt>
                <c:pt idx="4240">
                  <c:v>1536</c:v>
                </c:pt>
                <c:pt idx="4241">
                  <c:v>25</c:v>
                </c:pt>
                <c:pt idx="4242">
                  <c:v>1513</c:v>
                </c:pt>
                <c:pt idx="4243">
                  <c:v>145</c:v>
                </c:pt>
                <c:pt idx="4244">
                  <c:v>264</c:v>
                </c:pt>
                <c:pt idx="4245">
                  <c:v>12</c:v>
                </c:pt>
                <c:pt idx="4246">
                  <c:v>291</c:v>
                </c:pt>
                <c:pt idx="4247">
                  <c:v>61</c:v>
                </c:pt>
                <c:pt idx="4248">
                  <c:v>1387</c:v>
                </c:pt>
                <c:pt idx="4249">
                  <c:v>137</c:v>
                </c:pt>
                <c:pt idx="4250">
                  <c:v>234</c:v>
                </c:pt>
                <c:pt idx="4251">
                  <c:v>491</c:v>
                </c:pt>
                <c:pt idx="4252">
                  <c:v>182</c:v>
                </c:pt>
                <c:pt idx="4253">
                  <c:v>451</c:v>
                </c:pt>
                <c:pt idx="4254">
                  <c:v>107</c:v>
                </c:pt>
                <c:pt idx="4255">
                  <c:v>64</c:v>
                </c:pt>
                <c:pt idx="4256">
                  <c:v>126</c:v>
                </c:pt>
                <c:pt idx="4257">
                  <c:v>58</c:v>
                </c:pt>
                <c:pt idx="4258">
                  <c:v>14</c:v>
                </c:pt>
                <c:pt idx="4259">
                  <c:v>999</c:v>
                </c:pt>
                <c:pt idx="4260">
                  <c:v>184</c:v>
                </c:pt>
                <c:pt idx="4261">
                  <c:v>1189</c:v>
                </c:pt>
                <c:pt idx="4262">
                  <c:v>170</c:v>
                </c:pt>
                <c:pt idx="4263">
                  <c:v>294</c:v>
                </c:pt>
                <c:pt idx="4264">
                  <c:v>750</c:v>
                </c:pt>
                <c:pt idx="4267">
                  <c:v>71</c:v>
                </c:pt>
                <c:pt idx="4268">
                  <c:v>451</c:v>
                </c:pt>
                <c:pt idx="4269">
                  <c:v>172</c:v>
                </c:pt>
                <c:pt idx="4270">
                  <c:v>45</c:v>
                </c:pt>
                <c:pt idx="4271">
                  <c:v>8</c:v>
                </c:pt>
                <c:pt idx="4272">
                  <c:v>68</c:v>
                </c:pt>
                <c:pt idx="4273">
                  <c:v>140</c:v>
                </c:pt>
                <c:pt idx="4274">
                  <c:v>158</c:v>
                </c:pt>
                <c:pt idx="4275">
                  <c:v>1047</c:v>
                </c:pt>
                <c:pt idx="4276">
                  <c:v>195</c:v>
                </c:pt>
                <c:pt idx="4277">
                  <c:v>62</c:v>
                </c:pt>
                <c:pt idx="4278">
                  <c:v>52</c:v>
                </c:pt>
                <c:pt idx="4279">
                  <c:v>300</c:v>
                </c:pt>
                <c:pt idx="4280">
                  <c:v>52</c:v>
                </c:pt>
                <c:pt idx="4281">
                  <c:v>190</c:v>
                </c:pt>
                <c:pt idx="4282">
                  <c:v>398</c:v>
                </c:pt>
                <c:pt idx="4283">
                  <c:v>73</c:v>
                </c:pt>
                <c:pt idx="4284">
                  <c:v>270</c:v>
                </c:pt>
                <c:pt idx="4285">
                  <c:v>118</c:v>
                </c:pt>
                <c:pt idx="4286">
                  <c:v>547</c:v>
                </c:pt>
                <c:pt idx="4287">
                  <c:v>1123</c:v>
                </c:pt>
                <c:pt idx="4288">
                  <c:v>16</c:v>
                </c:pt>
                <c:pt idx="4289">
                  <c:v>16425</c:v>
                </c:pt>
                <c:pt idx="4290">
                  <c:v>28978</c:v>
                </c:pt>
                <c:pt idx="4291">
                  <c:v>3409</c:v>
                </c:pt>
                <c:pt idx="4293">
                  <c:v>54105</c:v>
                </c:pt>
                <c:pt idx="4294">
                  <c:v>156603</c:v>
                </c:pt>
                <c:pt idx="4295">
                  <c:v>1972</c:v>
                </c:pt>
                <c:pt idx="4296">
                  <c:v>158487</c:v>
                </c:pt>
                <c:pt idx="4297">
                  <c:v>11322</c:v>
                </c:pt>
                <c:pt idx="4298">
                  <c:v>14911</c:v>
                </c:pt>
                <c:pt idx="4299">
                  <c:v>19689</c:v>
                </c:pt>
                <c:pt idx="4300">
                  <c:v>3984</c:v>
                </c:pt>
                <c:pt idx="4301">
                  <c:v>20080</c:v>
                </c:pt>
                <c:pt idx="4302">
                  <c:v>1184</c:v>
                </c:pt>
                <c:pt idx="4303">
                  <c:v>4796</c:v>
                </c:pt>
                <c:pt idx="4304">
                  <c:v>31330</c:v>
                </c:pt>
                <c:pt idx="4305">
                  <c:v>175412</c:v>
                </c:pt>
                <c:pt idx="4306">
                  <c:v>17218</c:v>
                </c:pt>
                <c:pt idx="4307">
                  <c:v>96418</c:v>
                </c:pt>
                <c:pt idx="4308">
                  <c:v>1113</c:v>
                </c:pt>
                <c:pt idx="4309">
                  <c:v>2062</c:v>
                </c:pt>
                <c:pt idx="4310">
                  <c:v>102321</c:v>
                </c:pt>
                <c:pt idx="4311">
                  <c:v>498447</c:v>
                </c:pt>
                <c:pt idx="4312">
                  <c:v>10414</c:v>
                </c:pt>
                <c:pt idx="4313">
                  <c:v>1991</c:v>
                </c:pt>
                <c:pt idx="4314">
                  <c:v>1440</c:v>
                </c:pt>
                <c:pt idx="4315">
                  <c:v>4932</c:v>
                </c:pt>
                <c:pt idx="4316">
                  <c:v>618</c:v>
                </c:pt>
                <c:pt idx="4317">
                  <c:v>38964</c:v>
                </c:pt>
                <c:pt idx="4318">
                  <c:v>43068</c:v>
                </c:pt>
                <c:pt idx="4319">
                  <c:v>10714</c:v>
                </c:pt>
                <c:pt idx="4320">
                  <c:v>4711</c:v>
                </c:pt>
                <c:pt idx="4321">
                  <c:v>416738</c:v>
                </c:pt>
                <c:pt idx="4322">
                  <c:v>2233</c:v>
                </c:pt>
                <c:pt idx="4323">
                  <c:v>17101</c:v>
                </c:pt>
                <c:pt idx="4324">
                  <c:v>3861</c:v>
                </c:pt>
                <c:pt idx="4325">
                  <c:v>2468</c:v>
                </c:pt>
                <c:pt idx="4326">
                  <c:v>56650</c:v>
                </c:pt>
                <c:pt idx="4327">
                  <c:v>10739</c:v>
                </c:pt>
                <c:pt idx="4328">
                  <c:v>973</c:v>
                </c:pt>
                <c:pt idx="4329">
                  <c:v>100787</c:v>
                </c:pt>
                <c:pt idx="4330">
                  <c:v>255356</c:v>
                </c:pt>
                <c:pt idx="4331">
                  <c:v>28669</c:v>
                </c:pt>
                <c:pt idx="4332">
                  <c:v>74955</c:v>
                </c:pt>
                <c:pt idx="4333">
                  <c:v>1103</c:v>
                </c:pt>
                <c:pt idx="4334">
                  <c:v>958</c:v>
                </c:pt>
                <c:pt idx="4335">
                  <c:v>77782</c:v>
                </c:pt>
                <c:pt idx="4336">
                  <c:v>100575</c:v>
                </c:pt>
                <c:pt idx="4337">
                  <c:v>7192</c:v>
                </c:pt>
                <c:pt idx="4338">
                  <c:v>57549</c:v>
                </c:pt>
                <c:pt idx="4339">
                  <c:v>18057</c:v>
                </c:pt>
                <c:pt idx="4340">
                  <c:v>14449</c:v>
                </c:pt>
                <c:pt idx="4341">
                  <c:v>4761</c:v>
                </c:pt>
                <c:pt idx="4342">
                  <c:v>41393</c:v>
                </c:pt>
                <c:pt idx="4343">
                  <c:v>599</c:v>
                </c:pt>
                <c:pt idx="4344">
                  <c:v>12270</c:v>
                </c:pt>
                <c:pt idx="4345">
                  <c:v>3270</c:v>
                </c:pt>
                <c:pt idx="4346">
                  <c:v>20207</c:v>
                </c:pt>
                <c:pt idx="4347">
                  <c:v>57514</c:v>
                </c:pt>
                <c:pt idx="4348">
                  <c:v>44045</c:v>
                </c:pt>
                <c:pt idx="4349">
                  <c:v>465</c:v>
                </c:pt>
                <c:pt idx="4350">
                  <c:v>1432</c:v>
                </c:pt>
                <c:pt idx="4351">
                  <c:v>1496</c:v>
                </c:pt>
                <c:pt idx="4352">
                  <c:v>7434</c:v>
                </c:pt>
                <c:pt idx="4353">
                  <c:v>6417</c:v>
                </c:pt>
                <c:pt idx="4354">
                  <c:v>5792</c:v>
                </c:pt>
                <c:pt idx="4355">
                  <c:v>1768</c:v>
                </c:pt>
                <c:pt idx="4356">
                  <c:v>1189</c:v>
                </c:pt>
                <c:pt idx="4357">
                  <c:v>30235</c:v>
                </c:pt>
                <c:pt idx="4358">
                  <c:v>1196</c:v>
                </c:pt>
                <c:pt idx="4359">
                  <c:v>101975</c:v>
                </c:pt>
                <c:pt idx="4360">
                  <c:v>113483</c:v>
                </c:pt>
                <c:pt idx="4361">
                  <c:v>4049</c:v>
                </c:pt>
                <c:pt idx="4362">
                  <c:v>57606</c:v>
                </c:pt>
                <c:pt idx="4363">
                  <c:v>18548</c:v>
                </c:pt>
                <c:pt idx="4364">
                  <c:v>49182</c:v>
                </c:pt>
                <c:pt idx="4365">
                  <c:v>19029</c:v>
                </c:pt>
                <c:pt idx="4366">
                  <c:v>50140</c:v>
                </c:pt>
                <c:pt idx="4367">
                  <c:v>8</c:v>
                </c:pt>
                <c:pt idx="4368">
                  <c:v>22107</c:v>
                </c:pt>
                <c:pt idx="4369">
                  <c:v>6663</c:v>
                </c:pt>
                <c:pt idx="4370">
                  <c:v>2122</c:v>
                </c:pt>
                <c:pt idx="4371">
                  <c:v>4358</c:v>
                </c:pt>
                <c:pt idx="4372">
                  <c:v>603</c:v>
                </c:pt>
                <c:pt idx="4374">
                  <c:v>26781</c:v>
                </c:pt>
                <c:pt idx="4375">
                  <c:v>44573</c:v>
                </c:pt>
                <c:pt idx="4376">
                  <c:v>45810</c:v>
                </c:pt>
                <c:pt idx="4377">
                  <c:v>13553</c:v>
                </c:pt>
                <c:pt idx="4378">
                  <c:v>9428</c:v>
                </c:pt>
                <c:pt idx="4379">
                  <c:v>15137</c:v>
                </c:pt>
                <c:pt idx="4380">
                  <c:v>717</c:v>
                </c:pt>
                <c:pt idx="4381">
                  <c:v>176</c:v>
                </c:pt>
                <c:pt idx="4382">
                  <c:v>71036</c:v>
                </c:pt>
                <c:pt idx="4383">
                  <c:v>40888</c:v>
                </c:pt>
                <c:pt idx="4384">
                  <c:v>960</c:v>
                </c:pt>
                <c:pt idx="4385">
                  <c:v>4416</c:v>
                </c:pt>
                <c:pt idx="4386">
                  <c:v>15894</c:v>
                </c:pt>
                <c:pt idx="4387">
                  <c:v>19706</c:v>
                </c:pt>
                <c:pt idx="4388">
                  <c:v>41253</c:v>
                </c:pt>
                <c:pt idx="4389">
                  <c:v>3722</c:v>
                </c:pt>
                <c:pt idx="4390">
                  <c:v>166882</c:v>
                </c:pt>
                <c:pt idx="4391">
                  <c:v>276</c:v>
                </c:pt>
                <c:pt idx="4392">
                  <c:v>7269</c:v>
                </c:pt>
                <c:pt idx="4393">
                  <c:v>16927</c:v>
                </c:pt>
                <c:pt idx="4394">
                  <c:v>22858</c:v>
                </c:pt>
                <c:pt idx="4395">
                  <c:v>14040</c:v>
                </c:pt>
                <c:pt idx="4396">
                  <c:v>3709</c:v>
                </c:pt>
                <c:pt idx="4397">
                  <c:v>44074</c:v>
                </c:pt>
                <c:pt idx="4398">
                  <c:v>26732</c:v>
                </c:pt>
                <c:pt idx="4399">
                  <c:v>36803</c:v>
                </c:pt>
                <c:pt idx="4400">
                  <c:v>8270</c:v>
                </c:pt>
                <c:pt idx="4401">
                  <c:v>9500</c:v>
                </c:pt>
                <c:pt idx="4402">
                  <c:v>209</c:v>
                </c:pt>
                <c:pt idx="4403">
                  <c:v>41782</c:v>
                </c:pt>
                <c:pt idx="4404">
                  <c:v>19</c:v>
                </c:pt>
                <c:pt idx="4405">
                  <c:v>8367</c:v>
                </c:pt>
                <c:pt idx="4408">
                  <c:v>6986</c:v>
                </c:pt>
                <c:pt idx="4409">
                  <c:v>3850</c:v>
                </c:pt>
                <c:pt idx="4410">
                  <c:v>6028</c:v>
                </c:pt>
                <c:pt idx="4411">
                  <c:v>57689</c:v>
                </c:pt>
                <c:pt idx="4412">
                  <c:v>12745</c:v>
                </c:pt>
                <c:pt idx="4413">
                  <c:v>13095</c:v>
                </c:pt>
                <c:pt idx="4414">
                  <c:v>500</c:v>
                </c:pt>
                <c:pt idx="4415">
                  <c:v>1492</c:v>
                </c:pt>
                <c:pt idx="4416">
                  <c:v>5224</c:v>
                </c:pt>
                <c:pt idx="4417">
                  <c:v>4081</c:v>
                </c:pt>
                <c:pt idx="4418">
                  <c:v>782</c:v>
                </c:pt>
                <c:pt idx="4419">
                  <c:v>8278</c:v>
                </c:pt>
                <c:pt idx="4420">
                  <c:v>20300</c:v>
                </c:pt>
                <c:pt idx="4421">
                  <c:v>3383</c:v>
                </c:pt>
                <c:pt idx="4422">
                  <c:v>7313</c:v>
                </c:pt>
                <c:pt idx="4423">
                  <c:v>10906</c:v>
                </c:pt>
                <c:pt idx="4424">
                  <c:v>257</c:v>
                </c:pt>
                <c:pt idx="4425">
                  <c:v>13913</c:v>
                </c:pt>
                <c:pt idx="4426">
                  <c:v>70886</c:v>
                </c:pt>
                <c:pt idx="4427">
                  <c:v>21328</c:v>
                </c:pt>
                <c:pt idx="4428">
                  <c:v>64</c:v>
                </c:pt>
                <c:pt idx="4429">
                  <c:v>1503</c:v>
                </c:pt>
                <c:pt idx="4430">
                  <c:v>3090</c:v>
                </c:pt>
                <c:pt idx="4431">
                  <c:v>16320</c:v>
                </c:pt>
                <c:pt idx="4432">
                  <c:v>9</c:v>
                </c:pt>
                <c:pt idx="4433">
                  <c:v>557</c:v>
                </c:pt>
                <c:pt idx="4434">
                  <c:v>14714</c:v>
                </c:pt>
                <c:pt idx="4435">
                  <c:v>12339</c:v>
                </c:pt>
                <c:pt idx="4436">
                  <c:v>18446</c:v>
                </c:pt>
                <c:pt idx="4437">
                  <c:v>14887</c:v>
                </c:pt>
                <c:pt idx="4438">
                  <c:v>8881</c:v>
                </c:pt>
                <c:pt idx="4439">
                  <c:v>2486</c:v>
                </c:pt>
                <c:pt idx="4440">
                  <c:v>21511</c:v>
                </c:pt>
                <c:pt idx="4441">
                  <c:v>8041</c:v>
                </c:pt>
                <c:pt idx="4442">
                  <c:v>630</c:v>
                </c:pt>
                <c:pt idx="4443">
                  <c:v>12148</c:v>
                </c:pt>
                <c:pt idx="4444">
                  <c:v>29019</c:v>
                </c:pt>
                <c:pt idx="4445">
                  <c:v>26127</c:v>
                </c:pt>
                <c:pt idx="4446">
                  <c:v>71915</c:v>
                </c:pt>
                <c:pt idx="4447">
                  <c:v>3597</c:v>
                </c:pt>
                <c:pt idx="4448">
                  <c:v>15125</c:v>
                </c:pt>
                <c:pt idx="4449">
                  <c:v>23939</c:v>
                </c:pt>
                <c:pt idx="4450">
                  <c:v>2973</c:v>
                </c:pt>
                <c:pt idx="4451">
                  <c:v>148</c:v>
                </c:pt>
                <c:pt idx="4452">
                  <c:v>41508</c:v>
                </c:pt>
                <c:pt idx="4453">
                  <c:v>1729</c:v>
                </c:pt>
                <c:pt idx="4454">
                  <c:v>14421</c:v>
                </c:pt>
                <c:pt idx="4455">
                  <c:v>3878</c:v>
                </c:pt>
                <c:pt idx="4456">
                  <c:v>15134</c:v>
                </c:pt>
                <c:pt idx="4457">
                  <c:v>44006</c:v>
                </c:pt>
                <c:pt idx="4458">
                  <c:v>1282</c:v>
                </c:pt>
                <c:pt idx="4459">
                  <c:v>11733</c:v>
                </c:pt>
                <c:pt idx="4460">
                  <c:v>1532</c:v>
                </c:pt>
                <c:pt idx="4461">
                  <c:v>15464</c:v>
                </c:pt>
                <c:pt idx="4462">
                  <c:v>3468</c:v>
                </c:pt>
                <c:pt idx="4463">
                  <c:v>12284</c:v>
                </c:pt>
                <c:pt idx="4464">
                  <c:v>6624</c:v>
                </c:pt>
                <c:pt idx="4465">
                  <c:v>1255</c:v>
                </c:pt>
                <c:pt idx="4466">
                  <c:v>19332</c:v>
                </c:pt>
                <c:pt idx="4467">
                  <c:v>4890</c:v>
                </c:pt>
                <c:pt idx="4468">
                  <c:v>37235</c:v>
                </c:pt>
                <c:pt idx="4469">
                  <c:v>4458</c:v>
                </c:pt>
                <c:pt idx="4470">
                  <c:v>17650</c:v>
                </c:pt>
                <c:pt idx="4471">
                  <c:v>37401</c:v>
                </c:pt>
                <c:pt idx="4472">
                  <c:v>1533</c:v>
                </c:pt>
                <c:pt idx="4473">
                  <c:v>74672</c:v>
                </c:pt>
                <c:pt idx="4474">
                  <c:v>11224</c:v>
                </c:pt>
                <c:pt idx="4476">
                  <c:v>7096</c:v>
                </c:pt>
                <c:pt idx="4477">
                  <c:v>7902</c:v>
                </c:pt>
                <c:pt idx="4478">
                  <c:v>16799</c:v>
                </c:pt>
                <c:pt idx="4479">
                  <c:v>4664</c:v>
                </c:pt>
                <c:pt idx="4480">
                  <c:v>1984</c:v>
                </c:pt>
                <c:pt idx="4481">
                  <c:v>522</c:v>
                </c:pt>
                <c:pt idx="4482">
                  <c:v>16890</c:v>
                </c:pt>
                <c:pt idx="4483">
                  <c:v>1626</c:v>
                </c:pt>
                <c:pt idx="4484">
                  <c:v>276</c:v>
                </c:pt>
                <c:pt idx="4485">
                  <c:v>2908</c:v>
                </c:pt>
                <c:pt idx="4486">
                  <c:v>48521</c:v>
                </c:pt>
                <c:pt idx="4487">
                  <c:v>857</c:v>
                </c:pt>
                <c:pt idx="4488">
                  <c:v>9987</c:v>
                </c:pt>
                <c:pt idx="4489">
                  <c:v>44054</c:v>
                </c:pt>
                <c:pt idx="4490">
                  <c:v>29915</c:v>
                </c:pt>
                <c:pt idx="4491">
                  <c:v>5985</c:v>
                </c:pt>
                <c:pt idx="4492">
                  <c:v>1076</c:v>
                </c:pt>
                <c:pt idx="4493">
                  <c:v>38</c:v>
                </c:pt>
                <c:pt idx="4494">
                  <c:v>13968</c:v>
                </c:pt>
                <c:pt idx="4495">
                  <c:v>24659</c:v>
                </c:pt>
                <c:pt idx="4496">
                  <c:v>16302</c:v>
                </c:pt>
                <c:pt idx="4497">
                  <c:v>2882</c:v>
                </c:pt>
                <c:pt idx="4498">
                  <c:v>24903</c:v>
                </c:pt>
                <c:pt idx="4499">
                  <c:v>2827</c:v>
                </c:pt>
                <c:pt idx="4500">
                  <c:v>5093</c:v>
                </c:pt>
                <c:pt idx="4501">
                  <c:v>23141</c:v>
                </c:pt>
                <c:pt idx="4502">
                  <c:v>133</c:v>
                </c:pt>
                <c:pt idx="4503">
                  <c:v>81</c:v>
                </c:pt>
                <c:pt idx="4504">
                  <c:v>1642</c:v>
                </c:pt>
                <c:pt idx="4505">
                  <c:v>3941</c:v>
                </c:pt>
                <c:pt idx="4506">
                  <c:v>4246</c:v>
                </c:pt>
                <c:pt idx="4507">
                  <c:v>5674</c:v>
                </c:pt>
                <c:pt idx="4508">
                  <c:v>3782</c:v>
                </c:pt>
                <c:pt idx="4509">
                  <c:v>58277</c:v>
                </c:pt>
                <c:pt idx="4510">
                  <c:v>25460</c:v>
                </c:pt>
                <c:pt idx="4511">
                  <c:v>950</c:v>
                </c:pt>
                <c:pt idx="4512">
                  <c:v>4776</c:v>
                </c:pt>
                <c:pt idx="4513">
                  <c:v>3701</c:v>
                </c:pt>
                <c:pt idx="4514">
                  <c:v>982</c:v>
                </c:pt>
                <c:pt idx="4515">
                  <c:v>20828</c:v>
                </c:pt>
                <c:pt idx="4516">
                  <c:v>3761</c:v>
                </c:pt>
                <c:pt idx="4517">
                  <c:v>35760</c:v>
                </c:pt>
                <c:pt idx="4518">
                  <c:v>58190</c:v>
                </c:pt>
                <c:pt idx="4519">
                  <c:v>29604</c:v>
                </c:pt>
                <c:pt idx="4520">
                  <c:v>2735</c:v>
                </c:pt>
                <c:pt idx="4521">
                  <c:v>34661</c:v>
                </c:pt>
                <c:pt idx="4522">
                  <c:v>1618</c:v>
                </c:pt>
                <c:pt idx="4523">
                  <c:v>24003</c:v>
                </c:pt>
                <c:pt idx="4524">
                  <c:v>7958</c:v>
                </c:pt>
                <c:pt idx="4525">
                  <c:v>6612</c:v>
                </c:pt>
                <c:pt idx="4526">
                  <c:v>1828</c:v>
                </c:pt>
                <c:pt idx="4527">
                  <c:v>7021</c:v>
                </c:pt>
                <c:pt idx="4528">
                  <c:v>8124</c:v>
                </c:pt>
                <c:pt idx="4529">
                  <c:v>7328</c:v>
                </c:pt>
                <c:pt idx="4530">
                  <c:v>3355</c:v>
                </c:pt>
                <c:pt idx="4531">
                  <c:v>15032</c:v>
                </c:pt>
                <c:pt idx="4532">
                  <c:v>3447</c:v>
                </c:pt>
                <c:pt idx="4533">
                  <c:v>3863</c:v>
                </c:pt>
                <c:pt idx="4534">
                  <c:v>2575</c:v>
                </c:pt>
                <c:pt idx="4536">
                  <c:v>4647</c:v>
                </c:pt>
                <c:pt idx="4537">
                  <c:v>585</c:v>
                </c:pt>
                <c:pt idx="4538">
                  <c:v>2840</c:v>
                </c:pt>
                <c:pt idx="4539">
                  <c:v>25253</c:v>
                </c:pt>
                <c:pt idx="4540">
                  <c:v>6444</c:v>
                </c:pt>
                <c:pt idx="4541">
                  <c:v>2143</c:v>
                </c:pt>
                <c:pt idx="4542">
                  <c:v>23781</c:v>
                </c:pt>
                <c:pt idx="4543">
                  <c:v>3724</c:v>
                </c:pt>
                <c:pt idx="4544">
                  <c:v>37995</c:v>
                </c:pt>
                <c:pt idx="4545">
                  <c:v>1480</c:v>
                </c:pt>
                <c:pt idx="4546">
                  <c:v>17719</c:v>
                </c:pt>
                <c:pt idx="4547">
                  <c:v>1718</c:v>
                </c:pt>
                <c:pt idx="4548">
                  <c:v>13140</c:v>
                </c:pt>
                <c:pt idx="4549">
                  <c:v>4999</c:v>
                </c:pt>
                <c:pt idx="4550">
                  <c:v>846</c:v>
                </c:pt>
                <c:pt idx="4552">
                  <c:v>1682</c:v>
                </c:pt>
                <c:pt idx="4553">
                  <c:v>6165</c:v>
                </c:pt>
                <c:pt idx="4555">
                  <c:v>3820</c:v>
                </c:pt>
                <c:pt idx="4556">
                  <c:v>3731</c:v>
                </c:pt>
                <c:pt idx="4557">
                  <c:v>3229</c:v>
                </c:pt>
                <c:pt idx="4558">
                  <c:v>3637</c:v>
                </c:pt>
                <c:pt idx="4559">
                  <c:v>150</c:v>
                </c:pt>
                <c:pt idx="4560">
                  <c:v>7558</c:v>
                </c:pt>
                <c:pt idx="4562">
                  <c:v>1897</c:v>
                </c:pt>
                <c:pt idx="4563">
                  <c:v>4209</c:v>
                </c:pt>
                <c:pt idx="4564">
                  <c:v>711</c:v>
                </c:pt>
                <c:pt idx="4565">
                  <c:v>1170</c:v>
                </c:pt>
                <c:pt idx="4566">
                  <c:v>2841</c:v>
                </c:pt>
                <c:pt idx="4567">
                  <c:v>30580</c:v>
                </c:pt>
                <c:pt idx="4568">
                  <c:v>3704</c:v>
                </c:pt>
                <c:pt idx="4569">
                  <c:v>8367</c:v>
                </c:pt>
                <c:pt idx="4570">
                  <c:v>1262</c:v>
                </c:pt>
                <c:pt idx="4571">
                  <c:v>321</c:v>
                </c:pt>
                <c:pt idx="4572">
                  <c:v>1483</c:v>
                </c:pt>
                <c:pt idx="4573">
                  <c:v>1700</c:v>
                </c:pt>
                <c:pt idx="4574">
                  <c:v>2163</c:v>
                </c:pt>
                <c:pt idx="4575">
                  <c:v>10</c:v>
                </c:pt>
                <c:pt idx="4576">
                  <c:v>17429</c:v>
                </c:pt>
                <c:pt idx="4577">
                  <c:v>1712</c:v>
                </c:pt>
                <c:pt idx="4578">
                  <c:v>1864</c:v>
                </c:pt>
                <c:pt idx="4579">
                  <c:v>1572</c:v>
                </c:pt>
                <c:pt idx="4580">
                  <c:v>2125</c:v>
                </c:pt>
                <c:pt idx="4581">
                  <c:v>21558</c:v>
                </c:pt>
                <c:pt idx="4582">
                  <c:v>24712</c:v>
                </c:pt>
                <c:pt idx="4583">
                  <c:v>2019</c:v>
                </c:pt>
                <c:pt idx="4584">
                  <c:v>2181</c:v>
                </c:pt>
                <c:pt idx="4585">
                  <c:v>6432</c:v>
                </c:pt>
                <c:pt idx="4586">
                  <c:v>1612</c:v>
                </c:pt>
                <c:pt idx="4587">
                  <c:v>8176</c:v>
                </c:pt>
                <c:pt idx="4588">
                  <c:v>4274</c:v>
                </c:pt>
                <c:pt idx="4589">
                  <c:v>3634</c:v>
                </c:pt>
                <c:pt idx="4590">
                  <c:v>11401</c:v>
                </c:pt>
                <c:pt idx="4591">
                  <c:v>8127</c:v>
                </c:pt>
                <c:pt idx="4592">
                  <c:v>3436</c:v>
                </c:pt>
                <c:pt idx="4594">
                  <c:v>2296</c:v>
                </c:pt>
                <c:pt idx="4595">
                  <c:v>1349</c:v>
                </c:pt>
                <c:pt idx="4596">
                  <c:v>1964</c:v>
                </c:pt>
                <c:pt idx="4597">
                  <c:v>433</c:v>
                </c:pt>
                <c:pt idx="4598">
                  <c:v>7993</c:v>
                </c:pt>
                <c:pt idx="4599">
                  <c:v>464</c:v>
                </c:pt>
                <c:pt idx="4600">
                  <c:v>2907</c:v>
                </c:pt>
                <c:pt idx="4601">
                  <c:v>4485</c:v>
                </c:pt>
                <c:pt idx="4602">
                  <c:v>14862</c:v>
                </c:pt>
                <c:pt idx="4603">
                  <c:v>1295</c:v>
                </c:pt>
                <c:pt idx="4604">
                  <c:v>1111</c:v>
                </c:pt>
                <c:pt idx="4605">
                  <c:v>24681</c:v>
                </c:pt>
                <c:pt idx="4606">
                  <c:v>11794</c:v>
                </c:pt>
                <c:pt idx="4607">
                  <c:v>9819</c:v>
                </c:pt>
                <c:pt idx="4608">
                  <c:v>4963</c:v>
                </c:pt>
                <c:pt idx="4609">
                  <c:v>24232</c:v>
                </c:pt>
                <c:pt idx="4610">
                  <c:v>4022</c:v>
                </c:pt>
                <c:pt idx="4611">
                  <c:v>23474</c:v>
                </c:pt>
                <c:pt idx="4612">
                  <c:v>2608</c:v>
                </c:pt>
                <c:pt idx="4613">
                  <c:v>2303</c:v>
                </c:pt>
                <c:pt idx="4614">
                  <c:v>1991</c:v>
                </c:pt>
                <c:pt idx="4615">
                  <c:v>482</c:v>
                </c:pt>
                <c:pt idx="4616">
                  <c:v>1622</c:v>
                </c:pt>
                <c:pt idx="4617">
                  <c:v>542</c:v>
                </c:pt>
                <c:pt idx="4618">
                  <c:v>3000</c:v>
                </c:pt>
                <c:pt idx="4619">
                  <c:v>7532</c:v>
                </c:pt>
                <c:pt idx="4620">
                  <c:v>1004</c:v>
                </c:pt>
                <c:pt idx="4621">
                  <c:v>14315</c:v>
                </c:pt>
                <c:pt idx="4622">
                  <c:v>2776</c:v>
                </c:pt>
                <c:pt idx="4623">
                  <c:v>2146</c:v>
                </c:pt>
                <c:pt idx="4624">
                  <c:v>215</c:v>
                </c:pt>
                <c:pt idx="4625">
                  <c:v>3900</c:v>
                </c:pt>
                <c:pt idx="4626">
                  <c:v>3049</c:v>
                </c:pt>
                <c:pt idx="4627">
                  <c:v>2393</c:v>
                </c:pt>
                <c:pt idx="4628">
                  <c:v>7084</c:v>
                </c:pt>
                <c:pt idx="4629">
                  <c:v>1939</c:v>
                </c:pt>
                <c:pt idx="4630">
                  <c:v>4529</c:v>
                </c:pt>
                <c:pt idx="4631">
                  <c:v>9504</c:v>
                </c:pt>
                <c:pt idx="4632">
                  <c:v>2815</c:v>
                </c:pt>
                <c:pt idx="4633">
                  <c:v>1413</c:v>
                </c:pt>
                <c:pt idx="4634">
                  <c:v>1330</c:v>
                </c:pt>
                <c:pt idx="4635">
                  <c:v>7595</c:v>
                </c:pt>
                <c:pt idx="4636">
                  <c:v>2714</c:v>
                </c:pt>
                <c:pt idx="4637">
                  <c:v>1514</c:v>
                </c:pt>
                <c:pt idx="4639">
                  <c:v>2074</c:v>
                </c:pt>
                <c:pt idx="4640">
                  <c:v>66</c:v>
                </c:pt>
                <c:pt idx="4642">
                  <c:v>5396</c:v>
                </c:pt>
                <c:pt idx="4643">
                  <c:v>3954</c:v>
                </c:pt>
                <c:pt idx="4644">
                  <c:v>20838</c:v>
                </c:pt>
                <c:pt idx="4645">
                  <c:v>3916</c:v>
                </c:pt>
                <c:pt idx="4646">
                  <c:v>8223</c:v>
                </c:pt>
                <c:pt idx="4647">
                  <c:v>445</c:v>
                </c:pt>
                <c:pt idx="4648">
                  <c:v>1319</c:v>
                </c:pt>
                <c:pt idx="4649">
                  <c:v>1976</c:v>
                </c:pt>
                <c:pt idx="4650">
                  <c:v>713</c:v>
                </c:pt>
                <c:pt idx="4651">
                  <c:v>2254</c:v>
                </c:pt>
                <c:pt idx="4652">
                  <c:v>671</c:v>
                </c:pt>
                <c:pt idx="4653">
                  <c:v>4248</c:v>
                </c:pt>
                <c:pt idx="4654">
                  <c:v>1371</c:v>
                </c:pt>
                <c:pt idx="4655">
                  <c:v>40788</c:v>
                </c:pt>
                <c:pt idx="4656">
                  <c:v>952</c:v>
                </c:pt>
                <c:pt idx="4657">
                  <c:v>494</c:v>
                </c:pt>
                <c:pt idx="4658">
                  <c:v>497</c:v>
                </c:pt>
                <c:pt idx="4659">
                  <c:v>5307</c:v>
                </c:pt>
                <c:pt idx="4660">
                  <c:v>344</c:v>
                </c:pt>
                <c:pt idx="4661">
                  <c:v>8185</c:v>
                </c:pt>
                <c:pt idx="4662">
                  <c:v>1460</c:v>
                </c:pt>
                <c:pt idx="4663">
                  <c:v>11727</c:v>
                </c:pt>
                <c:pt idx="4664">
                  <c:v>41562</c:v>
                </c:pt>
                <c:pt idx="4665">
                  <c:v>1893</c:v>
                </c:pt>
                <c:pt idx="4666">
                  <c:v>534</c:v>
                </c:pt>
                <c:pt idx="4667">
                  <c:v>2429</c:v>
                </c:pt>
                <c:pt idx="4668">
                  <c:v>463</c:v>
                </c:pt>
                <c:pt idx="4669">
                  <c:v>3688</c:v>
                </c:pt>
                <c:pt idx="4670">
                  <c:v>394</c:v>
                </c:pt>
                <c:pt idx="4671">
                  <c:v>574</c:v>
                </c:pt>
                <c:pt idx="4672">
                  <c:v>1432</c:v>
                </c:pt>
                <c:pt idx="4673">
                  <c:v>60</c:v>
                </c:pt>
                <c:pt idx="4674">
                  <c:v>72</c:v>
                </c:pt>
                <c:pt idx="4676">
                  <c:v>437</c:v>
                </c:pt>
                <c:pt idx="4677">
                  <c:v>7629</c:v>
                </c:pt>
                <c:pt idx="4678">
                  <c:v>2460</c:v>
                </c:pt>
                <c:pt idx="4679">
                  <c:v>1448</c:v>
                </c:pt>
                <c:pt idx="4680">
                  <c:v>4614</c:v>
                </c:pt>
                <c:pt idx="4681">
                  <c:v>1851</c:v>
                </c:pt>
                <c:pt idx="4682">
                  <c:v>2802</c:v>
                </c:pt>
                <c:pt idx="4683">
                  <c:v>4185</c:v>
                </c:pt>
                <c:pt idx="4684">
                  <c:v>2913</c:v>
                </c:pt>
                <c:pt idx="4685">
                  <c:v>325</c:v>
                </c:pt>
                <c:pt idx="4686">
                  <c:v>1540</c:v>
                </c:pt>
                <c:pt idx="4687">
                  <c:v>427</c:v>
                </c:pt>
                <c:pt idx="4688">
                  <c:v>150</c:v>
                </c:pt>
                <c:pt idx="4689">
                  <c:v>3080</c:v>
                </c:pt>
                <c:pt idx="4690">
                  <c:v>5704</c:v>
                </c:pt>
                <c:pt idx="4691">
                  <c:v>593</c:v>
                </c:pt>
                <c:pt idx="4692">
                  <c:v>15536</c:v>
                </c:pt>
                <c:pt idx="4693">
                  <c:v>824</c:v>
                </c:pt>
                <c:pt idx="4694">
                  <c:v>2302</c:v>
                </c:pt>
                <c:pt idx="4695">
                  <c:v>1076</c:v>
                </c:pt>
                <c:pt idx="4696">
                  <c:v>4169</c:v>
                </c:pt>
                <c:pt idx="4697">
                  <c:v>9968</c:v>
                </c:pt>
                <c:pt idx="4698">
                  <c:v>3123</c:v>
                </c:pt>
                <c:pt idx="4699">
                  <c:v>1611</c:v>
                </c:pt>
                <c:pt idx="4700">
                  <c:v>655</c:v>
                </c:pt>
                <c:pt idx="4701">
                  <c:v>1145</c:v>
                </c:pt>
                <c:pt idx="4702">
                  <c:v>691</c:v>
                </c:pt>
                <c:pt idx="4704">
                  <c:v>1016</c:v>
                </c:pt>
                <c:pt idx="4705">
                  <c:v>601</c:v>
                </c:pt>
                <c:pt idx="4706">
                  <c:v>1808</c:v>
                </c:pt>
                <c:pt idx="4707">
                  <c:v>1281</c:v>
                </c:pt>
                <c:pt idx="4708">
                  <c:v>179</c:v>
                </c:pt>
                <c:pt idx="4709">
                  <c:v>1331</c:v>
                </c:pt>
                <c:pt idx="4710">
                  <c:v>556</c:v>
                </c:pt>
                <c:pt idx="4711">
                  <c:v>39620</c:v>
                </c:pt>
                <c:pt idx="4712">
                  <c:v>708</c:v>
                </c:pt>
                <c:pt idx="4713">
                  <c:v>3073</c:v>
                </c:pt>
                <c:pt idx="4714">
                  <c:v>4075</c:v>
                </c:pt>
                <c:pt idx="4715">
                  <c:v>4465</c:v>
                </c:pt>
                <c:pt idx="4716">
                  <c:v>5435</c:v>
                </c:pt>
                <c:pt idx="4717">
                  <c:v>18840</c:v>
                </c:pt>
                <c:pt idx="4718">
                  <c:v>968</c:v>
                </c:pt>
                <c:pt idx="4719">
                  <c:v>459</c:v>
                </c:pt>
                <c:pt idx="4720">
                  <c:v>66</c:v>
                </c:pt>
                <c:pt idx="4721">
                  <c:v>335</c:v>
                </c:pt>
                <c:pt idx="4722">
                  <c:v>2317</c:v>
                </c:pt>
                <c:pt idx="4723">
                  <c:v>10748</c:v>
                </c:pt>
                <c:pt idx="4724">
                  <c:v>620</c:v>
                </c:pt>
                <c:pt idx="4725">
                  <c:v>4205</c:v>
                </c:pt>
                <c:pt idx="4726">
                  <c:v>6162</c:v>
                </c:pt>
                <c:pt idx="4727">
                  <c:v>1903</c:v>
                </c:pt>
                <c:pt idx="4728">
                  <c:v>354</c:v>
                </c:pt>
                <c:pt idx="4729">
                  <c:v>3181</c:v>
                </c:pt>
                <c:pt idx="4730">
                  <c:v>4180</c:v>
                </c:pt>
                <c:pt idx="4731">
                  <c:v>9792</c:v>
                </c:pt>
                <c:pt idx="4732">
                  <c:v>2609</c:v>
                </c:pt>
                <c:pt idx="4733">
                  <c:v>7726</c:v>
                </c:pt>
                <c:pt idx="4734">
                  <c:v>1354</c:v>
                </c:pt>
                <c:pt idx="4735">
                  <c:v>900</c:v>
                </c:pt>
                <c:pt idx="4736">
                  <c:v>5708</c:v>
                </c:pt>
                <c:pt idx="4737">
                  <c:v>54</c:v>
                </c:pt>
                <c:pt idx="4738">
                  <c:v>631</c:v>
                </c:pt>
                <c:pt idx="4739">
                  <c:v>1240</c:v>
                </c:pt>
                <c:pt idx="4740">
                  <c:v>5516</c:v>
                </c:pt>
                <c:pt idx="4741">
                  <c:v>28</c:v>
                </c:pt>
                <c:pt idx="4742">
                  <c:v>1087</c:v>
                </c:pt>
                <c:pt idx="4743">
                  <c:v>1380</c:v>
                </c:pt>
                <c:pt idx="4744">
                  <c:v>2729</c:v>
                </c:pt>
                <c:pt idx="4745">
                  <c:v>1215</c:v>
                </c:pt>
                <c:pt idx="4746">
                  <c:v>4093</c:v>
                </c:pt>
                <c:pt idx="4747">
                  <c:v>436</c:v>
                </c:pt>
                <c:pt idx="4748">
                  <c:v>729</c:v>
                </c:pt>
                <c:pt idx="4749">
                  <c:v>2702</c:v>
                </c:pt>
                <c:pt idx="4750">
                  <c:v>6699</c:v>
                </c:pt>
                <c:pt idx="4751">
                  <c:v>8569</c:v>
                </c:pt>
                <c:pt idx="4752">
                  <c:v>94</c:v>
                </c:pt>
                <c:pt idx="4753">
                  <c:v>551</c:v>
                </c:pt>
                <c:pt idx="4754">
                  <c:v>8276</c:v>
                </c:pt>
                <c:pt idx="4755">
                  <c:v>532</c:v>
                </c:pt>
                <c:pt idx="4756">
                  <c:v>2534</c:v>
                </c:pt>
                <c:pt idx="4757">
                  <c:v>1789</c:v>
                </c:pt>
                <c:pt idx="4758">
                  <c:v>4170</c:v>
                </c:pt>
                <c:pt idx="4759">
                  <c:v>4057</c:v>
                </c:pt>
                <c:pt idx="4760">
                  <c:v>791</c:v>
                </c:pt>
                <c:pt idx="4761">
                  <c:v>1383</c:v>
                </c:pt>
                <c:pt idx="4762">
                  <c:v>836</c:v>
                </c:pt>
                <c:pt idx="4763">
                  <c:v>788</c:v>
                </c:pt>
                <c:pt idx="4764">
                  <c:v>144</c:v>
                </c:pt>
                <c:pt idx="4765">
                  <c:v>228</c:v>
                </c:pt>
                <c:pt idx="4766">
                  <c:v>1295</c:v>
                </c:pt>
                <c:pt idx="4767">
                  <c:v>75199</c:v>
                </c:pt>
                <c:pt idx="4768">
                  <c:v>1287</c:v>
                </c:pt>
                <c:pt idx="4769">
                  <c:v>4907</c:v>
                </c:pt>
                <c:pt idx="4770">
                  <c:v>688</c:v>
                </c:pt>
                <c:pt idx="4771">
                  <c:v>404</c:v>
                </c:pt>
                <c:pt idx="4772">
                  <c:v>109</c:v>
                </c:pt>
                <c:pt idx="4773">
                  <c:v>7</c:v>
                </c:pt>
                <c:pt idx="4774">
                  <c:v>1413</c:v>
                </c:pt>
                <c:pt idx="4775">
                  <c:v>385</c:v>
                </c:pt>
                <c:pt idx="4776">
                  <c:v>18</c:v>
                </c:pt>
                <c:pt idx="4777">
                  <c:v>1183</c:v>
                </c:pt>
                <c:pt idx="4778">
                  <c:v>394</c:v>
                </c:pt>
                <c:pt idx="4779">
                  <c:v>906</c:v>
                </c:pt>
                <c:pt idx="4780">
                  <c:v>1032</c:v>
                </c:pt>
                <c:pt idx="4781">
                  <c:v>888</c:v>
                </c:pt>
                <c:pt idx="4782">
                  <c:v>2023</c:v>
                </c:pt>
                <c:pt idx="4783">
                  <c:v>350</c:v>
                </c:pt>
                <c:pt idx="4784">
                  <c:v>443</c:v>
                </c:pt>
                <c:pt idx="4785">
                  <c:v>232</c:v>
                </c:pt>
                <c:pt idx="4786">
                  <c:v>2152</c:v>
                </c:pt>
                <c:pt idx="4787">
                  <c:v>157</c:v>
                </c:pt>
                <c:pt idx="4788">
                  <c:v>1541</c:v>
                </c:pt>
                <c:pt idx="4789">
                  <c:v>11715</c:v>
                </c:pt>
                <c:pt idx="4790">
                  <c:v>311</c:v>
                </c:pt>
                <c:pt idx="4791">
                  <c:v>1362</c:v>
                </c:pt>
                <c:pt idx="4792">
                  <c:v>335</c:v>
                </c:pt>
                <c:pt idx="4793">
                  <c:v>368</c:v>
                </c:pt>
                <c:pt idx="4794">
                  <c:v>704</c:v>
                </c:pt>
                <c:pt idx="4795">
                  <c:v>478</c:v>
                </c:pt>
                <c:pt idx="4796">
                  <c:v>4027</c:v>
                </c:pt>
                <c:pt idx="4797">
                  <c:v>1480</c:v>
                </c:pt>
                <c:pt idx="4798">
                  <c:v>1302</c:v>
                </c:pt>
                <c:pt idx="4799">
                  <c:v>65</c:v>
                </c:pt>
                <c:pt idx="4800">
                  <c:v>1150</c:v>
                </c:pt>
                <c:pt idx="4801">
                  <c:v>14590</c:v>
                </c:pt>
                <c:pt idx="4802">
                  <c:v>307</c:v>
                </c:pt>
                <c:pt idx="4803">
                  <c:v>1766</c:v>
                </c:pt>
                <c:pt idx="4804">
                  <c:v>2079</c:v>
                </c:pt>
                <c:pt idx="4805">
                  <c:v>777</c:v>
                </c:pt>
                <c:pt idx="4806">
                  <c:v>2759</c:v>
                </c:pt>
                <c:pt idx="4807">
                  <c:v>609</c:v>
                </c:pt>
                <c:pt idx="4808">
                  <c:v>687</c:v>
                </c:pt>
                <c:pt idx="4809">
                  <c:v>826</c:v>
                </c:pt>
                <c:pt idx="4810">
                  <c:v>260</c:v>
                </c:pt>
                <c:pt idx="4812">
                  <c:v>313</c:v>
                </c:pt>
                <c:pt idx="4813">
                  <c:v>51</c:v>
                </c:pt>
                <c:pt idx="4814">
                  <c:v>474</c:v>
                </c:pt>
                <c:pt idx="4815">
                  <c:v>1853</c:v>
                </c:pt>
                <c:pt idx="4816">
                  <c:v>1101</c:v>
                </c:pt>
                <c:pt idx="4817">
                  <c:v>1518</c:v>
                </c:pt>
                <c:pt idx="4818">
                  <c:v>136</c:v>
                </c:pt>
                <c:pt idx="4819">
                  <c:v>266</c:v>
                </c:pt>
                <c:pt idx="4820">
                  <c:v>2024</c:v>
                </c:pt>
                <c:pt idx="4821">
                  <c:v>800</c:v>
                </c:pt>
                <c:pt idx="4822">
                  <c:v>425</c:v>
                </c:pt>
                <c:pt idx="4823">
                  <c:v>2632</c:v>
                </c:pt>
                <c:pt idx="4824">
                  <c:v>680</c:v>
                </c:pt>
                <c:pt idx="4825">
                  <c:v>651</c:v>
                </c:pt>
                <c:pt idx="4826">
                  <c:v>3301</c:v>
                </c:pt>
                <c:pt idx="4827">
                  <c:v>110</c:v>
                </c:pt>
                <c:pt idx="4829">
                  <c:v>496</c:v>
                </c:pt>
                <c:pt idx="4830">
                  <c:v>728</c:v>
                </c:pt>
                <c:pt idx="4831">
                  <c:v>258</c:v>
                </c:pt>
                <c:pt idx="4832">
                  <c:v>2400</c:v>
                </c:pt>
                <c:pt idx="4833">
                  <c:v>486</c:v>
                </c:pt>
                <c:pt idx="4834">
                  <c:v>68</c:v>
                </c:pt>
                <c:pt idx="4835">
                  <c:v>2325</c:v>
                </c:pt>
                <c:pt idx="4836">
                  <c:v>2231</c:v>
                </c:pt>
                <c:pt idx="4837">
                  <c:v>445</c:v>
                </c:pt>
                <c:pt idx="4838">
                  <c:v>659</c:v>
                </c:pt>
                <c:pt idx="4839">
                  <c:v>5361</c:v>
                </c:pt>
                <c:pt idx="4840">
                  <c:v>14348</c:v>
                </c:pt>
                <c:pt idx="4841">
                  <c:v>1193</c:v>
                </c:pt>
                <c:pt idx="4842">
                  <c:v>8668</c:v>
                </c:pt>
                <c:pt idx="4843">
                  <c:v>10903</c:v>
                </c:pt>
                <c:pt idx="4844">
                  <c:v>561</c:v>
                </c:pt>
                <c:pt idx="4845">
                  <c:v>709</c:v>
                </c:pt>
                <c:pt idx="4846">
                  <c:v>383</c:v>
                </c:pt>
                <c:pt idx="4847">
                  <c:v>2054</c:v>
                </c:pt>
                <c:pt idx="4848">
                  <c:v>729</c:v>
                </c:pt>
                <c:pt idx="4849">
                  <c:v>889</c:v>
                </c:pt>
                <c:pt idx="4850">
                  <c:v>83</c:v>
                </c:pt>
                <c:pt idx="4851">
                  <c:v>3282</c:v>
                </c:pt>
                <c:pt idx="4852">
                  <c:v>973</c:v>
                </c:pt>
                <c:pt idx="4853">
                  <c:v>2024</c:v>
                </c:pt>
                <c:pt idx="4854">
                  <c:v>293</c:v>
                </c:pt>
                <c:pt idx="4856">
                  <c:v>5622</c:v>
                </c:pt>
                <c:pt idx="4857">
                  <c:v>2860</c:v>
                </c:pt>
                <c:pt idx="4858">
                  <c:v>2774</c:v>
                </c:pt>
                <c:pt idx="4859">
                  <c:v>538</c:v>
                </c:pt>
                <c:pt idx="4860">
                  <c:v>2158</c:v>
                </c:pt>
                <c:pt idx="4861">
                  <c:v>1579</c:v>
                </c:pt>
                <c:pt idx="4862">
                  <c:v>13156</c:v>
                </c:pt>
                <c:pt idx="4863">
                  <c:v>655</c:v>
                </c:pt>
                <c:pt idx="4864">
                  <c:v>641</c:v>
                </c:pt>
                <c:pt idx="4865">
                  <c:v>993</c:v>
                </c:pt>
                <c:pt idx="4866">
                  <c:v>4296</c:v>
                </c:pt>
                <c:pt idx="4867">
                  <c:v>223</c:v>
                </c:pt>
                <c:pt idx="4868">
                  <c:v>1009</c:v>
                </c:pt>
                <c:pt idx="4869">
                  <c:v>12303</c:v>
                </c:pt>
                <c:pt idx="4870">
                  <c:v>633</c:v>
                </c:pt>
                <c:pt idx="4871">
                  <c:v>1055</c:v>
                </c:pt>
                <c:pt idx="4872">
                  <c:v>474</c:v>
                </c:pt>
                <c:pt idx="4873">
                  <c:v>560</c:v>
                </c:pt>
                <c:pt idx="4874">
                  <c:v>3045</c:v>
                </c:pt>
                <c:pt idx="4875">
                  <c:v>697</c:v>
                </c:pt>
                <c:pt idx="4876">
                  <c:v>74</c:v>
                </c:pt>
                <c:pt idx="4878">
                  <c:v>966</c:v>
                </c:pt>
                <c:pt idx="4879">
                  <c:v>258</c:v>
                </c:pt>
                <c:pt idx="4880">
                  <c:v>131</c:v>
                </c:pt>
                <c:pt idx="4881">
                  <c:v>2697</c:v>
                </c:pt>
                <c:pt idx="4882">
                  <c:v>934</c:v>
                </c:pt>
                <c:pt idx="4883">
                  <c:v>1278</c:v>
                </c:pt>
                <c:pt idx="4884">
                  <c:v>218</c:v>
                </c:pt>
                <c:pt idx="4885">
                  <c:v>1356</c:v>
                </c:pt>
                <c:pt idx="4886">
                  <c:v>1108</c:v>
                </c:pt>
                <c:pt idx="4887">
                  <c:v>5618</c:v>
                </c:pt>
                <c:pt idx="4888">
                  <c:v>41</c:v>
                </c:pt>
                <c:pt idx="4889">
                  <c:v>27484</c:v>
                </c:pt>
                <c:pt idx="4890">
                  <c:v>4934</c:v>
                </c:pt>
                <c:pt idx="4892">
                  <c:v>6379</c:v>
                </c:pt>
                <c:pt idx="4894">
                  <c:v>2122</c:v>
                </c:pt>
                <c:pt idx="4895">
                  <c:v>134</c:v>
                </c:pt>
                <c:pt idx="4896">
                  <c:v>124</c:v>
                </c:pt>
                <c:pt idx="4897">
                  <c:v>1079</c:v>
                </c:pt>
                <c:pt idx="4898">
                  <c:v>2672</c:v>
                </c:pt>
                <c:pt idx="4899">
                  <c:v>568</c:v>
                </c:pt>
                <c:pt idx="4900">
                  <c:v>1265</c:v>
                </c:pt>
                <c:pt idx="4902">
                  <c:v>1158</c:v>
                </c:pt>
                <c:pt idx="4903">
                  <c:v>603</c:v>
                </c:pt>
                <c:pt idx="4904">
                  <c:v>173</c:v>
                </c:pt>
                <c:pt idx="4906">
                  <c:v>65</c:v>
                </c:pt>
                <c:pt idx="4907">
                  <c:v>796</c:v>
                </c:pt>
                <c:pt idx="4908">
                  <c:v>681</c:v>
                </c:pt>
                <c:pt idx="4909">
                  <c:v>395</c:v>
                </c:pt>
                <c:pt idx="4910">
                  <c:v>11804</c:v>
                </c:pt>
                <c:pt idx="4911">
                  <c:v>25771</c:v>
                </c:pt>
                <c:pt idx="4912">
                  <c:v>529</c:v>
                </c:pt>
                <c:pt idx="4913">
                  <c:v>289</c:v>
                </c:pt>
                <c:pt idx="4914">
                  <c:v>1394</c:v>
                </c:pt>
                <c:pt idx="4915">
                  <c:v>69</c:v>
                </c:pt>
                <c:pt idx="4916">
                  <c:v>356</c:v>
                </c:pt>
                <c:pt idx="4917">
                  <c:v>2387</c:v>
                </c:pt>
                <c:pt idx="4918">
                  <c:v>2676</c:v>
                </c:pt>
                <c:pt idx="4919">
                  <c:v>465</c:v>
                </c:pt>
                <c:pt idx="4920">
                  <c:v>338</c:v>
                </c:pt>
                <c:pt idx="4921">
                  <c:v>674</c:v>
                </c:pt>
                <c:pt idx="4922">
                  <c:v>281</c:v>
                </c:pt>
                <c:pt idx="4923">
                  <c:v>373</c:v>
                </c:pt>
                <c:pt idx="4924">
                  <c:v>2472</c:v>
                </c:pt>
                <c:pt idx="4925">
                  <c:v>433</c:v>
                </c:pt>
                <c:pt idx="4926">
                  <c:v>3950</c:v>
                </c:pt>
                <c:pt idx="4927">
                  <c:v>1302</c:v>
                </c:pt>
                <c:pt idx="4928">
                  <c:v>97</c:v>
                </c:pt>
                <c:pt idx="4929">
                  <c:v>1483</c:v>
                </c:pt>
                <c:pt idx="4930">
                  <c:v>402</c:v>
                </c:pt>
                <c:pt idx="4931">
                  <c:v>3385</c:v>
                </c:pt>
                <c:pt idx="4932">
                  <c:v>2086</c:v>
                </c:pt>
                <c:pt idx="4933">
                  <c:v>3948</c:v>
                </c:pt>
                <c:pt idx="4934">
                  <c:v>85</c:v>
                </c:pt>
                <c:pt idx="4935">
                  <c:v>572</c:v>
                </c:pt>
                <c:pt idx="4936">
                  <c:v>2384</c:v>
                </c:pt>
                <c:pt idx="4937">
                  <c:v>3125</c:v>
                </c:pt>
                <c:pt idx="4938">
                  <c:v>568</c:v>
                </c:pt>
                <c:pt idx="4939">
                  <c:v>882</c:v>
                </c:pt>
                <c:pt idx="4940">
                  <c:v>4273</c:v>
                </c:pt>
                <c:pt idx="4941">
                  <c:v>117</c:v>
                </c:pt>
                <c:pt idx="4942">
                  <c:v>1367</c:v>
                </c:pt>
                <c:pt idx="4943">
                  <c:v>952</c:v>
                </c:pt>
                <c:pt idx="4944">
                  <c:v>31</c:v>
                </c:pt>
                <c:pt idx="4945">
                  <c:v>743</c:v>
                </c:pt>
                <c:pt idx="4946">
                  <c:v>445</c:v>
                </c:pt>
                <c:pt idx="4947">
                  <c:v>540</c:v>
                </c:pt>
                <c:pt idx="4948">
                  <c:v>3436</c:v>
                </c:pt>
                <c:pt idx="4949">
                  <c:v>9912</c:v>
                </c:pt>
                <c:pt idx="4950">
                  <c:v>789</c:v>
                </c:pt>
                <c:pt idx="4951">
                  <c:v>2088</c:v>
                </c:pt>
                <c:pt idx="4952">
                  <c:v>1090</c:v>
                </c:pt>
                <c:pt idx="4953">
                  <c:v>836</c:v>
                </c:pt>
                <c:pt idx="4955">
                  <c:v>658</c:v>
                </c:pt>
                <c:pt idx="4956">
                  <c:v>193</c:v>
                </c:pt>
                <c:pt idx="4957">
                  <c:v>38</c:v>
                </c:pt>
                <c:pt idx="4958">
                  <c:v>577</c:v>
                </c:pt>
                <c:pt idx="4959">
                  <c:v>126</c:v>
                </c:pt>
                <c:pt idx="4960">
                  <c:v>444</c:v>
                </c:pt>
                <c:pt idx="4961">
                  <c:v>2323</c:v>
                </c:pt>
                <c:pt idx="4962">
                  <c:v>154</c:v>
                </c:pt>
                <c:pt idx="4963">
                  <c:v>263</c:v>
                </c:pt>
                <c:pt idx="4964">
                  <c:v>244</c:v>
                </c:pt>
                <c:pt idx="4965">
                  <c:v>5586</c:v>
                </c:pt>
                <c:pt idx="4966">
                  <c:v>9400</c:v>
                </c:pt>
                <c:pt idx="4967">
                  <c:v>419</c:v>
                </c:pt>
                <c:pt idx="4968">
                  <c:v>1623</c:v>
                </c:pt>
                <c:pt idx="4969">
                  <c:v>17141</c:v>
                </c:pt>
                <c:pt idx="4970">
                  <c:v>1910</c:v>
                </c:pt>
                <c:pt idx="4971">
                  <c:v>5620</c:v>
                </c:pt>
                <c:pt idx="4972">
                  <c:v>204</c:v>
                </c:pt>
                <c:pt idx="4973">
                  <c:v>868</c:v>
                </c:pt>
                <c:pt idx="4974">
                  <c:v>886</c:v>
                </c:pt>
                <c:pt idx="4975">
                  <c:v>116</c:v>
                </c:pt>
                <c:pt idx="4976">
                  <c:v>74</c:v>
                </c:pt>
                <c:pt idx="4977">
                  <c:v>179</c:v>
                </c:pt>
                <c:pt idx="4978">
                  <c:v>102</c:v>
                </c:pt>
                <c:pt idx="4979">
                  <c:v>546</c:v>
                </c:pt>
                <c:pt idx="4980">
                  <c:v>132</c:v>
                </c:pt>
                <c:pt idx="4981">
                  <c:v>722</c:v>
                </c:pt>
                <c:pt idx="4982">
                  <c:v>226</c:v>
                </c:pt>
                <c:pt idx="4984">
                  <c:v>3095</c:v>
                </c:pt>
                <c:pt idx="4985">
                  <c:v>3059</c:v>
                </c:pt>
                <c:pt idx="4986">
                  <c:v>240</c:v>
                </c:pt>
                <c:pt idx="4987">
                  <c:v>361</c:v>
                </c:pt>
                <c:pt idx="4988">
                  <c:v>318</c:v>
                </c:pt>
                <c:pt idx="4989">
                  <c:v>1262</c:v>
                </c:pt>
                <c:pt idx="4990">
                  <c:v>1672</c:v>
                </c:pt>
                <c:pt idx="4991">
                  <c:v>1327</c:v>
                </c:pt>
                <c:pt idx="4992">
                  <c:v>77</c:v>
                </c:pt>
                <c:pt idx="4993">
                  <c:v>2393</c:v>
                </c:pt>
                <c:pt idx="4994">
                  <c:v>98</c:v>
                </c:pt>
                <c:pt idx="4995">
                  <c:v>1658</c:v>
                </c:pt>
                <c:pt idx="4996">
                  <c:v>1364</c:v>
                </c:pt>
                <c:pt idx="4997">
                  <c:v>306</c:v>
                </c:pt>
                <c:pt idx="4998">
                  <c:v>1632</c:v>
                </c:pt>
                <c:pt idx="4999">
                  <c:v>634</c:v>
                </c:pt>
                <c:pt idx="5000">
                  <c:v>1265</c:v>
                </c:pt>
                <c:pt idx="5001">
                  <c:v>56</c:v>
                </c:pt>
                <c:pt idx="5002">
                  <c:v>9133</c:v>
                </c:pt>
                <c:pt idx="5003">
                  <c:v>145</c:v>
                </c:pt>
                <c:pt idx="5004">
                  <c:v>202</c:v>
                </c:pt>
                <c:pt idx="5005">
                  <c:v>41</c:v>
                </c:pt>
                <c:pt idx="5006">
                  <c:v>281</c:v>
                </c:pt>
                <c:pt idx="5007">
                  <c:v>1727</c:v>
                </c:pt>
                <c:pt idx="5008">
                  <c:v>1165</c:v>
                </c:pt>
                <c:pt idx="5009">
                  <c:v>348</c:v>
                </c:pt>
                <c:pt idx="5011">
                  <c:v>2416</c:v>
                </c:pt>
                <c:pt idx="5012">
                  <c:v>321</c:v>
                </c:pt>
                <c:pt idx="5013">
                  <c:v>3260</c:v>
                </c:pt>
                <c:pt idx="5014">
                  <c:v>314</c:v>
                </c:pt>
                <c:pt idx="5015">
                  <c:v>792</c:v>
                </c:pt>
                <c:pt idx="5016">
                  <c:v>3021</c:v>
                </c:pt>
                <c:pt idx="5017">
                  <c:v>153</c:v>
                </c:pt>
                <c:pt idx="5018">
                  <c:v>2248</c:v>
                </c:pt>
                <c:pt idx="5019">
                  <c:v>339</c:v>
                </c:pt>
                <c:pt idx="5020">
                  <c:v>6780</c:v>
                </c:pt>
                <c:pt idx="5021">
                  <c:v>885</c:v>
                </c:pt>
                <c:pt idx="5022">
                  <c:v>804</c:v>
                </c:pt>
                <c:pt idx="5023">
                  <c:v>11582</c:v>
                </c:pt>
                <c:pt idx="5024">
                  <c:v>1156</c:v>
                </c:pt>
                <c:pt idx="5025">
                  <c:v>319</c:v>
                </c:pt>
                <c:pt idx="5026">
                  <c:v>43</c:v>
                </c:pt>
                <c:pt idx="5027">
                  <c:v>64</c:v>
                </c:pt>
                <c:pt idx="5028">
                  <c:v>624</c:v>
                </c:pt>
                <c:pt idx="5029">
                  <c:v>5</c:v>
                </c:pt>
                <c:pt idx="5030">
                  <c:v>938</c:v>
                </c:pt>
                <c:pt idx="5031">
                  <c:v>24</c:v>
                </c:pt>
                <c:pt idx="5032">
                  <c:v>186</c:v>
                </c:pt>
                <c:pt idx="5033">
                  <c:v>205</c:v>
                </c:pt>
                <c:pt idx="5034">
                  <c:v>6680</c:v>
                </c:pt>
                <c:pt idx="5035">
                  <c:v>4841</c:v>
                </c:pt>
                <c:pt idx="5036">
                  <c:v>195</c:v>
                </c:pt>
                <c:pt idx="5037">
                  <c:v>1473</c:v>
                </c:pt>
                <c:pt idx="5038">
                  <c:v>1757</c:v>
                </c:pt>
                <c:pt idx="5039">
                  <c:v>133</c:v>
                </c:pt>
                <c:pt idx="5041">
                  <c:v>21</c:v>
                </c:pt>
                <c:pt idx="5042">
                  <c:v>954</c:v>
                </c:pt>
                <c:pt idx="5043">
                  <c:v>24</c:v>
                </c:pt>
                <c:pt idx="5044">
                  <c:v>529</c:v>
                </c:pt>
                <c:pt idx="5045">
                  <c:v>30439</c:v>
                </c:pt>
                <c:pt idx="5046">
                  <c:v>722</c:v>
                </c:pt>
                <c:pt idx="5047">
                  <c:v>73</c:v>
                </c:pt>
                <c:pt idx="5048">
                  <c:v>4934</c:v>
                </c:pt>
                <c:pt idx="5049">
                  <c:v>826</c:v>
                </c:pt>
                <c:pt idx="5050">
                  <c:v>252</c:v>
                </c:pt>
                <c:pt idx="5051">
                  <c:v>156</c:v>
                </c:pt>
                <c:pt idx="5052">
                  <c:v>62</c:v>
                </c:pt>
                <c:pt idx="5053">
                  <c:v>339</c:v>
                </c:pt>
                <c:pt idx="5054">
                  <c:v>493</c:v>
                </c:pt>
                <c:pt idx="5055">
                  <c:v>557</c:v>
                </c:pt>
                <c:pt idx="5057">
                  <c:v>13</c:v>
                </c:pt>
                <c:pt idx="5058">
                  <c:v>23</c:v>
                </c:pt>
                <c:pt idx="5059">
                  <c:v>105</c:v>
                </c:pt>
                <c:pt idx="5060">
                  <c:v>79</c:v>
                </c:pt>
                <c:pt idx="5061">
                  <c:v>1185</c:v>
                </c:pt>
                <c:pt idx="5062">
                  <c:v>37</c:v>
                </c:pt>
                <c:pt idx="5063">
                  <c:v>439</c:v>
                </c:pt>
                <c:pt idx="5064">
                  <c:v>349</c:v>
                </c:pt>
                <c:pt idx="5065">
                  <c:v>66</c:v>
                </c:pt>
                <c:pt idx="5066">
                  <c:v>11596</c:v>
                </c:pt>
                <c:pt idx="5067">
                  <c:v>220</c:v>
                </c:pt>
                <c:pt idx="5068">
                  <c:v>265</c:v>
                </c:pt>
                <c:pt idx="5069">
                  <c:v>1462</c:v>
                </c:pt>
                <c:pt idx="5070">
                  <c:v>15</c:v>
                </c:pt>
                <c:pt idx="5071">
                  <c:v>243</c:v>
                </c:pt>
                <c:pt idx="5072">
                  <c:v>63</c:v>
                </c:pt>
                <c:pt idx="5073">
                  <c:v>56</c:v>
                </c:pt>
                <c:pt idx="5074">
                  <c:v>1566</c:v>
                </c:pt>
                <c:pt idx="5075">
                  <c:v>301</c:v>
                </c:pt>
                <c:pt idx="5076">
                  <c:v>285</c:v>
                </c:pt>
                <c:pt idx="5077">
                  <c:v>1565</c:v>
                </c:pt>
                <c:pt idx="5078">
                  <c:v>777</c:v>
                </c:pt>
                <c:pt idx="5079">
                  <c:v>2888</c:v>
                </c:pt>
                <c:pt idx="5080">
                  <c:v>3470</c:v>
                </c:pt>
                <c:pt idx="5081">
                  <c:v>24</c:v>
                </c:pt>
                <c:pt idx="5082">
                  <c:v>366</c:v>
                </c:pt>
                <c:pt idx="5083">
                  <c:v>1728</c:v>
                </c:pt>
                <c:pt idx="5084">
                  <c:v>1744</c:v>
                </c:pt>
                <c:pt idx="5085">
                  <c:v>170</c:v>
                </c:pt>
                <c:pt idx="5086">
                  <c:v>433</c:v>
                </c:pt>
                <c:pt idx="5087">
                  <c:v>336</c:v>
                </c:pt>
                <c:pt idx="5088">
                  <c:v>101</c:v>
                </c:pt>
                <c:pt idx="5089">
                  <c:v>41</c:v>
                </c:pt>
                <c:pt idx="5090">
                  <c:v>4496</c:v>
                </c:pt>
                <c:pt idx="5091">
                  <c:v>262</c:v>
                </c:pt>
                <c:pt idx="5092">
                  <c:v>51</c:v>
                </c:pt>
                <c:pt idx="5093">
                  <c:v>702</c:v>
                </c:pt>
                <c:pt idx="5094">
                  <c:v>853</c:v>
                </c:pt>
                <c:pt idx="5095">
                  <c:v>15</c:v>
                </c:pt>
                <c:pt idx="5096">
                  <c:v>48</c:v>
                </c:pt>
                <c:pt idx="5097">
                  <c:v>10418</c:v>
                </c:pt>
                <c:pt idx="5098">
                  <c:v>15</c:v>
                </c:pt>
                <c:pt idx="5099">
                  <c:v>133</c:v>
                </c:pt>
                <c:pt idx="5101">
                  <c:v>153</c:v>
                </c:pt>
                <c:pt idx="5102">
                  <c:v>38</c:v>
                </c:pt>
                <c:pt idx="5103">
                  <c:v>43</c:v>
                </c:pt>
                <c:pt idx="5104">
                  <c:v>118</c:v>
                </c:pt>
                <c:pt idx="5105">
                  <c:v>966</c:v>
                </c:pt>
                <c:pt idx="5106">
                  <c:v>727</c:v>
                </c:pt>
                <c:pt idx="5107">
                  <c:v>205</c:v>
                </c:pt>
                <c:pt idx="5108">
                  <c:v>38</c:v>
                </c:pt>
                <c:pt idx="5109">
                  <c:v>272</c:v>
                </c:pt>
                <c:pt idx="5110">
                  <c:v>423</c:v>
                </c:pt>
                <c:pt idx="5111">
                  <c:v>758</c:v>
                </c:pt>
                <c:pt idx="5112">
                  <c:v>281</c:v>
                </c:pt>
                <c:pt idx="5113">
                  <c:v>188</c:v>
                </c:pt>
                <c:pt idx="5114">
                  <c:v>327</c:v>
                </c:pt>
                <c:pt idx="5115">
                  <c:v>45</c:v>
                </c:pt>
                <c:pt idx="5116">
                  <c:v>950</c:v>
                </c:pt>
                <c:pt idx="5117">
                  <c:v>26</c:v>
                </c:pt>
                <c:pt idx="5118">
                  <c:v>39</c:v>
                </c:pt>
                <c:pt idx="5119">
                  <c:v>32</c:v>
                </c:pt>
              </c:numCache>
            </c:numRef>
          </c:xVal>
          <c:yVal>
            <c:numRef>
              <c:f>'PIVOT TABLE AND CHARTS-2'!$AI$5:$AI$5124</c:f>
              <c:numCache>
                <c:formatCode>General</c:formatCode>
                <c:ptCount val="5120"/>
                <c:pt idx="0">
                  <c:v>8.3000000000000007</c:v>
                </c:pt>
                <c:pt idx="1">
                  <c:v>8.1999999999999993</c:v>
                </c:pt>
                <c:pt idx="2">
                  <c:v>8</c:v>
                </c:pt>
                <c:pt idx="3">
                  <c:v>8.1</c:v>
                </c:pt>
                <c:pt idx="4">
                  <c:v>8.8000000000000007</c:v>
                </c:pt>
                <c:pt idx="5">
                  <c:v>7.7</c:v>
                </c:pt>
                <c:pt idx="6">
                  <c:v>7.8</c:v>
                </c:pt>
                <c:pt idx="7">
                  <c:v>5.8</c:v>
                </c:pt>
                <c:pt idx="8">
                  <c:v>7.7</c:v>
                </c:pt>
                <c:pt idx="9">
                  <c:v>7.3</c:v>
                </c:pt>
                <c:pt idx="10">
                  <c:v>7.5</c:v>
                </c:pt>
                <c:pt idx="11">
                  <c:v>7.6</c:v>
                </c:pt>
                <c:pt idx="12">
                  <c:v>8.1</c:v>
                </c:pt>
                <c:pt idx="13">
                  <c:v>6.9</c:v>
                </c:pt>
                <c:pt idx="14">
                  <c:v>7.5</c:v>
                </c:pt>
                <c:pt idx="15">
                  <c:v>7.5</c:v>
                </c:pt>
                <c:pt idx="16">
                  <c:v>7.2</c:v>
                </c:pt>
                <c:pt idx="17">
                  <c:v>7.5</c:v>
                </c:pt>
                <c:pt idx="18">
                  <c:v>6.2</c:v>
                </c:pt>
                <c:pt idx="19">
                  <c:v>7.6</c:v>
                </c:pt>
                <c:pt idx="20">
                  <c:v>6.4</c:v>
                </c:pt>
                <c:pt idx="21">
                  <c:v>6.7</c:v>
                </c:pt>
                <c:pt idx="22">
                  <c:v>7.2</c:v>
                </c:pt>
                <c:pt idx="23">
                  <c:v>6.8</c:v>
                </c:pt>
                <c:pt idx="24">
                  <c:v>9</c:v>
                </c:pt>
                <c:pt idx="25">
                  <c:v>6.7</c:v>
                </c:pt>
                <c:pt idx="26">
                  <c:v>2.1</c:v>
                </c:pt>
                <c:pt idx="27">
                  <c:v>7.4</c:v>
                </c:pt>
                <c:pt idx="28">
                  <c:v>7.2</c:v>
                </c:pt>
                <c:pt idx="29">
                  <c:v>6.9</c:v>
                </c:pt>
                <c:pt idx="30">
                  <c:v>6.5</c:v>
                </c:pt>
                <c:pt idx="31">
                  <c:v>6.5</c:v>
                </c:pt>
                <c:pt idx="32">
                  <c:v>6.2</c:v>
                </c:pt>
                <c:pt idx="33">
                  <c:v>7.8</c:v>
                </c:pt>
                <c:pt idx="34">
                  <c:v>6.2</c:v>
                </c:pt>
                <c:pt idx="35">
                  <c:v>6.7</c:v>
                </c:pt>
                <c:pt idx="36">
                  <c:v>6.2</c:v>
                </c:pt>
                <c:pt idx="37">
                  <c:v>6.8</c:v>
                </c:pt>
                <c:pt idx="38">
                  <c:v>4.5999999999999996</c:v>
                </c:pt>
                <c:pt idx="39">
                  <c:v>4.2</c:v>
                </c:pt>
                <c:pt idx="40">
                  <c:v>5.0999999999999996</c:v>
                </c:pt>
                <c:pt idx="41">
                  <c:v>6.9</c:v>
                </c:pt>
                <c:pt idx="42">
                  <c:v>8.9</c:v>
                </c:pt>
                <c:pt idx="43">
                  <c:v>8.1</c:v>
                </c:pt>
                <c:pt idx="44">
                  <c:v>8.3000000000000007</c:v>
                </c:pt>
                <c:pt idx="45">
                  <c:v>7.7</c:v>
                </c:pt>
                <c:pt idx="46">
                  <c:v>6.7</c:v>
                </c:pt>
                <c:pt idx="47">
                  <c:v>8.3000000000000007</c:v>
                </c:pt>
                <c:pt idx="48">
                  <c:v>6.7</c:v>
                </c:pt>
                <c:pt idx="49">
                  <c:v>7.4</c:v>
                </c:pt>
                <c:pt idx="50">
                  <c:v>6.9</c:v>
                </c:pt>
                <c:pt idx="51">
                  <c:v>7.8</c:v>
                </c:pt>
                <c:pt idx="52">
                  <c:v>6.5</c:v>
                </c:pt>
                <c:pt idx="53">
                  <c:v>6.6</c:v>
                </c:pt>
                <c:pt idx="54">
                  <c:v>6.5</c:v>
                </c:pt>
                <c:pt idx="55">
                  <c:v>7.1</c:v>
                </c:pt>
                <c:pt idx="56">
                  <c:v>6.7</c:v>
                </c:pt>
                <c:pt idx="57">
                  <c:v>7.6</c:v>
                </c:pt>
                <c:pt idx="58">
                  <c:v>4.9000000000000004</c:v>
                </c:pt>
                <c:pt idx="59">
                  <c:v>6.7</c:v>
                </c:pt>
                <c:pt idx="60">
                  <c:v>6.4</c:v>
                </c:pt>
                <c:pt idx="61">
                  <c:v>6.1</c:v>
                </c:pt>
                <c:pt idx="62">
                  <c:v>7.4</c:v>
                </c:pt>
                <c:pt idx="63">
                  <c:v>7.2</c:v>
                </c:pt>
                <c:pt idx="64">
                  <c:v>7.3</c:v>
                </c:pt>
                <c:pt idx="65">
                  <c:v>7.2</c:v>
                </c:pt>
                <c:pt idx="66">
                  <c:v>6</c:v>
                </c:pt>
                <c:pt idx="67">
                  <c:v>7.9</c:v>
                </c:pt>
                <c:pt idx="68">
                  <c:v>6</c:v>
                </c:pt>
                <c:pt idx="69">
                  <c:v>6</c:v>
                </c:pt>
                <c:pt idx="70">
                  <c:v>8</c:v>
                </c:pt>
                <c:pt idx="71">
                  <c:v>7.7</c:v>
                </c:pt>
                <c:pt idx="72">
                  <c:v>7.6</c:v>
                </c:pt>
                <c:pt idx="73">
                  <c:v>8.1</c:v>
                </c:pt>
                <c:pt idx="74">
                  <c:v>6.7</c:v>
                </c:pt>
                <c:pt idx="75">
                  <c:v>7</c:v>
                </c:pt>
                <c:pt idx="76">
                  <c:v>6.5</c:v>
                </c:pt>
                <c:pt idx="77">
                  <c:v>7.2</c:v>
                </c:pt>
                <c:pt idx="78">
                  <c:v>5.6</c:v>
                </c:pt>
                <c:pt idx="79">
                  <c:v>6.6</c:v>
                </c:pt>
                <c:pt idx="80">
                  <c:v>8.6999999999999993</c:v>
                </c:pt>
                <c:pt idx="81">
                  <c:v>7.1</c:v>
                </c:pt>
                <c:pt idx="82">
                  <c:v>6.5</c:v>
                </c:pt>
                <c:pt idx="83">
                  <c:v>6.3</c:v>
                </c:pt>
                <c:pt idx="84">
                  <c:v>5.0999999999999996</c:v>
                </c:pt>
                <c:pt idx="85">
                  <c:v>5.8</c:v>
                </c:pt>
                <c:pt idx="86">
                  <c:v>4.8</c:v>
                </c:pt>
                <c:pt idx="87">
                  <c:v>6.1</c:v>
                </c:pt>
                <c:pt idx="88">
                  <c:v>6.3</c:v>
                </c:pt>
                <c:pt idx="89">
                  <c:v>6.2</c:v>
                </c:pt>
                <c:pt idx="90">
                  <c:v>3.8</c:v>
                </c:pt>
                <c:pt idx="91">
                  <c:v>6.1</c:v>
                </c:pt>
                <c:pt idx="92">
                  <c:v>5.2</c:v>
                </c:pt>
                <c:pt idx="93">
                  <c:v>5.4</c:v>
                </c:pt>
                <c:pt idx="94">
                  <c:v>7.3</c:v>
                </c:pt>
                <c:pt idx="95">
                  <c:v>6.3</c:v>
                </c:pt>
                <c:pt idx="96">
                  <c:v>6.5</c:v>
                </c:pt>
                <c:pt idx="97">
                  <c:v>7.4</c:v>
                </c:pt>
                <c:pt idx="98">
                  <c:v>8.4</c:v>
                </c:pt>
                <c:pt idx="99">
                  <c:v>7.6</c:v>
                </c:pt>
                <c:pt idx="100">
                  <c:v>8.8000000000000007</c:v>
                </c:pt>
                <c:pt idx="101">
                  <c:v>7</c:v>
                </c:pt>
                <c:pt idx="102">
                  <c:v>8.8000000000000007</c:v>
                </c:pt>
                <c:pt idx="103">
                  <c:v>8.6</c:v>
                </c:pt>
                <c:pt idx="104">
                  <c:v>8.9</c:v>
                </c:pt>
                <c:pt idx="105">
                  <c:v>8.1</c:v>
                </c:pt>
                <c:pt idx="106">
                  <c:v>7.8</c:v>
                </c:pt>
                <c:pt idx="107">
                  <c:v>7.8</c:v>
                </c:pt>
                <c:pt idx="108">
                  <c:v>8.1999999999999993</c:v>
                </c:pt>
                <c:pt idx="109">
                  <c:v>7.1</c:v>
                </c:pt>
                <c:pt idx="110">
                  <c:v>6.7</c:v>
                </c:pt>
                <c:pt idx="111">
                  <c:v>7.3</c:v>
                </c:pt>
                <c:pt idx="112">
                  <c:v>8.5</c:v>
                </c:pt>
                <c:pt idx="113">
                  <c:v>7.8</c:v>
                </c:pt>
                <c:pt idx="114">
                  <c:v>7.7</c:v>
                </c:pt>
                <c:pt idx="115">
                  <c:v>6.5</c:v>
                </c:pt>
                <c:pt idx="116">
                  <c:v>6.5</c:v>
                </c:pt>
                <c:pt idx="117">
                  <c:v>6.2</c:v>
                </c:pt>
                <c:pt idx="118">
                  <c:v>6.6</c:v>
                </c:pt>
                <c:pt idx="119">
                  <c:v>6.4</c:v>
                </c:pt>
                <c:pt idx="120">
                  <c:v>7.1</c:v>
                </c:pt>
                <c:pt idx="121">
                  <c:v>7.5</c:v>
                </c:pt>
                <c:pt idx="122">
                  <c:v>7.2</c:v>
                </c:pt>
                <c:pt idx="123">
                  <c:v>7.3</c:v>
                </c:pt>
                <c:pt idx="124">
                  <c:v>7.6</c:v>
                </c:pt>
                <c:pt idx="125">
                  <c:v>7.2</c:v>
                </c:pt>
                <c:pt idx="126">
                  <c:v>7.9</c:v>
                </c:pt>
                <c:pt idx="127">
                  <c:v>6.9</c:v>
                </c:pt>
                <c:pt idx="128">
                  <c:v>7.5</c:v>
                </c:pt>
                <c:pt idx="129">
                  <c:v>7.1</c:v>
                </c:pt>
                <c:pt idx="130">
                  <c:v>6.8</c:v>
                </c:pt>
                <c:pt idx="131">
                  <c:v>7.2</c:v>
                </c:pt>
                <c:pt idx="132">
                  <c:v>6.5</c:v>
                </c:pt>
                <c:pt idx="133">
                  <c:v>6</c:v>
                </c:pt>
                <c:pt idx="134">
                  <c:v>4.5</c:v>
                </c:pt>
                <c:pt idx="135">
                  <c:v>7.2</c:v>
                </c:pt>
                <c:pt idx="136">
                  <c:v>6.6</c:v>
                </c:pt>
                <c:pt idx="137">
                  <c:v>5.6</c:v>
                </c:pt>
                <c:pt idx="138">
                  <c:v>7.3</c:v>
                </c:pt>
                <c:pt idx="139">
                  <c:v>4.8</c:v>
                </c:pt>
                <c:pt idx="140">
                  <c:v>6.9</c:v>
                </c:pt>
                <c:pt idx="141">
                  <c:v>6.5</c:v>
                </c:pt>
                <c:pt idx="142">
                  <c:v>5.7</c:v>
                </c:pt>
                <c:pt idx="143">
                  <c:v>6</c:v>
                </c:pt>
                <c:pt idx="144">
                  <c:v>3.8</c:v>
                </c:pt>
                <c:pt idx="145">
                  <c:v>5.8</c:v>
                </c:pt>
                <c:pt idx="146">
                  <c:v>5.4</c:v>
                </c:pt>
                <c:pt idx="147">
                  <c:v>8</c:v>
                </c:pt>
                <c:pt idx="148">
                  <c:v>5.2</c:v>
                </c:pt>
                <c:pt idx="149">
                  <c:v>5.6</c:v>
                </c:pt>
                <c:pt idx="150">
                  <c:v>5.9</c:v>
                </c:pt>
                <c:pt idx="151">
                  <c:v>6.2</c:v>
                </c:pt>
                <c:pt idx="152">
                  <c:v>7</c:v>
                </c:pt>
                <c:pt idx="153">
                  <c:v>4.7</c:v>
                </c:pt>
                <c:pt idx="154">
                  <c:v>6.4</c:v>
                </c:pt>
                <c:pt idx="155">
                  <c:v>4.5</c:v>
                </c:pt>
                <c:pt idx="156">
                  <c:v>4.7</c:v>
                </c:pt>
                <c:pt idx="157">
                  <c:v>4.7</c:v>
                </c:pt>
                <c:pt idx="158">
                  <c:v>6.5</c:v>
                </c:pt>
                <c:pt idx="159">
                  <c:v>5.7</c:v>
                </c:pt>
                <c:pt idx="160">
                  <c:v>6.2</c:v>
                </c:pt>
                <c:pt idx="161">
                  <c:v>8</c:v>
                </c:pt>
                <c:pt idx="162">
                  <c:v>6.5</c:v>
                </c:pt>
                <c:pt idx="163">
                  <c:v>6.6</c:v>
                </c:pt>
                <c:pt idx="164">
                  <c:v>7.2</c:v>
                </c:pt>
                <c:pt idx="165">
                  <c:v>4.5</c:v>
                </c:pt>
                <c:pt idx="166">
                  <c:v>7.9</c:v>
                </c:pt>
                <c:pt idx="167">
                  <c:v>6.8</c:v>
                </c:pt>
                <c:pt idx="168">
                  <c:v>6.8</c:v>
                </c:pt>
                <c:pt idx="169">
                  <c:v>8.5</c:v>
                </c:pt>
                <c:pt idx="170">
                  <c:v>7</c:v>
                </c:pt>
                <c:pt idx="171">
                  <c:v>7.9</c:v>
                </c:pt>
                <c:pt idx="172">
                  <c:v>6.4</c:v>
                </c:pt>
                <c:pt idx="173">
                  <c:v>6.7</c:v>
                </c:pt>
                <c:pt idx="174">
                  <c:v>7.6</c:v>
                </c:pt>
                <c:pt idx="175">
                  <c:v>7.4</c:v>
                </c:pt>
                <c:pt idx="176">
                  <c:v>7.4</c:v>
                </c:pt>
                <c:pt idx="177">
                  <c:v>7.8</c:v>
                </c:pt>
                <c:pt idx="178">
                  <c:v>5.9</c:v>
                </c:pt>
                <c:pt idx="179">
                  <c:v>7.8</c:v>
                </c:pt>
                <c:pt idx="180">
                  <c:v>7.5</c:v>
                </c:pt>
                <c:pt idx="181">
                  <c:v>4.7</c:v>
                </c:pt>
                <c:pt idx="182">
                  <c:v>7.1</c:v>
                </c:pt>
                <c:pt idx="183">
                  <c:v>4</c:v>
                </c:pt>
                <c:pt idx="184">
                  <c:v>7.2</c:v>
                </c:pt>
                <c:pt idx="185">
                  <c:v>8.1</c:v>
                </c:pt>
                <c:pt idx="186">
                  <c:v>7.6</c:v>
                </c:pt>
                <c:pt idx="187">
                  <c:v>7.6</c:v>
                </c:pt>
                <c:pt idx="188">
                  <c:v>4.8</c:v>
                </c:pt>
                <c:pt idx="189">
                  <c:v>5.4</c:v>
                </c:pt>
                <c:pt idx="190">
                  <c:v>6.5</c:v>
                </c:pt>
                <c:pt idx="191">
                  <c:v>6.2</c:v>
                </c:pt>
                <c:pt idx="192">
                  <c:v>9</c:v>
                </c:pt>
                <c:pt idx="193">
                  <c:v>6.2</c:v>
                </c:pt>
                <c:pt idx="194">
                  <c:v>7.6</c:v>
                </c:pt>
                <c:pt idx="195">
                  <c:v>5.5</c:v>
                </c:pt>
                <c:pt idx="196">
                  <c:v>6.1</c:v>
                </c:pt>
                <c:pt idx="197">
                  <c:v>6.4</c:v>
                </c:pt>
                <c:pt idx="198">
                  <c:v>5.5</c:v>
                </c:pt>
                <c:pt idx="199">
                  <c:v>7.5</c:v>
                </c:pt>
                <c:pt idx="200">
                  <c:v>5.4</c:v>
                </c:pt>
                <c:pt idx="201">
                  <c:v>6.9</c:v>
                </c:pt>
                <c:pt idx="202">
                  <c:v>5.5</c:v>
                </c:pt>
                <c:pt idx="203">
                  <c:v>6.6</c:v>
                </c:pt>
                <c:pt idx="204">
                  <c:v>7.8</c:v>
                </c:pt>
                <c:pt idx="205">
                  <c:v>4.5</c:v>
                </c:pt>
                <c:pt idx="206">
                  <c:v>7.3</c:v>
                </c:pt>
                <c:pt idx="207">
                  <c:v>6.6</c:v>
                </c:pt>
                <c:pt idx="208">
                  <c:v>6.6</c:v>
                </c:pt>
                <c:pt idx="209">
                  <c:v>6.1</c:v>
                </c:pt>
                <c:pt idx="210">
                  <c:v>7.8</c:v>
                </c:pt>
                <c:pt idx="211">
                  <c:v>7.8</c:v>
                </c:pt>
                <c:pt idx="212">
                  <c:v>5.9</c:v>
                </c:pt>
                <c:pt idx="213">
                  <c:v>6.7</c:v>
                </c:pt>
                <c:pt idx="214">
                  <c:v>8.1999999999999993</c:v>
                </c:pt>
                <c:pt idx="215">
                  <c:v>6.1</c:v>
                </c:pt>
                <c:pt idx="216">
                  <c:v>6.5</c:v>
                </c:pt>
                <c:pt idx="217">
                  <c:v>4.5</c:v>
                </c:pt>
                <c:pt idx="218">
                  <c:v>7.9</c:v>
                </c:pt>
                <c:pt idx="219">
                  <c:v>6.7</c:v>
                </c:pt>
                <c:pt idx="220">
                  <c:v>6.9</c:v>
                </c:pt>
                <c:pt idx="221">
                  <c:v>3.6</c:v>
                </c:pt>
                <c:pt idx="222">
                  <c:v>6.2</c:v>
                </c:pt>
                <c:pt idx="223">
                  <c:v>5</c:v>
                </c:pt>
                <c:pt idx="224">
                  <c:v>6</c:v>
                </c:pt>
                <c:pt idx="225">
                  <c:v>4.5999999999999996</c:v>
                </c:pt>
                <c:pt idx="226">
                  <c:v>5.9</c:v>
                </c:pt>
                <c:pt idx="227">
                  <c:v>9.5</c:v>
                </c:pt>
                <c:pt idx="228">
                  <c:v>8.1999999999999993</c:v>
                </c:pt>
                <c:pt idx="229">
                  <c:v>7.8</c:v>
                </c:pt>
                <c:pt idx="230">
                  <c:v>8.6999999999999993</c:v>
                </c:pt>
                <c:pt idx="231">
                  <c:v>7.6</c:v>
                </c:pt>
                <c:pt idx="232">
                  <c:v>8.6</c:v>
                </c:pt>
                <c:pt idx="233">
                  <c:v>8.1</c:v>
                </c:pt>
                <c:pt idx="234">
                  <c:v>7.8</c:v>
                </c:pt>
                <c:pt idx="235">
                  <c:v>8.5</c:v>
                </c:pt>
                <c:pt idx="236">
                  <c:v>8.4</c:v>
                </c:pt>
                <c:pt idx="237">
                  <c:v>8.5</c:v>
                </c:pt>
                <c:pt idx="238">
                  <c:v>7.1</c:v>
                </c:pt>
                <c:pt idx="239">
                  <c:v>6.5</c:v>
                </c:pt>
                <c:pt idx="240">
                  <c:v>8.6999999999999993</c:v>
                </c:pt>
                <c:pt idx="241">
                  <c:v>8.5</c:v>
                </c:pt>
                <c:pt idx="242">
                  <c:v>8.3000000000000007</c:v>
                </c:pt>
                <c:pt idx="243">
                  <c:v>9.3000000000000007</c:v>
                </c:pt>
                <c:pt idx="244">
                  <c:v>8.8000000000000007</c:v>
                </c:pt>
                <c:pt idx="245">
                  <c:v>6.6</c:v>
                </c:pt>
                <c:pt idx="246">
                  <c:v>8.1</c:v>
                </c:pt>
                <c:pt idx="247">
                  <c:v>8.6999999999999993</c:v>
                </c:pt>
                <c:pt idx="248">
                  <c:v>8</c:v>
                </c:pt>
                <c:pt idx="249">
                  <c:v>7.2</c:v>
                </c:pt>
                <c:pt idx="250">
                  <c:v>7.6</c:v>
                </c:pt>
                <c:pt idx="251">
                  <c:v>7.2</c:v>
                </c:pt>
                <c:pt idx="252">
                  <c:v>6.6</c:v>
                </c:pt>
                <c:pt idx="253">
                  <c:v>6.1</c:v>
                </c:pt>
                <c:pt idx="254">
                  <c:v>9</c:v>
                </c:pt>
                <c:pt idx="255">
                  <c:v>6.5</c:v>
                </c:pt>
                <c:pt idx="256">
                  <c:v>7.7</c:v>
                </c:pt>
                <c:pt idx="257">
                  <c:v>6.6</c:v>
                </c:pt>
                <c:pt idx="258">
                  <c:v>6.1</c:v>
                </c:pt>
                <c:pt idx="259">
                  <c:v>7</c:v>
                </c:pt>
                <c:pt idx="260">
                  <c:v>7.8</c:v>
                </c:pt>
                <c:pt idx="261">
                  <c:v>7.7</c:v>
                </c:pt>
                <c:pt idx="262">
                  <c:v>8.4</c:v>
                </c:pt>
                <c:pt idx="263">
                  <c:v>7.5</c:v>
                </c:pt>
                <c:pt idx="264">
                  <c:v>7.2</c:v>
                </c:pt>
                <c:pt idx="265">
                  <c:v>8</c:v>
                </c:pt>
                <c:pt idx="266">
                  <c:v>8</c:v>
                </c:pt>
                <c:pt idx="267">
                  <c:v>7</c:v>
                </c:pt>
                <c:pt idx="268">
                  <c:v>5.6</c:v>
                </c:pt>
                <c:pt idx="269">
                  <c:v>7.6</c:v>
                </c:pt>
                <c:pt idx="270">
                  <c:v>7.6</c:v>
                </c:pt>
                <c:pt idx="271">
                  <c:v>7.2</c:v>
                </c:pt>
                <c:pt idx="272">
                  <c:v>8.8000000000000007</c:v>
                </c:pt>
                <c:pt idx="273">
                  <c:v>6.7</c:v>
                </c:pt>
                <c:pt idx="274">
                  <c:v>5.9</c:v>
                </c:pt>
                <c:pt idx="275">
                  <c:v>7.6</c:v>
                </c:pt>
                <c:pt idx="276">
                  <c:v>6.6</c:v>
                </c:pt>
                <c:pt idx="277">
                  <c:v>7.1</c:v>
                </c:pt>
                <c:pt idx="278">
                  <c:v>8.6</c:v>
                </c:pt>
                <c:pt idx="279">
                  <c:v>8.1</c:v>
                </c:pt>
                <c:pt idx="280">
                  <c:v>7.6</c:v>
                </c:pt>
                <c:pt idx="281">
                  <c:v>7</c:v>
                </c:pt>
                <c:pt idx="282">
                  <c:v>7.6</c:v>
                </c:pt>
                <c:pt idx="283">
                  <c:v>8.5</c:v>
                </c:pt>
                <c:pt idx="284">
                  <c:v>7.8</c:v>
                </c:pt>
                <c:pt idx="285">
                  <c:v>6.7</c:v>
                </c:pt>
                <c:pt idx="286">
                  <c:v>6.9</c:v>
                </c:pt>
                <c:pt idx="287">
                  <c:v>6.8</c:v>
                </c:pt>
                <c:pt idx="288">
                  <c:v>7.3</c:v>
                </c:pt>
                <c:pt idx="289">
                  <c:v>7.9</c:v>
                </c:pt>
                <c:pt idx="290">
                  <c:v>6.3</c:v>
                </c:pt>
                <c:pt idx="291">
                  <c:v>6.7</c:v>
                </c:pt>
                <c:pt idx="292">
                  <c:v>7.3</c:v>
                </c:pt>
                <c:pt idx="293">
                  <c:v>7.1</c:v>
                </c:pt>
                <c:pt idx="294">
                  <c:v>7.3</c:v>
                </c:pt>
                <c:pt idx="295">
                  <c:v>5.8</c:v>
                </c:pt>
                <c:pt idx="296">
                  <c:v>6.3</c:v>
                </c:pt>
                <c:pt idx="297">
                  <c:v>6.9</c:v>
                </c:pt>
                <c:pt idx="298">
                  <c:v>8.3000000000000007</c:v>
                </c:pt>
                <c:pt idx="299">
                  <c:v>6.7</c:v>
                </c:pt>
                <c:pt idx="300">
                  <c:v>6.3</c:v>
                </c:pt>
                <c:pt idx="301">
                  <c:v>8</c:v>
                </c:pt>
                <c:pt idx="302">
                  <c:v>6.8</c:v>
                </c:pt>
                <c:pt idx="303">
                  <c:v>6.3</c:v>
                </c:pt>
                <c:pt idx="304">
                  <c:v>6.2</c:v>
                </c:pt>
                <c:pt idx="305">
                  <c:v>6.5</c:v>
                </c:pt>
                <c:pt idx="306">
                  <c:v>5.9</c:v>
                </c:pt>
                <c:pt idx="307">
                  <c:v>6.7</c:v>
                </c:pt>
                <c:pt idx="308">
                  <c:v>8.3000000000000007</c:v>
                </c:pt>
                <c:pt idx="309">
                  <c:v>6.8</c:v>
                </c:pt>
                <c:pt idx="310">
                  <c:v>7</c:v>
                </c:pt>
                <c:pt idx="311">
                  <c:v>5.7</c:v>
                </c:pt>
                <c:pt idx="312">
                  <c:v>6.8</c:v>
                </c:pt>
                <c:pt idx="313">
                  <c:v>8.6999999999999993</c:v>
                </c:pt>
                <c:pt idx="314">
                  <c:v>6.5</c:v>
                </c:pt>
                <c:pt idx="315">
                  <c:v>5</c:v>
                </c:pt>
                <c:pt idx="316">
                  <c:v>6.5</c:v>
                </c:pt>
                <c:pt idx="317">
                  <c:v>4</c:v>
                </c:pt>
                <c:pt idx="318">
                  <c:v>5.8</c:v>
                </c:pt>
                <c:pt idx="319">
                  <c:v>5.6</c:v>
                </c:pt>
                <c:pt idx="320">
                  <c:v>5.9</c:v>
                </c:pt>
                <c:pt idx="321">
                  <c:v>6.4</c:v>
                </c:pt>
                <c:pt idx="322">
                  <c:v>8</c:v>
                </c:pt>
                <c:pt idx="323">
                  <c:v>7.3</c:v>
                </c:pt>
                <c:pt idx="324">
                  <c:v>5.8</c:v>
                </c:pt>
                <c:pt idx="325">
                  <c:v>5.5</c:v>
                </c:pt>
                <c:pt idx="326">
                  <c:v>6</c:v>
                </c:pt>
                <c:pt idx="327">
                  <c:v>5.4</c:v>
                </c:pt>
                <c:pt idx="328">
                  <c:v>5.0999999999999996</c:v>
                </c:pt>
                <c:pt idx="329">
                  <c:v>5.0999999999999996</c:v>
                </c:pt>
                <c:pt idx="330">
                  <c:v>6.7</c:v>
                </c:pt>
                <c:pt idx="331">
                  <c:v>5.5</c:v>
                </c:pt>
                <c:pt idx="332">
                  <c:v>7.4</c:v>
                </c:pt>
                <c:pt idx="333">
                  <c:v>5.7</c:v>
                </c:pt>
                <c:pt idx="334">
                  <c:v>7.9</c:v>
                </c:pt>
                <c:pt idx="335">
                  <c:v>7.3</c:v>
                </c:pt>
                <c:pt idx="336">
                  <c:v>7.1</c:v>
                </c:pt>
                <c:pt idx="337">
                  <c:v>5.9</c:v>
                </c:pt>
                <c:pt idx="338">
                  <c:v>7.6</c:v>
                </c:pt>
                <c:pt idx="339">
                  <c:v>6.3</c:v>
                </c:pt>
                <c:pt idx="340">
                  <c:v>5.0999999999999996</c:v>
                </c:pt>
                <c:pt idx="341">
                  <c:v>6.2</c:v>
                </c:pt>
                <c:pt idx="342">
                  <c:v>6.1</c:v>
                </c:pt>
                <c:pt idx="343">
                  <c:v>6.2</c:v>
                </c:pt>
                <c:pt idx="344">
                  <c:v>6.5</c:v>
                </c:pt>
                <c:pt idx="345">
                  <c:v>5.5</c:v>
                </c:pt>
                <c:pt idx="346">
                  <c:v>7.3</c:v>
                </c:pt>
                <c:pt idx="347">
                  <c:v>8.9</c:v>
                </c:pt>
                <c:pt idx="348">
                  <c:v>8.4</c:v>
                </c:pt>
                <c:pt idx="349">
                  <c:v>8.6</c:v>
                </c:pt>
                <c:pt idx="350">
                  <c:v>7.2</c:v>
                </c:pt>
                <c:pt idx="351">
                  <c:v>8.3000000000000007</c:v>
                </c:pt>
                <c:pt idx="352">
                  <c:v>7.6</c:v>
                </c:pt>
                <c:pt idx="353">
                  <c:v>4.8</c:v>
                </c:pt>
                <c:pt idx="354">
                  <c:v>7</c:v>
                </c:pt>
                <c:pt idx="355">
                  <c:v>7.4</c:v>
                </c:pt>
                <c:pt idx="356">
                  <c:v>6.8</c:v>
                </c:pt>
                <c:pt idx="357">
                  <c:v>6.6</c:v>
                </c:pt>
                <c:pt idx="358">
                  <c:v>6.1</c:v>
                </c:pt>
                <c:pt idx="359">
                  <c:v>6.6</c:v>
                </c:pt>
                <c:pt idx="360">
                  <c:v>7.9</c:v>
                </c:pt>
                <c:pt idx="361">
                  <c:v>6.2</c:v>
                </c:pt>
                <c:pt idx="362">
                  <c:v>5.0999999999999996</c:v>
                </c:pt>
                <c:pt idx="363">
                  <c:v>6.3</c:v>
                </c:pt>
                <c:pt idx="364">
                  <c:v>5.8</c:v>
                </c:pt>
                <c:pt idx="365">
                  <c:v>7.6</c:v>
                </c:pt>
                <c:pt idx="366">
                  <c:v>6.5</c:v>
                </c:pt>
                <c:pt idx="367">
                  <c:v>5.5</c:v>
                </c:pt>
                <c:pt idx="368">
                  <c:v>7.6</c:v>
                </c:pt>
                <c:pt idx="369">
                  <c:v>8</c:v>
                </c:pt>
                <c:pt idx="370">
                  <c:v>5.9</c:v>
                </c:pt>
                <c:pt idx="372">
                  <c:v>6</c:v>
                </c:pt>
                <c:pt idx="373">
                  <c:v>5.9</c:v>
                </c:pt>
                <c:pt idx="374">
                  <c:v>8</c:v>
                </c:pt>
                <c:pt idx="375">
                  <c:v>6.6</c:v>
                </c:pt>
                <c:pt idx="376">
                  <c:v>8.1</c:v>
                </c:pt>
                <c:pt idx="377">
                  <c:v>6.2</c:v>
                </c:pt>
                <c:pt idx="378">
                  <c:v>6.7</c:v>
                </c:pt>
                <c:pt idx="379">
                  <c:v>5.8</c:v>
                </c:pt>
                <c:pt idx="380">
                  <c:v>6.9</c:v>
                </c:pt>
                <c:pt idx="381">
                  <c:v>8.3000000000000007</c:v>
                </c:pt>
                <c:pt idx="382">
                  <c:v>5.6</c:v>
                </c:pt>
                <c:pt idx="383">
                  <c:v>3.9</c:v>
                </c:pt>
                <c:pt idx="384">
                  <c:v>8.4</c:v>
                </c:pt>
                <c:pt idx="385">
                  <c:v>5.6</c:v>
                </c:pt>
                <c:pt idx="386">
                  <c:v>7.6</c:v>
                </c:pt>
                <c:pt idx="387">
                  <c:v>6.6</c:v>
                </c:pt>
                <c:pt idx="388">
                  <c:v>7.7</c:v>
                </c:pt>
                <c:pt idx="389">
                  <c:v>6.7</c:v>
                </c:pt>
                <c:pt idx="390">
                  <c:v>7.5</c:v>
                </c:pt>
                <c:pt idx="391">
                  <c:v>7.6</c:v>
                </c:pt>
                <c:pt idx="392">
                  <c:v>8.3000000000000007</c:v>
                </c:pt>
                <c:pt idx="393">
                  <c:v>8.1</c:v>
                </c:pt>
                <c:pt idx="394">
                  <c:v>7</c:v>
                </c:pt>
                <c:pt idx="395">
                  <c:v>8.1999999999999993</c:v>
                </c:pt>
                <c:pt idx="396">
                  <c:v>7.4</c:v>
                </c:pt>
                <c:pt idx="397">
                  <c:v>5.4</c:v>
                </c:pt>
                <c:pt idx="398">
                  <c:v>7.8</c:v>
                </c:pt>
                <c:pt idx="399">
                  <c:v>5.5</c:v>
                </c:pt>
                <c:pt idx="400">
                  <c:v>5.0999999999999996</c:v>
                </c:pt>
                <c:pt idx="401">
                  <c:v>7.3</c:v>
                </c:pt>
                <c:pt idx="402">
                  <c:v>4.9000000000000004</c:v>
                </c:pt>
                <c:pt idx="403">
                  <c:v>7.8</c:v>
                </c:pt>
                <c:pt idx="404">
                  <c:v>6.5</c:v>
                </c:pt>
                <c:pt idx="405">
                  <c:v>7.5</c:v>
                </c:pt>
                <c:pt idx="406">
                  <c:v>5.3</c:v>
                </c:pt>
                <c:pt idx="407">
                  <c:v>6.4</c:v>
                </c:pt>
                <c:pt idx="408">
                  <c:v>8.1</c:v>
                </c:pt>
                <c:pt idx="409">
                  <c:v>7.6</c:v>
                </c:pt>
                <c:pt idx="410">
                  <c:v>6.3</c:v>
                </c:pt>
                <c:pt idx="411">
                  <c:v>6.9</c:v>
                </c:pt>
                <c:pt idx="412">
                  <c:v>3.6</c:v>
                </c:pt>
                <c:pt idx="413">
                  <c:v>7.5</c:v>
                </c:pt>
                <c:pt idx="414">
                  <c:v>5.4</c:v>
                </c:pt>
                <c:pt idx="415">
                  <c:v>5.6</c:v>
                </c:pt>
                <c:pt idx="416">
                  <c:v>5.6</c:v>
                </c:pt>
                <c:pt idx="417">
                  <c:v>7.3</c:v>
                </c:pt>
                <c:pt idx="418">
                  <c:v>7.9</c:v>
                </c:pt>
                <c:pt idx="419">
                  <c:v>6.8</c:v>
                </c:pt>
                <c:pt idx="420">
                  <c:v>7.4</c:v>
                </c:pt>
                <c:pt idx="421">
                  <c:v>7.4</c:v>
                </c:pt>
                <c:pt idx="422">
                  <c:v>6.7</c:v>
                </c:pt>
                <c:pt idx="423">
                  <c:v>7.1</c:v>
                </c:pt>
                <c:pt idx="424">
                  <c:v>8</c:v>
                </c:pt>
                <c:pt idx="425">
                  <c:v>5.6</c:v>
                </c:pt>
                <c:pt idx="426">
                  <c:v>7.5</c:v>
                </c:pt>
                <c:pt idx="427">
                  <c:v>3.9</c:v>
                </c:pt>
                <c:pt idx="428">
                  <c:v>7</c:v>
                </c:pt>
                <c:pt idx="429">
                  <c:v>6.7</c:v>
                </c:pt>
                <c:pt idx="430">
                  <c:v>7.9</c:v>
                </c:pt>
                <c:pt idx="431">
                  <c:v>8.1</c:v>
                </c:pt>
                <c:pt idx="432">
                  <c:v>4.8</c:v>
                </c:pt>
                <c:pt idx="433">
                  <c:v>6.5</c:v>
                </c:pt>
                <c:pt idx="434">
                  <c:v>6.6</c:v>
                </c:pt>
                <c:pt idx="435">
                  <c:v>6.6</c:v>
                </c:pt>
                <c:pt idx="436">
                  <c:v>6.3</c:v>
                </c:pt>
                <c:pt idx="437">
                  <c:v>5.9</c:v>
                </c:pt>
                <c:pt idx="438">
                  <c:v>5.0999999999999996</c:v>
                </c:pt>
                <c:pt idx="439">
                  <c:v>6.9</c:v>
                </c:pt>
                <c:pt idx="440">
                  <c:v>4.0999999999999996</c:v>
                </c:pt>
                <c:pt idx="441">
                  <c:v>5.8</c:v>
                </c:pt>
                <c:pt idx="442">
                  <c:v>6.4</c:v>
                </c:pt>
                <c:pt idx="443">
                  <c:v>4.5</c:v>
                </c:pt>
                <c:pt idx="444">
                  <c:v>7.6</c:v>
                </c:pt>
                <c:pt idx="445">
                  <c:v>6.3</c:v>
                </c:pt>
                <c:pt idx="446">
                  <c:v>7</c:v>
                </c:pt>
                <c:pt idx="447">
                  <c:v>6.1</c:v>
                </c:pt>
                <c:pt idx="448">
                  <c:v>7.2</c:v>
                </c:pt>
                <c:pt idx="449">
                  <c:v>6.6</c:v>
                </c:pt>
                <c:pt idx="450">
                  <c:v>6.6</c:v>
                </c:pt>
                <c:pt idx="451">
                  <c:v>6.4</c:v>
                </c:pt>
                <c:pt idx="452">
                  <c:v>7.9</c:v>
                </c:pt>
                <c:pt idx="453">
                  <c:v>6.5</c:v>
                </c:pt>
                <c:pt idx="454">
                  <c:v>6.3</c:v>
                </c:pt>
                <c:pt idx="455">
                  <c:v>7</c:v>
                </c:pt>
                <c:pt idx="456">
                  <c:v>6.9</c:v>
                </c:pt>
                <c:pt idx="457">
                  <c:v>7.4</c:v>
                </c:pt>
                <c:pt idx="458">
                  <c:v>8.1</c:v>
                </c:pt>
                <c:pt idx="459">
                  <c:v>7.3</c:v>
                </c:pt>
                <c:pt idx="460">
                  <c:v>7.4</c:v>
                </c:pt>
                <c:pt idx="461">
                  <c:v>7.1</c:v>
                </c:pt>
                <c:pt idx="462">
                  <c:v>4.4000000000000004</c:v>
                </c:pt>
                <c:pt idx="463">
                  <c:v>8.6999999999999993</c:v>
                </c:pt>
                <c:pt idx="464">
                  <c:v>6.9</c:v>
                </c:pt>
                <c:pt idx="465">
                  <c:v>6.8</c:v>
                </c:pt>
                <c:pt idx="466">
                  <c:v>7</c:v>
                </c:pt>
                <c:pt idx="467">
                  <c:v>5.4</c:v>
                </c:pt>
                <c:pt idx="468">
                  <c:v>5.9</c:v>
                </c:pt>
                <c:pt idx="469">
                  <c:v>6.2</c:v>
                </c:pt>
                <c:pt idx="470">
                  <c:v>7.1</c:v>
                </c:pt>
                <c:pt idx="471">
                  <c:v>7.7</c:v>
                </c:pt>
                <c:pt idx="472">
                  <c:v>7</c:v>
                </c:pt>
                <c:pt idx="473">
                  <c:v>7.6</c:v>
                </c:pt>
                <c:pt idx="474">
                  <c:v>7</c:v>
                </c:pt>
                <c:pt idx="475">
                  <c:v>6.9</c:v>
                </c:pt>
                <c:pt idx="476">
                  <c:v>7.2</c:v>
                </c:pt>
                <c:pt idx="477">
                  <c:v>6.6</c:v>
                </c:pt>
                <c:pt idx="478">
                  <c:v>7.1</c:v>
                </c:pt>
                <c:pt idx="479">
                  <c:v>7.2</c:v>
                </c:pt>
                <c:pt idx="480">
                  <c:v>8.1</c:v>
                </c:pt>
                <c:pt idx="481">
                  <c:v>7.4</c:v>
                </c:pt>
                <c:pt idx="482">
                  <c:v>8.1</c:v>
                </c:pt>
                <c:pt idx="483">
                  <c:v>4.7</c:v>
                </c:pt>
                <c:pt idx="484">
                  <c:v>8</c:v>
                </c:pt>
                <c:pt idx="485">
                  <c:v>5.4</c:v>
                </c:pt>
                <c:pt idx="486">
                  <c:v>6.1</c:v>
                </c:pt>
                <c:pt idx="487">
                  <c:v>7.9</c:v>
                </c:pt>
                <c:pt idx="488">
                  <c:v>7.5</c:v>
                </c:pt>
                <c:pt idx="489">
                  <c:v>7.3</c:v>
                </c:pt>
                <c:pt idx="490">
                  <c:v>6.2</c:v>
                </c:pt>
                <c:pt idx="491">
                  <c:v>7.4</c:v>
                </c:pt>
                <c:pt idx="492">
                  <c:v>8.6999999999999993</c:v>
                </c:pt>
                <c:pt idx="493">
                  <c:v>7.7</c:v>
                </c:pt>
                <c:pt idx="494">
                  <c:v>7.1</c:v>
                </c:pt>
                <c:pt idx="495">
                  <c:v>6</c:v>
                </c:pt>
                <c:pt idx="496">
                  <c:v>8.4</c:v>
                </c:pt>
                <c:pt idx="497">
                  <c:v>7.4</c:v>
                </c:pt>
                <c:pt idx="498">
                  <c:v>6.6</c:v>
                </c:pt>
                <c:pt idx="499">
                  <c:v>6.6</c:v>
                </c:pt>
                <c:pt idx="500">
                  <c:v>5.0999999999999996</c:v>
                </c:pt>
                <c:pt idx="501">
                  <c:v>7.7</c:v>
                </c:pt>
                <c:pt idx="502">
                  <c:v>8</c:v>
                </c:pt>
                <c:pt idx="503">
                  <c:v>6.6</c:v>
                </c:pt>
                <c:pt idx="504">
                  <c:v>7.2</c:v>
                </c:pt>
                <c:pt idx="505">
                  <c:v>5.5</c:v>
                </c:pt>
                <c:pt idx="506">
                  <c:v>8</c:v>
                </c:pt>
                <c:pt idx="507">
                  <c:v>5.2</c:v>
                </c:pt>
                <c:pt idx="508">
                  <c:v>7.9</c:v>
                </c:pt>
                <c:pt idx="509">
                  <c:v>7.6</c:v>
                </c:pt>
                <c:pt idx="510">
                  <c:v>6.2</c:v>
                </c:pt>
                <c:pt idx="511">
                  <c:v>7.2</c:v>
                </c:pt>
                <c:pt idx="512">
                  <c:v>7.4</c:v>
                </c:pt>
                <c:pt idx="513">
                  <c:v>7.7</c:v>
                </c:pt>
                <c:pt idx="514">
                  <c:v>7</c:v>
                </c:pt>
                <c:pt idx="515">
                  <c:v>5.3</c:v>
                </c:pt>
                <c:pt idx="516">
                  <c:v>7.4</c:v>
                </c:pt>
                <c:pt idx="517">
                  <c:v>6.3</c:v>
                </c:pt>
                <c:pt idx="518">
                  <c:v>6.1</c:v>
                </c:pt>
                <c:pt idx="519">
                  <c:v>7.2</c:v>
                </c:pt>
                <c:pt idx="520">
                  <c:v>7.6</c:v>
                </c:pt>
                <c:pt idx="521">
                  <c:v>7.4</c:v>
                </c:pt>
                <c:pt idx="522">
                  <c:v>7.4</c:v>
                </c:pt>
                <c:pt idx="523">
                  <c:v>7.2</c:v>
                </c:pt>
                <c:pt idx="524">
                  <c:v>7.5</c:v>
                </c:pt>
                <c:pt idx="525">
                  <c:v>8</c:v>
                </c:pt>
                <c:pt idx="526">
                  <c:v>7.4</c:v>
                </c:pt>
                <c:pt idx="527">
                  <c:v>7.3</c:v>
                </c:pt>
                <c:pt idx="528">
                  <c:v>8.5</c:v>
                </c:pt>
                <c:pt idx="529">
                  <c:v>7.4</c:v>
                </c:pt>
                <c:pt idx="530">
                  <c:v>7.2</c:v>
                </c:pt>
                <c:pt idx="531">
                  <c:v>4.0999999999999996</c:v>
                </c:pt>
                <c:pt idx="533">
                  <c:v>7.5</c:v>
                </c:pt>
                <c:pt idx="534">
                  <c:v>6.9</c:v>
                </c:pt>
                <c:pt idx="535">
                  <c:v>7.6</c:v>
                </c:pt>
                <c:pt idx="536">
                  <c:v>7.4</c:v>
                </c:pt>
                <c:pt idx="537">
                  <c:v>7.1</c:v>
                </c:pt>
                <c:pt idx="538">
                  <c:v>7.1</c:v>
                </c:pt>
                <c:pt idx="539">
                  <c:v>7.9</c:v>
                </c:pt>
                <c:pt idx="540">
                  <c:v>6.3</c:v>
                </c:pt>
                <c:pt idx="541">
                  <c:v>5</c:v>
                </c:pt>
                <c:pt idx="542">
                  <c:v>6.8</c:v>
                </c:pt>
                <c:pt idx="543">
                  <c:v>7.3</c:v>
                </c:pt>
                <c:pt idx="544">
                  <c:v>6.3</c:v>
                </c:pt>
                <c:pt idx="545">
                  <c:v>7.1</c:v>
                </c:pt>
                <c:pt idx="546">
                  <c:v>6.9</c:v>
                </c:pt>
                <c:pt idx="547">
                  <c:v>7.4</c:v>
                </c:pt>
                <c:pt idx="548">
                  <c:v>7.8</c:v>
                </c:pt>
                <c:pt idx="549">
                  <c:v>7.8</c:v>
                </c:pt>
                <c:pt idx="550">
                  <c:v>6.3</c:v>
                </c:pt>
                <c:pt idx="551">
                  <c:v>6.8</c:v>
                </c:pt>
                <c:pt idx="552">
                  <c:v>7.5</c:v>
                </c:pt>
                <c:pt idx="553">
                  <c:v>5.3</c:v>
                </c:pt>
                <c:pt idx="554">
                  <c:v>7.6</c:v>
                </c:pt>
                <c:pt idx="555">
                  <c:v>7.4</c:v>
                </c:pt>
                <c:pt idx="556">
                  <c:v>6.8</c:v>
                </c:pt>
                <c:pt idx="557">
                  <c:v>6.2</c:v>
                </c:pt>
                <c:pt idx="558">
                  <c:v>4.4000000000000004</c:v>
                </c:pt>
                <c:pt idx="559">
                  <c:v>6.6</c:v>
                </c:pt>
                <c:pt idx="560">
                  <c:v>5.7</c:v>
                </c:pt>
                <c:pt idx="561">
                  <c:v>7.5</c:v>
                </c:pt>
                <c:pt idx="562">
                  <c:v>7.3</c:v>
                </c:pt>
                <c:pt idx="563">
                  <c:v>7.2</c:v>
                </c:pt>
                <c:pt idx="564">
                  <c:v>8.6999999999999993</c:v>
                </c:pt>
                <c:pt idx="565">
                  <c:v>7.8</c:v>
                </c:pt>
                <c:pt idx="566">
                  <c:v>6.5</c:v>
                </c:pt>
                <c:pt idx="567">
                  <c:v>7.7</c:v>
                </c:pt>
                <c:pt idx="568">
                  <c:v>7.6</c:v>
                </c:pt>
                <c:pt idx="569">
                  <c:v>8.3000000000000007</c:v>
                </c:pt>
                <c:pt idx="570">
                  <c:v>6.1</c:v>
                </c:pt>
                <c:pt idx="572">
                  <c:v>8.1</c:v>
                </c:pt>
                <c:pt idx="573">
                  <c:v>7</c:v>
                </c:pt>
                <c:pt idx="574">
                  <c:v>6.9</c:v>
                </c:pt>
                <c:pt idx="575">
                  <c:v>8.1</c:v>
                </c:pt>
                <c:pt idx="576">
                  <c:v>7</c:v>
                </c:pt>
                <c:pt idx="577">
                  <c:v>5.6</c:v>
                </c:pt>
                <c:pt idx="578">
                  <c:v>6.8</c:v>
                </c:pt>
                <c:pt idx="579">
                  <c:v>7.1</c:v>
                </c:pt>
                <c:pt idx="580">
                  <c:v>7.2</c:v>
                </c:pt>
                <c:pt idx="581">
                  <c:v>8</c:v>
                </c:pt>
                <c:pt idx="582">
                  <c:v>8.4</c:v>
                </c:pt>
                <c:pt idx="583">
                  <c:v>7.2</c:v>
                </c:pt>
                <c:pt idx="584">
                  <c:v>5.2</c:v>
                </c:pt>
                <c:pt idx="585">
                  <c:v>7.9</c:v>
                </c:pt>
                <c:pt idx="586">
                  <c:v>5.2</c:v>
                </c:pt>
                <c:pt idx="587">
                  <c:v>2.9</c:v>
                </c:pt>
                <c:pt idx="588">
                  <c:v>5.2</c:v>
                </c:pt>
                <c:pt idx="589">
                  <c:v>4.2</c:v>
                </c:pt>
                <c:pt idx="590">
                  <c:v>5.0999999999999996</c:v>
                </c:pt>
                <c:pt idx="591">
                  <c:v>6.8</c:v>
                </c:pt>
                <c:pt idx="592">
                  <c:v>8.4</c:v>
                </c:pt>
                <c:pt idx="593">
                  <c:v>5.6</c:v>
                </c:pt>
                <c:pt idx="594">
                  <c:v>5.5</c:v>
                </c:pt>
                <c:pt idx="595">
                  <c:v>6.9</c:v>
                </c:pt>
                <c:pt idx="596">
                  <c:v>8</c:v>
                </c:pt>
                <c:pt idx="597">
                  <c:v>5.3</c:v>
                </c:pt>
                <c:pt idx="598">
                  <c:v>6.4</c:v>
                </c:pt>
                <c:pt idx="599">
                  <c:v>4.3</c:v>
                </c:pt>
                <c:pt idx="600">
                  <c:v>7.3</c:v>
                </c:pt>
                <c:pt idx="601">
                  <c:v>5.2</c:v>
                </c:pt>
                <c:pt idx="602">
                  <c:v>3.5</c:v>
                </c:pt>
                <c:pt idx="603">
                  <c:v>7</c:v>
                </c:pt>
                <c:pt idx="604">
                  <c:v>5.6</c:v>
                </c:pt>
                <c:pt idx="605">
                  <c:v>6.4</c:v>
                </c:pt>
                <c:pt idx="606">
                  <c:v>4.8</c:v>
                </c:pt>
                <c:pt idx="607">
                  <c:v>6.5</c:v>
                </c:pt>
                <c:pt idx="608">
                  <c:v>2.9</c:v>
                </c:pt>
                <c:pt idx="609">
                  <c:v>6.7</c:v>
                </c:pt>
                <c:pt idx="610">
                  <c:v>4.8</c:v>
                </c:pt>
                <c:pt idx="611">
                  <c:v>5.6</c:v>
                </c:pt>
                <c:pt idx="612">
                  <c:v>6.5</c:v>
                </c:pt>
                <c:pt idx="613">
                  <c:v>6.4</c:v>
                </c:pt>
                <c:pt idx="614">
                  <c:v>6.4</c:v>
                </c:pt>
                <c:pt idx="615">
                  <c:v>6.3</c:v>
                </c:pt>
                <c:pt idx="616">
                  <c:v>7.1</c:v>
                </c:pt>
                <c:pt idx="617">
                  <c:v>7.4</c:v>
                </c:pt>
                <c:pt idx="618">
                  <c:v>7.3</c:v>
                </c:pt>
                <c:pt idx="619">
                  <c:v>5.9</c:v>
                </c:pt>
                <c:pt idx="620">
                  <c:v>6.3</c:v>
                </c:pt>
                <c:pt idx="621">
                  <c:v>5.6</c:v>
                </c:pt>
                <c:pt idx="622">
                  <c:v>7.7</c:v>
                </c:pt>
                <c:pt idx="623">
                  <c:v>6.6</c:v>
                </c:pt>
                <c:pt idx="624">
                  <c:v>7.6</c:v>
                </c:pt>
                <c:pt idx="625">
                  <c:v>4.3</c:v>
                </c:pt>
                <c:pt idx="626">
                  <c:v>8.4</c:v>
                </c:pt>
                <c:pt idx="627">
                  <c:v>5.5</c:v>
                </c:pt>
                <c:pt idx="628">
                  <c:v>4.8</c:v>
                </c:pt>
                <c:pt idx="629">
                  <c:v>7.4</c:v>
                </c:pt>
                <c:pt idx="630">
                  <c:v>5.2</c:v>
                </c:pt>
                <c:pt idx="631">
                  <c:v>6.8</c:v>
                </c:pt>
                <c:pt idx="632">
                  <c:v>3.4</c:v>
                </c:pt>
                <c:pt idx="633">
                  <c:v>5.4</c:v>
                </c:pt>
                <c:pt idx="634">
                  <c:v>7.1</c:v>
                </c:pt>
                <c:pt idx="635">
                  <c:v>6.7</c:v>
                </c:pt>
                <c:pt idx="636">
                  <c:v>5.5</c:v>
                </c:pt>
                <c:pt idx="637">
                  <c:v>6.7</c:v>
                </c:pt>
                <c:pt idx="638">
                  <c:v>7</c:v>
                </c:pt>
                <c:pt idx="639">
                  <c:v>6.9</c:v>
                </c:pt>
                <c:pt idx="640">
                  <c:v>6.4</c:v>
                </c:pt>
                <c:pt idx="641">
                  <c:v>6.5</c:v>
                </c:pt>
                <c:pt idx="642">
                  <c:v>6.1</c:v>
                </c:pt>
                <c:pt idx="643">
                  <c:v>8</c:v>
                </c:pt>
                <c:pt idx="645">
                  <c:v>6.3</c:v>
                </c:pt>
                <c:pt idx="646">
                  <c:v>6.4</c:v>
                </c:pt>
                <c:pt idx="648">
                  <c:v>5.7</c:v>
                </c:pt>
                <c:pt idx="649">
                  <c:v>6.1</c:v>
                </c:pt>
                <c:pt idx="650">
                  <c:v>6.5</c:v>
                </c:pt>
                <c:pt idx="651">
                  <c:v>7.4</c:v>
                </c:pt>
                <c:pt idx="652">
                  <c:v>8.5</c:v>
                </c:pt>
                <c:pt idx="653">
                  <c:v>5.4</c:v>
                </c:pt>
                <c:pt idx="654">
                  <c:v>7.4</c:v>
                </c:pt>
                <c:pt idx="655">
                  <c:v>7.7</c:v>
                </c:pt>
                <c:pt idx="656">
                  <c:v>8.8000000000000007</c:v>
                </c:pt>
                <c:pt idx="657">
                  <c:v>7.1</c:v>
                </c:pt>
                <c:pt idx="658">
                  <c:v>8.4</c:v>
                </c:pt>
                <c:pt idx="659">
                  <c:v>8.3000000000000007</c:v>
                </c:pt>
                <c:pt idx="660">
                  <c:v>7.4</c:v>
                </c:pt>
                <c:pt idx="661">
                  <c:v>8.6</c:v>
                </c:pt>
                <c:pt idx="662">
                  <c:v>7.8</c:v>
                </c:pt>
                <c:pt idx="663">
                  <c:v>7.7</c:v>
                </c:pt>
                <c:pt idx="664">
                  <c:v>8.3000000000000007</c:v>
                </c:pt>
                <c:pt idx="665">
                  <c:v>7.7</c:v>
                </c:pt>
                <c:pt idx="666">
                  <c:v>7.4</c:v>
                </c:pt>
                <c:pt idx="667">
                  <c:v>8.4</c:v>
                </c:pt>
                <c:pt idx="668">
                  <c:v>8.1999999999999993</c:v>
                </c:pt>
                <c:pt idx="669">
                  <c:v>9</c:v>
                </c:pt>
                <c:pt idx="670">
                  <c:v>7.5</c:v>
                </c:pt>
                <c:pt idx="671">
                  <c:v>7.5</c:v>
                </c:pt>
                <c:pt idx="672">
                  <c:v>7.8</c:v>
                </c:pt>
                <c:pt idx="673">
                  <c:v>6.8</c:v>
                </c:pt>
                <c:pt idx="674">
                  <c:v>5.8</c:v>
                </c:pt>
                <c:pt idx="675">
                  <c:v>6.2</c:v>
                </c:pt>
                <c:pt idx="676">
                  <c:v>6.4</c:v>
                </c:pt>
                <c:pt idx="677">
                  <c:v>6.2</c:v>
                </c:pt>
                <c:pt idx="678">
                  <c:v>7.4</c:v>
                </c:pt>
                <c:pt idx="679">
                  <c:v>7.7</c:v>
                </c:pt>
                <c:pt idx="680">
                  <c:v>8.4</c:v>
                </c:pt>
                <c:pt idx="681">
                  <c:v>7.6</c:v>
                </c:pt>
                <c:pt idx="682">
                  <c:v>6</c:v>
                </c:pt>
                <c:pt idx="683">
                  <c:v>7.9</c:v>
                </c:pt>
                <c:pt idx="684">
                  <c:v>7.2</c:v>
                </c:pt>
                <c:pt idx="685">
                  <c:v>6.2</c:v>
                </c:pt>
                <c:pt idx="686">
                  <c:v>8.3000000000000007</c:v>
                </c:pt>
                <c:pt idx="687">
                  <c:v>6.6</c:v>
                </c:pt>
                <c:pt idx="688">
                  <c:v>7.5</c:v>
                </c:pt>
                <c:pt idx="689">
                  <c:v>7</c:v>
                </c:pt>
                <c:pt idx="690">
                  <c:v>6.4</c:v>
                </c:pt>
                <c:pt idx="691">
                  <c:v>5.9</c:v>
                </c:pt>
                <c:pt idx="692">
                  <c:v>6.6</c:v>
                </c:pt>
                <c:pt idx="693">
                  <c:v>6.4</c:v>
                </c:pt>
                <c:pt idx="694">
                  <c:v>4.5</c:v>
                </c:pt>
                <c:pt idx="695">
                  <c:v>5.9</c:v>
                </c:pt>
                <c:pt idx="696">
                  <c:v>8</c:v>
                </c:pt>
                <c:pt idx="697">
                  <c:v>7.9</c:v>
                </c:pt>
                <c:pt idx="698">
                  <c:v>7.4</c:v>
                </c:pt>
                <c:pt idx="699">
                  <c:v>6.8</c:v>
                </c:pt>
                <c:pt idx="700">
                  <c:v>7.3</c:v>
                </c:pt>
                <c:pt idx="701">
                  <c:v>8.1999999999999993</c:v>
                </c:pt>
                <c:pt idx="702">
                  <c:v>6</c:v>
                </c:pt>
                <c:pt idx="703">
                  <c:v>7.5</c:v>
                </c:pt>
                <c:pt idx="704">
                  <c:v>7.3</c:v>
                </c:pt>
                <c:pt idx="705">
                  <c:v>4.0999999999999996</c:v>
                </c:pt>
                <c:pt idx="706">
                  <c:v>6.2</c:v>
                </c:pt>
                <c:pt idx="707">
                  <c:v>8.1999999999999993</c:v>
                </c:pt>
                <c:pt idx="708">
                  <c:v>7.8</c:v>
                </c:pt>
                <c:pt idx="709">
                  <c:v>5.9</c:v>
                </c:pt>
                <c:pt idx="710">
                  <c:v>6.1</c:v>
                </c:pt>
                <c:pt idx="711">
                  <c:v>5.4</c:v>
                </c:pt>
                <c:pt idx="712">
                  <c:v>6.9</c:v>
                </c:pt>
                <c:pt idx="713">
                  <c:v>8.3000000000000007</c:v>
                </c:pt>
                <c:pt idx="714">
                  <c:v>5.6</c:v>
                </c:pt>
                <c:pt idx="715">
                  <c:v>5.4</c:v>
                </c:pt>
                <c:pt idx="716">
                  <c:v>3.3</c:v>
                </c:pt>
                <c:pt idx="717">
                  <c:v>6.4</c:v>
                </c:pt>
                <c:pt idx="718">
                  <c:v>8.1</c:v>
                </c:pt>
                <c:pt idx="719">
                  <c:v>8.1999999999999993</c:v>
                </c:pt>
                <c:pt idx="720">
                  <c:v>6.2</c:v>
                </c:pt>
                <c:pt idx="721">
                  <c:v>7.8</c:v>
                </c:pt>
                <c:pt idx="722">
                  <c:v>5</c:v>
                </c:pt>
                <c:pt idx="723">
                  <c:v>7.1</c:v>
                </c:pt>
                <c:pt idx="724">
                  <c:v>7.5</c:v>
                </c:pt>
                <c:pt idx="725">
                  <c:v>8</c:v>
                </c:pt>
                <c:pt idx="726">
                  <c:v>5.7</c:v>
                </c:pt>
                <c:pt idx="727">
                  <c:v>7.4</c:v>
                </c:pt>
                <c:pt idx="728">
                  <c:v>7.6</c:v>
                </c:pt>
                <c:pt idx="729">
                  <c:v>6.8</c:v>
                </c:pt>
                <c:pt idx="730">
                  <c:v>7.7</c:v>
                </c:pt>
                <c:pt idx="731">
                  <c:v>8</c:v>
                </c:pt>
                <c:pt idx="732">
                  <c:v>8.4</c:v>
                </c:pt>
                <c:pt idx="733">
                  <c:v>8.1999999999999993</c:v>
                </c:pt>
                <c:pt idx="734">
                  <c:v>7.4</c:v>
                </c:pt>
                <c:pt idx="735">
                  <c:v>7.1</c:v>
                </c:pt>
                <c:pt idx="736">
                  <c:v>7.2</c:v>
                </c:pt>
                <c:pt idx="737">
                  <c:v>7.4</c:v>
                </c:pt>
                <c:pt idx="738">
                  <c:v>6.3</c:v>
                </c:pt>
                <c:pt idx="739">
                  <c:v>6.5</c:v>
                </c:pt>
                <c:pt idx="740">
                  <c:v>8.1</c:v>
                </c:pt>
                <c:pt idx="741">
                  <c:v>5.8</c:v>
                </c:pt>
                <c:pt idx="742">
                  <c:v>8</c:v>
                </c:pt>
                <c:pt idx="743">
                  <c:v>7.7</c:v>
                </c:pt>
                <c:pt idx="744">
                  <c:v>6.8</c:v>
                </c:pt>
                <c:pt idx="745">
                  <c:v>7.1</c:v>
                </c:pt>
                <c:pt idx="746">
                  <c:v>8.1999999999999993</c:v>
                </c:pt>
                <c:pt idx="747">
                  <c:v>8.1</c:v>
                </c:pt>
                <c:pt idx="748">
                  <c:v>6.8</c:v>
                </c:pt>
                <c:pt idx="749">
                  <c:v>6.1</c:v>
                </c:pt>
                <c:pt idx="750">
                  <c:v>6.3</c:v>
                </c:pt>
                <c:pt idx="751">
                  <c:v>5.9</c:v>
                </c:pt>
                <c:pt idx="752">
                  <c:v>5.8</c:v>
                </c:pt>
                <c:pt idx="753">
                  <c:v>6.6</c:v>
                </c:pt>
                <c:pt idx="754">
                  <c:v>7.6</c:v>
                </c:pt>
                <c:pt idx="755">
                  <c:v>7.1</c:v>
                </c:pt>
                <c:pt idx="756">
                  <c:v>7</c:v>
                </c:pt>
                <c:pt idx="757">
                  <c:v>6.4</c:v>
                </c:pt>
                <c:pt idx="758">
                  <c:v>6.7</c:v>
                </c:pt>
                <c:pt idx="759">
                  <c:v>6.5</c:v>
                </c:pt>
                <c:pt idx="760">
                  <c:v>7.7</c:v>
                </c:pt>
                <c:pt idx="761">
                  <c:v>6.1</c:v>
                </c:pt>
                <c:pt idx="762">
                  <c:v>6.4</c:v>
                </c:pt>
                <c:pt idx="763">
                  <c:v>7.8</c:v>
                </c:pt>
                <c:pt idx="764">
                  <c:v>7.4</c:v>
                </c:pt>
                <c:pt idx="765">
                  <c:v>7.1</c:v>
                </c:pt>
                <c:pt idx="766">
                  <c:v>4.7</c:v>
                </c:pt>
                <c:pt idx="767">
                  <c:v>7</c:v>
                </c:pt>
                <c:pt idx="768">
                  <c:v>7.4</c:v>
                </c:pt>
                <c:pt idx="769">
                  <c:v>7.5</c:v>
                </c:pt>
                <c:pt idx="770">
                  <c:v>6.6</c:v>
                </c:pt>
                <c:pt idx="771">
                  <c:v>5</c:v>
                </c:pt>
                <c:pt idx="772">
                  <c:v>7.3</c:v>
                </c:pt>
                <c:pt idx="773">
                  <c:v>6.4</c:v>
                </c:pt>
                <c:pt idx="774">
                  <c:v>8.5</c:v>
                </c:pt>
                <c:pt idx="775">
                  <c:v>5.9</c:v>
                </c:pt>
                <c:pt idx="776">
                  <c:v>5.4</c:v>
                </c:pt>
                <c:pt idx="777">
                  <c:v>8.1</c:v>
                </c:pt>
                <c:pt idx="778">
                  <c:v>6</c:v>
                </c:pt>
                <c:pt idx="779">
                  <c:v>7.3</c:v>
                </c:pt>
                <c:pt idx="780">
                  <c:v>6.4</c:v>
                </c:pt>
                <c:pt idx="781">
                  <c:v>5.2</c:v>
                </c:pt>
                <c:pt idx="782">
                  <c:v>6</c:v>
                </c:pt>
                <c:pt idx="784">
                  <c:v>6.6</c:v>
                </c:pt>
                <c:pt idx="785">
                  <c:v>4.5999999999999996</c:v>
                </c:pt>
                <c:pt idx="786">
                  <c:v>7.3</c:v>
                </c:pt>
                <c:pt idx="787">
                  <c:v>8.1999999999999993</c:v>
                </c:pt>
                <c:pt idx="788">
                  <c:v>5.3</c:v>
                </c:pt>
                <c:pt idx="789">
                  <c:v>5.2</c:v>
                </c:pt>
                <c:pt idx="790">
                  <c:v>6.9</c:v>
                </c:pt>
                <c:pt idx="791">
                  <c:v>6.9</c:v>
                </c:pt>
                <c:pt idx="792">
                  <c:v>6.7</c:v>
                </c:pt>
                <c:pt idx="793">
                  <c:v>6.7</c:v>
                </c:pt>
                <c:pt idx="794">
                  <c:v>5.0999999999999996</c:v>
                </c:pt>
                <c:pt idx="795">
                  <c:v>4.2</c:v>
                </c:pt>
                <c:pt idx="796">
                  <c:v>5.8</c:v>
                </c:pt>
                <c:pt idx="797">
                  <c:v>2</c:v>
                </c:pt>
                <c:pt idx="798">
                  <c:v>6.9</c:v>
                </c:pt>
                <c:pt idx="799">
                  <c:v>7.6</c:v>
                </c:pt>
                <c:pt idx="800">
                  <c:v>5.5</c:v>
                </c:pt>
                <c:pt idx="801">
                  <c:v>7.2</c:v>
                </c:pt>
                <c:pt idx="802">
                  <c:v>6.6</c:v>
                </c:pt>
                <c:pt idx="803">
                  <c:v>5.0999999999999996</c:v>
                </c:pt>
                <c:pt idx="804">
                  <c:v>7.2</c:v>
                </c:pt>
                <c:pt idx="805">
                  <c:v>6</c:v>
                </c:pt>
                <c:pt idx="806">
                  <c:v>6.3</c:v>
                </c:pt>
                <c:pt idx="807">
                  <c:v>6.2</c:v>
                </c:pt>
                <c:pt idx="808">
                  <c:v>8.1</c:v>
                </c:pt>
                <c:pt idx="809">
                  <c:v>5.0999999999999996</c:v>
                </c:pt>
                <c:pt idx="810">
                  <c:v>7.9</c:v>
                </c:pt>
                <c:pt idx="811">
                  <c:v>6</c:v>
                </c:pt>
                <c:pt idx="812">
                  <c:v>5.2</c:v>
                </c:pt>
                <c:pt idx="813">
                  <c:v>5.8</c:v>
                </c:pt>
                <c:pt idx="814">
                  <c:v>4.5</c:v>
                </c:pt>
                <c:pt idx="815">
                  <c:v>5.3</c:v>
                </c:pt>
                <c:pt idx="816">
                  <c:v>5.6</c:v>
                </c:pt>
                <c:pt idx="817">
                  <c:v>7.2</c:v>
                </c:pt>
                <c:pt idx="818">
                  <c:v>9</c:v>
                </c:pt>
                <c:pt idx="819">
                  <c:v>3.2</c:v>
                </c:pt>
                <c:pt idx="820">
                  <c:v>6.3</c:v>
                </c:pt>
                <c:pt idx="821">
                  <c:v>6.3</c:v>
                </c:pt>
                <c:pt idx="822">
                  <c:v>7.1</c:v>
                </c:pt>
                <c:pt idx="823">
                  <c:v>6.4</c:v>
                </c:pt>
                <c:pt idx="824">
                  <c:v>3.9</c:v>
                </c:pt>
                <c:pt idx="825">
                  <c:v>6.9</c:v>
                </c:pt>
                <c:pt idx="826">
                  <c:v>7.5</c:v>
                </c:pt>
                <c:pt idx="827">
                  <c:v>5.9</c:v>
                </c:pt>
                <c:pt idx="828">
                  <c:v>6.1</c:v>
                </c:pt>
                <c:pt idx="829">
                  <c:v>4.3</c:v>
                </c:pt>
                <c:pt idx="830">
                  <c:v>5.0999999999999996</c:v>
                </c:pt>
                <c:pt idx="831">
                  <c:v>5</c:v>
                </c:pt>
                <c:pt idx="832">
                  <c:v>7.1</c:v>
                </c:pt>
                <c:pt idx="833">
                  <c:v>7.6</c:v>
                </c:pt>
                <c:pt idx="834">
                  <c:v>7.8</c:v>
                </c:pt>
                <c:pt idx="835">
                  <c:v>5.2</c:v>
                </c:pt>
                <c:pt idx="836">
                  <c:v>8.1999999999999993</c:v>
                </c:pt>
                <c:pt idx="837">
                  <c:v>7.8</c:v>
                </c:pt>
                <c:pt idx="838">
                  <c:v>8</c:v>
                </c:pt>
                <c:pt idx="839">
                  <c:v>3.8</c:v>
                </c:pt>
                <c:pt idx="840">
                  <c:v>6.5</c:v>
                </c:pt>
                <c:pt idx="841">
                  <c:v>7</c:v>
                </c:pt>
                <c:pt idx="842">
                  <c:v>6.5</c:v>
                </c:pt>
                <c:pt idx="843">
                  <c:v>6.3</c:v>
                </c:pt>
                <c:pt idx="844">
                  <c:v>6.7</c:v>
                </c:pt>
                <c:pt idx="845">
                  <c:v>6.4</c:v>
                </c:pt>
                <c:pt idx="847">
                  <c:v>5.9</c:v>
                </c:pt>
                <c:pt idx="848">
                  <c:v>6.8</c:v>
                </c:pt>
                <c:pt idx="849">
                  <c:v>6.7</c:v>
                </c:pt>
                <c:pt idx="850">
                  <c:v>5.3</c:v>
                </c:pt>
                <c:pt idx="851">
                  <c:v>4.9000000000000004</c:v>
                </c:pt>
                <c:pt idx="852">
                  <c:v>7</c:v>
                </c:pt>
                <c:pt idx="853">
                  <c:v>6.3</c:v>
                </c:pt>
                <c:pt idx="854">
                  <c:v>8.4</c:v>
                </c:pt>
                <c:pt idx="855">
                  <c:v>8.8000000000000007</c:v>
                </c:pt>
                <c:pt idx="856">
                  <c:v>9</c:v>
                </c:pt>
                <c:pt idx="857">
                  <c:v>8</c:v>
                </c:pt>
                <c:pt idx="858">
                  <c:v>6.1</c:v>
                </c:pt>
                <c:pt idx="859">
                  <c:v>7.2</c:v>
                </c:pt>
                <c:pt idx="860">
                  <c:v>7.6</c:v>
                </c:pt>
                <c:pt idx="861">
                  <c:v>7.8</c:v>
                </c:pt>
                <c:pt idx="862">
                  <c:v>7.8</c:v>
                </c:pt>
                <c:pt idx="863">
                  <c:v>6.5</c:v>
                </c:pt>
                <c:pt idx="864">
                  <c:v>8</c:v>
                </c:pt>
                <c:pt idx="865">
                  <c:v>7.5</c:v>
                </c:pt>
                <c:pt idx="866">
                  <c:v>8</c:v>
                </c:pt>
                <c:pt idx="867">
                  <c:v>6.7</c:v>
                </c:pt>
                <c:pt idx="868">
                  <c:v>7.6</c:v>
                </c:pt>
                <c:pt idx="869">
                  <c:v>7.2</c:v>
                </c:pt>
                <c:pt idx="870">
                  <c:v>8.1</c:v>
                </c:pt>
                <c:pt idx="871">
                  <c:v>5.7</c:v>
                </c:pt>
                <c:pt idx="872">
                  <c:v>8.1</c:v>
                </c:pt>
                <c:pt idx="873">
                  <c:v>7.5</c:v>
                </c:pt>
                <c:pt idx="874">
                  <c:v>7.8</c:v>
                </c:pt>
                <c:pt idx="875">
                  <c:v>7.4</c:v>
                </c:pt>
                <c:pt idx="876">
                  <c:v>7.5</c:v>
                </c:pt>
                <c:pt idx="877">
                  <c:v>6.5</c:v>
                </c:pt>
                <c:pt idx="878">
                  <c:v>8.8000000000000007</c:v>
                </c:pt>
                <c:pt idx="879">
                  <c:v>8.6999999999999993</c:v>
                </c:pt>
                <c:pt idx="880">
                  <c:v>5.6</c:v>
                </c:pt>
                <c:pt idx="881">
                  <c:v>6.5</c:v>
                </c:pt>
                <c:pt idx="882">
                  <c:v>6.5</c:v>
                </c:pt>
                <c:pt idx="883">
                  <c:v>6.4</c:v>
                </c:pt>
                <c:pt idx="884">
                  <c:v>8.1</c:v>
                </c:pt>
                <c:pt idx="885">
                  <c:v>8.3000000000000007</c:v>
                </c:pt>
                <c:pt idx="886">
                  <c:v>7.8</c:v>
                </c:pt>
                <c:pt idx="887">
                  <c:v>6.3</c:v>
                </c:pt>
                <c:pt idx="888">
                  <c:v>7.2</c:v>
                </c:pt>
                <c:pt idx="889">
                  <c:v>8</c:v>
                </c:pt>
                <c:pt idx="890">
                  <c:v>8.6</c:v>
                </c:pt>
                <c:pt idx="891">
                  <c:v>7.6</c:v>
                </c:pt>
                <c:pt idx="892">
                  <c:v>5.3</c:v>
                </c:pt>
                <c:pt idx="893">
                  <c:v>6.3</c:v>
                </c:pt>
                <c:pt idx="894">
                  <c:v>7.9</c:v>
                </c:pt>
                <c:pt idx="895">
                  <c:v>6.4</c:v>
                </c:pt>
                <c:pt idx="896">
                  <c:v>6.6</c:v>
                </c:pt>
                <c:pt idx="897">
                  <c:v>6.9</c:v>
                </c:pt>
                <c:pt idx="898">
                  <c:v>5.2</c:v>
                </c:pt>
                <c:pt idx="899">
                  <c:v>8.1</c:v>
                </c:pt>
                <c:pt idx="900">
                  <c:v>6.9</c:v>
                </c:pt>
                <c:pt idx="901">
                  <c:v>7.2</c:v>
                </c:pt>
                <c:pt idx="902">
                  <c:v>5.6</c:v>
                </c:pt>
                <c:pt idx="903">
                  <c:v>7</c:v>
                </c:pt>
                <c:pt idx="904">
                  <c:v>3.5</c:v>
                </c:pt>
                <c:pt idx="905">
                  <c:v>7.9</c:v>
                </c:pt>
                <c:pt idx="906">
                  <c:v>6.8</c:v>
                </c:pt>
                <c:pt idx="907">
                  <c:v>7.8</c:v>
                </c:pt>
                <c:pt idx="908">
                  <c:v>6.3</c:v>
                </c:pt>
                <c:pt idx="909">
                  <c:v>8.1</c:v>
                </c:pt>
                <c:pt idx="910">
                  <c:v>8.6</c:v>
                </c:pt>
                <c:pt idx="911">
                  <c:v>7.5</c:v>
                </c:pt>
                <c:pt idx="912">
                  <c:v>6.6</c:v>
                </c:pt>
                <c:pt idx="913">
                  <c:v>4.8</c:v>
                </c:pt>
                <c:pt idx="914">
                  <c:v>6.3</c:v>
                </c:pt>
                <c:pt idx="915">
                  <c:v>7.5</c:v>
                </c:pt>
                <c:pt idx="916">
                  <c:v>5.9</c:v>
                </c:pt>
                <c:pt idx="917">
                  <c:v>6.8</c:v>
                </c:pt>
                <c:pt idx="918">
                  <c:v>5.4</c:v>
                </c:pt>
                <c:pt idx="919">
                  <c:v>5.0999999999999996</c:v>
                </c:pt>
                <c:pt idx="920">
                  <c:v>5.5</c:v>
                </c:pt>
                <c:pt idx="921">
                  <c:v>8.1</c:v>
                </c:pt>
                <c:pt idx="922">
                  <c:v>8.3000000000000007</c:v>
                </c:pt>
                <c:pt idx="923">
                  <c:v>5.7</c:v>
                </c:pt>
                <c:pt idx="924">
                  <c:v>7.1</c:v>
                </c:pt>
                <c:pt idx="925">
                  <c:v>7.1</c:v>
                </c:pt>
                <c:pt idx="926">
                  <c:v>7.9</c:v>
                </c:pt>
                <c:pt idx="927">
                  <c:v>7.3</c:v>
                </c:pt>
                <c:pt idx="928">
                  <c:v>5.8</c:v>
                </c:pt>
                <c:pt idx="929">
                  <c:v>6.9</c:v>
                </c:pt>
                <c:pt idx="930">
                  <c:v>5.5</c:v>
                </c:pt>
                <c:pt idx="931">
                  <c:v>6.3</c:v>
                </c:pt>
                <c:pt idx="932">
                  <c:v>6.4</c:v>
                </c:pt>
                <c:pt idx="933">
                  <c:v>5.7</c:v>
                </c:pt>
                <c:pt idx="934">
                  <c:v>6.9</c:v>
                </c:pt>
                <c:pt idx="935">
                  <c:v>5.6</c:v>
                </c:pt>
                <c:pt idx="936">
                  <c:v>5.6</c:v>
                </c:pt>
                <c:pt idx="937">
                  <c:v>7.1</c:v>
                </c:pt>
                <c:pt idx="939">
                  <c:v>6.1</c:v>
                </c:pt>
                <c:pt idx="940">
                  <c:v>8</c:v>
                </c:pt>
                <c:pt idx="941">
                  <c:v>7.5</c:v>
                </c:pt>
                <c:pt idx="942">
                  <c:v>7.7</c:v>
                </c:pt>
                <c:pt idx="943">
                  <c:v>7.7</c:v>
                </c:pt>
                <c:pt idx="944">
                  <c:v>5.6</c:v>
                </c:pt>
                <c:pt idx="945">
                  <c:v>8.3000000000000007</c:v>
                </c:pt>
                <c:pt idx="946">
                  <c:v>5.3</c:v>
                </c:pt>
                <c:pt idx="947">
                  <c:v>7.1</c:v>
                </c:pt>
                <c:pt idx="948">
                  <c:v>6</c:v>
                </c:pt>
                <c:pt idx="949">
                  <c:v>5.6</c:v>
                </c:pt>
                <c:pt idx="950">
                  <c:v>7.3</c:v>
                </c:pt>
                <c:pt idx="951">
                  <c:v>6.4</c:v>
                </c:pt>
                <c:pt idx="952">
                  <c:v>7.1</c:v>
                </c:pt>
                <c:pt idx="953">
                  <c:v>8.1999999999999993</c:v>
                </c:pt>
                <c:pt idx="954">
                  <c:v>7.5</c:v>
                </c:pt>
                <c:pt idx="955">
                  <c:v>5.2</c:v>
                </c:pt>
                <c:pt idx="956">
                  <c:v>7.3</c:v>
                </c:pt>
                <c:pt idx="957">
                  <c:v>8</c:v>
                </c:pt>
                <c:pt idx="958">
                  <c:v>7.6</c:v>
                </c:pt>
                <c:pt idx="959">
                  <c:v>5.0999999999999996</c:v>
                </c:pt>
                <c:pt idx="960">
                  <c:v>7.8</c:v>
                </c:pt>
                <c:pt idx="961">
                  <c:v>8.3000000000000007</c:v>
                </c:pt>
                <c:pt idx="962">
                  <c:v>5</c:v>
                </c:pt>
                <c:pt idx="963">
                  <c:v>4.5999999999999996</c:v>
                </c:pt>
                <c:pt idx="964">
                  <c:v>7.4</c:v>
                </c:pt>
                <c:pt idx="965">
                  <c:v>6.2</c:v>
                </c:pt>
                <c:pt idx="966">
                  <c:v>6.9</c:v>
                </c:pt>
                <c:pt idx="967">
                  <c:v>6</c:v>
                </c:pt>
                <c:pt idx="968">
                  <c:v>5.8</c:v>
                </c:pt>
                <c:pt idx="969">
                  <c:v>8.1</c:v>
                </c:pt>
                <c:pt idx="970">
                  <c:v>7.3</c:v>
                </c:pt>
                <c:pt idx="971">
                  <c:v>8.1999999999999993</c:v>
                </c:pt>
                <c:pt idx="972">
                  <c:v>6.5</c:v>
                </c:pt>
                <c:pt idx="973">
                  <c:v>6.4</c:v>
                </c:pt>
                <c:pt idx="974">
                  <c:v>6.7</c:v>
                </c:pt>
                <c:pt idx="975">
                  <c:v>6.1</c:v>
                </c:pt>
                <c:pt idx="976">
                  <c:v>6.8</c:v>
                </c:pt>
                <c:pt idx="977">
                  <c:v>6</c:v>
                </c:pt>
                <c:pt idx="978">
                  <c:v>8.1999999999999993</c:v>
                </c:pt>
                <c:pt idx="979">
                  <c:v>7.7</c:v>
                </c:pt>
                <c:pt idx="980">
                  <c:v>6.6</c:v>
                </c:pt>
                <c:pt idx="981">
                  <c:v>6.1</c:v>
                </c:pt>
                <c:pt idx="982">
                  <c:v>6.4</c:v>
                </c:pt>
                <c:pt idx="983">
                  <c:v>6.8</c:v>
                </c:pt>
                <c:pt idx="984">
                  <c:v>7.6</c:v>
                </c:pt>
                <c:pt idx="985">
                  <c:v>4.8</c:v>
                </c:pt>
                <c:pt idx="986">
                  <c:v>6.2</c:v>
                </c:pt>
                <c:pt idx="987">
                  <c:v>6.5</c:v>
                </c:pt>
                <c:pt idx="988">
                  <c:v>4.5999999999999996</c:v>
                </c:pt>
                <c:pt idx="989">
                  <c:v>7.3</c:v>
                </c:pt>
                <c:pt idx="990">
                  <c:v>6.6</c:v>
                </c:pt>
                <c:pt idx="991">
                  <c:v>7.5</c:v>
                </c:pt>
                <c:pt idx="992">
                  <c:v>8.6</c:v>
                </c:pt>
                <c:pt idx="993">
                  <c:v>4.3</c:v>
                </c:pt>
                <c:pt idx="994">
                  <c:v>6.8</c:v>
                </c:pt>
                <c:pt idx="995">
                  <c:v>8.1</c:v>
                </c:pt>
                <c:pt idx="996">
                  <c:v>6.9</c:v>
                </c:pt>
                <c:pt idx="997">
                  <c:v>7</c:v>
                </c:pt>
                <c:pt idx="998">
                  <c:v>7.3</c:v>
                </c:pt>
                <c:pt idx="999">
                  <c:v>4</c:v>
                </c:pt>
                <c:pt idx="1000">
                  <c:v>6.4</c:v>
                </c:pt>
                <c:pt idx="1001">
                  <c:v>7.3</c:v>
                </c:pt>
                <c:pt idx="1002">
                  <c:v>7.9</c:v>
                </c:pt>
                <c:pt idx="1003">
                  <c:v>6.3</c:v>
                </c:pt>
                <c:pt idx="1004">
                  <c:v>6.5</c:v>
                </c:pt>
                <c:pt idx="1005">
                  <c:v>7.6</c:v>
                </c:pt>
                <c:pt idx="1006">
                  <c:v>7.2</c:v>
                </c:pt>
                <c:pt idx="1007">
                  <c:v>7.6</c:v>
                </c:pt>
                <c:pt idx="1008">
                  <c:v>8.1999999999999993</c:v>
                </c:pt>
                <c:pt idx="1009">
                  <c:v>6.7</c:v>
                </c:pt>
                <c:pt idx="1010">
                  <c:v>6.1</c:v>
                </c:pt>
                <c:pt idx="1011">
                  <c:v>7</c:v>
                </c:pt>
                <c:pt idx="1012">
                  <c:v>8.5</c:v>
                </c:pt>
                <c:pt idx="1013">
                  <c:v>8.6</c:v>
                </c:pt>
                <c:pt idx="1014">
                  <c:v>7.6</c:v>
                </c:pt>
                <c:pt idx="1015">
                  <c:v>7.9</c:v>
                </c:pt>
                <c:pt idx="1016">
                  <c:v>6.3</c:v>
                </c:pt>
                <c:pt idx="1017">
                  <c:v>5</c:v>
                </c:pt>
                <c:pt idx="1018">
                  <c:v>6.4</c:v>
                </c:pt>
                <c:pt idx="1019">
                  <c:v>7.8</c:v>
                </c:pt>
                <c:pt idx="1020">
                  <c:v>6.6</c:v>
                </c:pt>
                <c:pt idx="1021">
                  <c:v>7.8</c:v>
                </c:pt>
                <c:pt idx="1022">
                  <c:v>7.1</c:v>
                </c:pt>
                <c:pt idx="1023">
                  <c:v>6.9</c:v>
                </c:pt>
                <c:pt idx="1024">
                  <c:v>3.9</c:v>
                </c:pt>
                <c:pt idx="1025">
                  <c:v>6.9</c:v>
                </c:pt>
                <c:pt idx="1026">
                  <c:v>7</c:v>
                </c:pt>
                <c:pt idx="1027">
                  <c:v>6.8</c:v>
                </c:pt>
                <c:pt idx="1028">
                  <c:v>6.2</c:v>
                </c:pt>
                <c:pt idx="1029">
                  <c:v>8</c:v>
                </c:pt>
                <c:pt idx="1030">
                  <c:v>9</c:v>
                </c:pt>
                <c:pt idx="1031">
                  <c:v>5.3</c:v>
                </c:pt>
                <c:pt idx="1032">
                  <c:v>7.6</c:v>
                </c:pt>
                <c:pt idx="1033">
                  <c:v>7.6</c:v>
                </c:pt>
                <c:pt idx="1034">
                  <c:v>4.8</c:v>
                </c:pt>
                <c:pt idx="1035">
                  <c:v>6.9</c:v>
                </c:pt>
                <c:pt idx="1036">
                  <c:v>8.1999999999999993</c:v>
                </c:pt>
                <c:pt idx="1037">
                  <c:v>7.2</c:v>
                </c:pt>
                <c:pt idx="1038">
                  <c:v>8</c:v>
                </c:pt>
                <c:pt idx="1039">
                  <c:v>4.5999999999999996</c:v>
                </c:pt>
                <c:pt idx="1040">
                  <c:v>5.4</c:v>
                </c:pt>
                <c:pt idx="1041">
                  <c:v>8</c:v>
                </c:pt>
                <c:pt idx="1042">
                  <c:v>6</c:v>
                </c:pt>
                <c:pt idx="1043">
                  <c:v>7.2</c:v>
                </c:pt>
                <c:pt idx="1044">
                  <c:v>6.7</c:v>
                </c:pt>
                <c:pt idx="1045">
                  <c:v>6.8</c:v>
                </c:pt>
                <c:pt idx="1046">
                  <c:v>6.8</c:v>
                </c:pt>
                <c:pt idx="1047">
                  <c:v>6</c:v>
                </c:pt>
                <c:pt idx="1048">
                  <c:v>7</c:v>
                </c:pt>
                <c:pt idx="1049">
                  <c:v>7.8</c:v>
                </c:pt>
                <c:pt idx="1050">
                  <c:v>7.1</c:v>
                </c:pt>
                <c:pt idx="1051">
                  <c:v>7.6</c:v>
                </c:pt>
                <c:pt idx="1052">
                  <c:v>6.4</c:v>
                </c:pt>
                <c:pt idx="1053">
                  <c:v>5.8</c:v>
                </c:pt>
                <c:pt idx="1054">
                  <c:v>7.2</c:v>
                </c:pt>
                <c:pt idx="1055">
                  <c:v>7.3</c:v>
                </c:pt>
                <c:pt idx="1056">
                  <c:v>6.5</c:v>
                </c:pt>
                <c:pt idx="1057">
                  <c:v>6.5</c:v>
                </c:pt>
                <c:pt idx="1058">
                  <c:v>7.4</c:v>
                </c:pt>
                <c:pt idx="1059">
                  <c:v>5.0999999999999996</c:v>
                </c:pt>
                <c:pt idx="1060">
                  <c:v>7.9</c:v>
                </c:pt>
                <c:pt idx="1061">
                  <c:v>7.3</c:v>
                </c:pt>
                <c:pt idx="1062">
                  <c:v>6.2</c:v>
                </c:pt>
                <c:pt idx="1063">
                  <c:v>5.6</c:v>
                </c:pt>
                <c:pt idx="1064">
                  <c:v>7.5</c:v>
                </c:pt>
                <c:pt idx="1065">
                  <c:v>5</c:v>
                </c:pt>
                <c:pt idx="1066">
                  <c:v>6.4</c:v>
                </c:pt>
                <c:pt idx="1067">
                  <c:v>5.4</c:v>
                </c:pt>
                <c:pt idx="1068">
                  <c:v>7.1</c:v>
                </c:pt>
                <c:pt idx="1069">
                  <c:v>7.3</c:v>
                </c:pt>
                <c:pt idx="1070">
                  <c:v>5.3</c:v>
                </c:pt>
                <c:pt idx="1071">
                  <c:v>7.7</c:v>
                </c:pt>
                <c:pt idx="1072">
                  <c:v>4.5</c:v>
                </c:pt>
                <c:pt idx="1073">
                  <c:v>7</c:v>
                </c:pt>
                <c:pt idx="1074">
                  <c:v>6.7</c:v>
                </c:pt>
                <c:pt idx="1075">
                  <c:v>5.8</c:v>
                </c:pt>
                <c:pt idx="1076">
                  <c:v>5.4</c:v>
                </c:pt>
                <c:pt idx="1077">
                  <c:v>6.4</c:v>
                </c:pt>
                <c:pt idx="1078">
                  <c:v>7.3</c:v>
                </c:pt>
                <c:pt idx="1079">
                  <c:v>7.3</c:v>
                </c:pt>
                <c:pt idx="1080">
                  <c:v>6.6</c:v>
                </c:pt>
                <c:pt idx="1081">
                  <c:v>6.4</c:v>
                </c:pt>
                <c:pt idx="1082">
                  <c:v>7.8</c:v>
                </c:pt>
                <c:pt idx="1083">
                  <c:v>5.9</c:v>
                </c:pt>
                <c:pt idx="1084">
                  <c:v>7.3</c:v>
                </c:pt>
                <c:pt idx="1085">
                  <c:v>5.5</c:v>
                </c:pt>
                <c:pt idx="1086">
                  <c:v>6.7</c:v>
                </c:pt>
                <c:pt idx="1087">
                  <c:v>6.7</c:v>
                </c:pt>
                <c:pt idx="1088">
                  <c:v>6.4</c:v>
                </c:pt>
                <c:pt idx="1089">
                  <c:v>6.3</c:v>
                </c:pt>
                <c:pt idx="1090">
                  <c:v>6.2</c:v>
                </c:pt>
                <c:pt idx="1091">
                  <c:v>5.9</c:v>
                </c:pt>
                <c:pt idx="1092">
                  <c:v>5.0999999999999996</c:v>
                </c:pt>
                <c:pt idx="1093">
                  <c:v>4.5</c:v>
                </c:pt>
                <c:pt idx="1094">
                  <c:v>6.1</c:v>
                </c:pt>
                <c:pt idx="1095">
                  <c:v>7.4</c:v>
                </c:pt>
                <c:pt idx="1096">
                  <c:v>5.3</c:v>
                </c:pt>
                <c:pt idx="1097">
                  <c:v>5.2</c:v>
                </c:pt>
                <c:pt idx="1098">
                  <c:v>1.7</c:v>
                </c:pt>
                <c:pt idx="1099">
                  <c:v>7.2</c:v>
                </c:pt>
                <c:pt idx="1100">
                  <c:v>5.2</c:v>
                </c:pt>
                <c:pt idx="1101">
                  <c:v>6.4</c:v>
                </c:pt>
                <c:pt idx="1102">
                  <c:v>3.9</c:v>
                </c:pt>
                <c:pt idx="1103">
                  <c:v>5.6</c:v>
                </c:pt>
                <c:pt idx="1104">
                  <c:v>8.3000000000000007</c:v>
                </c:pt>
                <c:pt idx="1105">
                  <c:v>6.7</c:v>
                </c:pt>
                <c:pt idx="1106">
                  <c:v>5.8</c:v>
                </c:pt>
                <c:pt idx="1107">
                  <c:v>6.3</c:v>
                </c:pt>
                <c:pt idx="1108">
                  <c:v>7.8</c:v>
                </c:pt>
                <c:pt idx="1109">
                  <c:v>7.3</c:v>
                </c:pt>
                <c:pt idx="1110">
                  <c:v>7.3</c:v>
                </c:pt>
                <c:pt idx="1111">
                  <c:v>6.9</c:v>
                </c:pt>
                <c:pt idx="1112">
                  <c:v>6.3</c:v>
                </c:pt>
                <c:pt idx="1113">
                  <c:v>5.5</c:v>
                </c:pt>
                <c:pt idx="1114">
                  <c:v>5.5</c:v>
                </c:pt>
                <c:pt idx="1115">
                  <c:v>5.7</c:v>
                </c:pt>
                <c:pt idx="1116">
                  <c:v>6.2</c:v>
                </c:pt>
                <c:pt idx="1117">
                  <c:v>7.4</c:v>
                </c:pt>
                <c:pt idx="1118">
                  <c:v>4.9000000000000004</c:v>
                </c:pt>
                <c:pt idx="1119">
                  <c:v>7</c:v>
                </c:pt>
                <c:pt idx="1120">
                  <c:v>2.6</c:v>
                </c:pt>
                <c:pt idx="1121">
                  <c:v>8</c:v>
                </c:pt>
                <c:pt idx="1122">
                  <c:v>6.6</c:v>
                </c:pt>
                <c:pt idx="1123">
                  <c:v>7.1</c:v>
                </c:pt>
                <c:pt idx="1125">
                  <c:v>6.9</c:v>
                </c:pt>
                <c:pt idx="1126">
                  <c:v>3.8</c:v>
                </c:pt>
                <c:pt idx="1127">
                  <c:v>6.9</c:v>
                </c:pt>
                <c:pt idx="1128">
                  <c:v>4</c:v>
                </c:pt>
                <c:pt idx="1129">
                  <c:v>7.4</c:v>
                </c:pt>
                <c:pt idx="1130">
                  <c:v>4.8</c:v>
                </c:pt>
                <c:pt idx="1131">
                  <c:v>7.1</c:v>
                </c:pt>
                <c:pt idx="1132">
                  <c:v>8.6</c:v>
                </c:pt>
                <c:pt idx="1133">
                  <c:v>6.1</c:v>
                </c:pt>
                <c:pt idx="1134">
                  <c:v>6.1</c:v>
                </c:pt>
                <c:pt idx="1135">
                  <c:v>6</c:v>
                </c:pt>
                <c:pt idx="1136">
                  <c:v>5.0999999999999996</c:v>
                </c:pt>
                <c:pt idx="1137">
                  <c:v>8.8000000000000007</c:v>
                </c:pt>
                <c:pt idx="1138">
                  <c:v>8.5</c:v>
                </c:pt>
                <c:pt idx="1139">
                  <c:v>8.6999999999999993</c:v>
                </c:pt>
                <c:pt idx="1140">
                  <c:v>8.5</c:v>
                </c:pt>
                <c:pt idx="1141">
                  <c:v>8.4</c:v>
                </c:pt>
                <c:pt idx="1142">
                  <c:v>8.1999999999999993</c:v>
                </c:pt>
                <c:pt idx="1143">
                  <c:v>8.1999999999999993</c:v>
                </c:pt>
                <c:pt idx="1144">
                  <c:v>8.4</c:v>
                </c:pt>
                <c:pt idx="1145">
                  <c:v>8.6999999999999993</c:v>
                </c:pt>
                <c:pt idx="1146">
                  <c:v>7.6</c:v>
                </c:pt>
                <c:pt idx="1147">
                  <c:v>7.9</c:v>
                </c:pt>
                <c:pt idx="1148">
                  <c:v>8.6999999999999993</c:v>
                </c:pt>
                <c:pt idx="1149">
                  <c:v>8.3000000000000007</c:v>
                </c:pt>
                <c:pt idx="1150">
                  <c:v>7.8</c:v>
                </c:pt>
                <c:pt idx="1151">
                  <c:v>7.6</c:v>
                </c:pt>
                <c:pt idx="1152">
                  <c:v>7.3</c:v>
                </c:pt>
                <c:pt idx="1153">
                  <c:v>8.1</c:v>
                </c:pt>
                <c:pt idx="1154">
                  <c:v>6.8</c:v>
                </c:pt>
                <c:pt idx="1155">
                  <c:v>8.3000000000000007</c:v>
                </c:pt>
                <c:pt idx="1156">
                  <c:v>6.1</c:v>
                </c:pt>
                <c:pt idx="1157">
                  <c:v>8.1999999999999993</c:v>
                </c:pt>
                <c:pt idx="1158">
                  <c:v>8.1</c:v>
                </c:pt>
                <c:pt idx="1159">
                  <c:v>6.8</c:v>
                </c:pt>
                <c:pt idx="1160">
                  <c:v>7</c:v>
                </c:pt>
                <c:pt idx="1161">
                  <c:v>7.1</c:v>
                </c:pt>
                <c:pt idx="1162">
                  <c:v>5.3</c:v>
                </c:pt>
                <c:pt idx="1163">
                  <c:v>7.6</c:v>
                </c:pt>
                <c:pt idx="1164">
                  <c:v>7.5</c:v>
                </c:pt>
                <c:pt idx="1165">
                  <c:v>7.1</c:v>
                </c:pt>
                <c:pt idx="1166">
                  <c:v>7.9</c:v>
                </c:pt>
                <c:pt idx="1167">
                  <c:v>8.3000000000000007</c:v>
                </c:pt>
                <c:pt idx="1168">
                  <c:v>8.1999999999999993</c:v>
                </c:pt>
                <c:pt idx="1169">
                  <c:v>7.1</c:v>
                </c:pt>
                <c:pt idx="1170">
                  <c:v>5.4</c:v>
                </c:pt>
                <c:pt idx="1171">
                  <c:v>7.7</c:v>
                </c:pt>
                <c:pt idx="1172">
                  <c:v>7.7</c:v>
                </c:pt>
                <c:pt idx="1173">
                  <c:v>7.8</c:v>
                </c:pt>
                <c:pt idx="1174">
                  <c:v>6.5</c:v>
                </c:pt>
                <c:pt idx="1175">
                  <c:v>7.9</c:v>
                </c:pt>
                <c:pt idx="1176">
                  <c:v>6.7</c:v>
                </c:pt>
                <c:pt idx="1177">
                  <c:v>7.1</c:v>
                </c:pt>
                <c:pt idx="1178">
                  <c:v>8</c:v>
                </c:pt>
                <c:pt idx="1179">
                  <c:v>6.9</c:v>
                </c:pt>
                <c:pt idx="1180">
                  <c:v>8.8000000000000007</c:v>
                </c:pt>
                <c:pt idx="1181">
                  <c:v>7.7</c:v>
                </c:pt>
                <c:pt idx="1182">
                  <c:v>7.5</c:v>
                </c:pt>
                <c:pt idx="1183">
                  <c:v>9</c:v>
                </c:pt>
                <c:pt idx="1184">
                  <c:v>7.9</c:v>
                </c:pt>
                <c:pt idx="1185">
                  <c:v>7.8</c:v>
                </c:pt>
                <c:pt idx="1186">
                  <c:v>7.3</c:v>
                </c:pt>
                <c:pt idx="1187">
                  <c:v>6.3</c:v>
                </c:pt>
                <c:pt idx="1188">
                  <c:v>7.5</c:v>
                </c:pt>
                <c:pt idx="1189">
                  <c:v>7.1</c:v>
                </c:pt>
                <c:pt idx="1190">
                  <c:v>7.9</c:v>
                </c:pt>
                <c:pt idx="1191">
                  <c:v>7.3</c:v>
                </c:pt>
                <c:pt idx="1192">
                  <c:v>7.6</c:v>
                </c:pt>
                <c:pt idx="1193">
                  <c:v>7.2</c:v>
                </c:pt>
                <c:pt idx="1194">
                  <c:v>6.2</c:v>
                </c:pt>
                <c:pt idx="1195">
                  <c:v>7.8</c:v>
                </c:pt>
                <c:pt idx="1196">
                  <c:v>8.1</c:v>
                </c:pt>
                <c:pt idx="1197">
                  <c:v>7.9</c:v>
                </c:pt>
                <c:pt idx="1198">
                  <c:v>5.4</c:v>
                </c:pt>
                <c:pt idx="1199">
                  <c:v>7.4</c:v>
                </c:pt>
                <c:pt idx="1200">
                  <c:v>5.9</c:v>
                </c:pt>
                <c:pt idx="1201">
                  <c:v>6.3</c:v>
                </c:pt>
                <c:pt idx="1202">
                  <c:v>7.6</c:v>
                </c:pt>
                <c:pt idx="1203">
                  <c:v>8.3000000000000007</c:v>
                </c:pt>
                <c:pt idx="1204">
                  <c:v>6.8</c:v>
                </c:pt>
                <c:pt idx="1205">
                  <c:v>8.1999999999999993</c:v>
                </c:pt>
                <c:pt idx="1206">
                  <c:v>7.1</c:v>
                </c:pt>
                <c:pt idx="1207">
                  <c:v>8</c:v>
                </c:pt>
                <c:pt idx="1208">
                  <c:v>7.6</c:v>
                </c:pt>
                <c:pt idx="1209">
                  <c:v>6.6</c:v>
                </c:pt>
                <c:pt idx="1210">
                  <c:v>8.5</c:v>
                </c:pt>
                <c:pt idx="1211">
                  <c:v>8.1</c:v>
                </c:pt>
                <c:pt idx="1212">
                  <c:v>7.3</c:v>
                </c:pt>
                <c:pt idx="1213">
                  <c:v>7.7</c:v>
                </c:pt>
                <c:pt idx="1214">
                  <c:v>7.1</c:v>
                </c:pt>
                <c:pt idx="1215">
                  <c:v>5.5</c:v>
                </c:pt>
                <c:pt idx="1216">
                  <c:v>7.2</c:v>
                </c:pt>
                <c:pt idx="1217">
                  <c:v>7.4</c:v>
                </c:pt>
                <c:pt idx="1218">
                  <c:v>6.7</c:v>
                </c:pt>
                <c:pt idx="1219">
                  <c:v>6</c:v>
                </c:pt>
                <c:pt idx="1220">
                  <c:v>7.4</c:v>
                </c:pt>
                <c:pt idx="1221">
                  <c:v>6.6</c:v>
                </c:pt>
                <c:pt idx="1222">
                  <c:v>7.6</c:v>
                </c:pt>
                <c:pt idx="1223">
                  <c:v>7.3</c:v>
                </c:pt>
                <c:pt idx="1224">
                  <c:v>7.7</c:v>
                </c:pt>
                <c:pt idx="1225">
                  <c:v>7.5</c:v>
                </c:pt>
                <c:pt idx="1226">
                  <c:v>8.3000000000000007</c:v>
                </c:pt>
                <c:pt idx="1227">
                  <c:v>7.6</c:v>
                </c:pt>
                <c:pt idx="1228">
                  <c:v>6.8</c:v>
                </c:pt>
                <c:pt idx="1229">
                  <c:v>7.4</c:v>
                </c:pt>
                <c:pt idx="1230">
                  <c:v>7</c:v>
                </c:pt>
                <c:pt idx="1231">
                  <c:v>6.7</c:v>
                </c:pt>
                <c:pt idx="1232">
                  <c:v>6.9</c:v>
                </c:pt>
                <c:pt idx="1233">
                  <c:v>7.3</c:v>
                </c:pt>
                <c:pt idx="1234">
                  <c:v>8.6</c:v>
                </c:pt>
                <c:pt idx="1235">
                  <c:v>7.1</c:v>
                </c:pt>
                <c:pt idx="1236">
                  <c:v>6.4</c:v>
                </c:pt>
                <c:pt idx="1237">
                  <c:v>6.6</c:v>
                </c:pt>
                <c:pt idx="1238">
                  <c:v>5.3</c:v>
                </c:pt>
                <c:pt idx="1239">
                  <c:v>6.6</c:v>
                </c:pt>
                <c:pt idx="1240">
                  <c:v>6.2</c:v>
                </c:pt>
                <c:pt idx="1241">
                  <c:v>8</c:v>
                </c:pt>
                <c:pt idx="1242">
                  <c:v>7.3</c:v>
                </c:pt>
                <c:pt idx="1243">
                  <c:v>8.3000000000000007</c:v>
                </c:pt>
                <c:pt idx="1244">
                  <c:v>8.1999999999999993</c:v>
                </c:pt>
                <c:pt idx="1245">
                  <c:v>6.4</c:v>
                </c:pt>
                <c:pt idx="1246">
                  <c:v>6.3</c:v>
                </c:pt>
                <c:pt idx="1247">
                  <c:v>6.3</c:v>
                </c:pt>
                <c:pt idx="1248">
                  <c:v>5.3</c:v>
                </c:pt>
                <c:pt idx="1249">
                  <c:v>6.8</c:v>
                </c:pt>
                <c:pt idx="1250">
                  <c:v>6.6</c:v>
                </c:pt>
                <c:pt idx="1251">
                  <c:v>8.1999999999999993</c:v>
                </c:pt>
                <c:pt idx="1252">
                  <c:v>6.1</c:v>
                </c:pt>
                <c:pt idx="1253">
                  <c:v>7.6</c:v>
                </c:pt>
                <c:pt idx="1254">
                  <c:v>6.3</c:v>
                </c:pt>
                <c:pt idx="1255">
                  <c:v>7.5</c:v>
                </c:pt>
                <c:pt idx="1256">
                  <c:v>6.1</c:v>
                </c:pt>
                <c:pt idx="1257">
                  <c:v>7.6</c:v>
                </c:pt>
                <c:pt idx="1258">
                  <c:v>7.1</c:v>
                </c:pt>
                <c:pt idx="1259">
                  <c:v>7</c:v>
                </c:pt>
                <c:pt idx="1260">
                  <c:v>6.2</c:v>
                </c:pt>
                <c:pt idx="1261">
                  <c:v>4.3</c:v>
                </c:pt>
                <c:pt idx="1262">
                  <c:v>6.8</c:v>
                </c:pt>
                <c:pt idx="1263">
                  <c:v>7.7</c:v>
                </c:pt>
                <c:pt idx="1264">
                  <c:v>8.4</c:v>
                </c:pt>
                <c:pt idx="1265">
                  <c:v>7.9</c:v>
                </c:pt>
                <c:pt idx="1266">
                  <c:v>6.5</c:v>
                </c:pt>
                <c:pt idx="1267">
                  <c:v>6.7</c:v>
                </c:pt>
                <c:pt idx="1268">
                  <c:v>8.5</c:v>
                </c:pt>
                <c:pt idx="1269">
                  <c:v>8.4</c:v>
                </c:pt>
                <c:pt idx="1270">
                  <c:v>7.3</c:v>
                </c:pt>
                <c:pt idx="1271">
                  <c:v>7.6</c:v>
                </c:pt>
                <c:pt idx="1272">
                  <c:v>8.4</c:v>
                </c:pt>
                <c:pt idx="1273">
                  <c:v>6</c:v>
                </c:pt>
                <c:pt idx="1274">
                  <c:v>4.8</c:v>
                </c:pt>
                <c:pt idx="1275">
                  <c:v>5.3</c:v>
                </c:pt>
                <c:pt idx="1276">
                  <c:v>7.2</c:v>
                </c:pt>
                <c:pt idx="1277">
                  <c:v>7</c:v>
                </c:pt>
                <c:pt idx="1278">
                  <c:v>6.5</c:v>
                </c:pt>
                <c:pt idx="1279">
                  <c:v>5.9</c:v>
                </c:pt>
                <c:pt idx="1280">
                  <c:v>7.6</c:v>
                </c:pt>
                <c:pt idx="1281">
                  <c:v>7.2</c:v>
                </c:pt>
                <c:pt idx="1282">
                  <c:v>7</c:v>
                </c:pt>
                <c:pt idx="1283">
                  <c:v>7.1</c:v>
                </c:pt>
                <c:pt idx="1284">
                  <c:v>7.1</c:v>
                </c:pt>
                <c:pt idx="1285">
                  <c:v>5.9</c:v>
                </c:pt>
                <c:pt idx="1286">
                  <c:v>8.4</c:v>
                </c:pt>
                <c:pt idx="1287">
                  <c:v>8.1999999999999993</c:v>
                </c:pt>
                <c:pt idx="1288">
                  <c:v>7.3</c:v>
                </c:pt>
                <c:pt idx="1289">
                  <c:v>7.6</c:v>
                </c:pt>
                <c:pt idx="1290">
                  <c:v>6.3</c:v>
                </c:pt>
                <c:pt idx="1291">
                  <c:v>8.1999999999999993</c:v>
                </c:pt>
                <c:pt idx="1292">
                  <c:v>5.5</c:v>
                </c:pt>
                <c:pt idx="1293">
                  <c:v>8.4</c:v>
                </c:pt>
                <c:pt idx="1294">
                  <c:v>6.1</c:v>
                </c:pt>
                <c:pt idx="1295">
                  <c:v>6.3</c:v>
                </c:pt>
                <c:pt idx="1296">
                  <c:v>7.2</c:v>
                </c:pt>
                <c:pt idx="1297">
                  <c:v>7.7</c:v>
                </c:pt>
                <c:pt idx="1298">
                  <c:v>8.1</c:v>
                </c:pt>
                <c:pt idx="1299">
                  <c:v>6</c:v>
                </c:pt>
                <c:pt idx="1300">
                  <c:v>5.6</c:v>
                </c:pt>
                <c:pt idx="1301">
                  <c:v>7.2</c:v>
                </c:pt>
                <c:pt idx="1302">
                  <c:v>7.3</c:v>
                </c:pt>
                <c:pt idx="1303">
                  <c:v>7.3</c:v>
                </c:pt>
                <c:pt idx="1304">
                  <c:v>5.5</c:v>
                </c:pt>
                <c:pt idx="1305">
                  <c:v>5.7</c:v>
                </c:pt>
                <c:pt idx="1306">
                  <c:v>7.3</c:v>
                </c:pt>
                <c:pt idx="1307">
                  <c:v>7.1</c:v>
                </c:pt>
                <c:pt idx="1308">
                  <c:v>6.1</c:v>
                </c:pt>
                <c:pt idx="1309">
                  <c:v>4.8</c:v>
                </c:pt>
                <c:pt idx="1310">
                  <c:v>5.8</c:v>
                </c:pt>
                <c:pt idx="1311">
                  <c:v>4.0999999999999996</c:v>
                </c:pt>
                <c:pt idx="1312">
                  <c:v>5.8</c:v>
                </c:pt>
                <c:pt idx="1313">
                  <c:v>6.3</c:v>
                </c:pt>
                <c:pt idx="1314">
                  <c:v>5.7</c:v>
                </c:pt>
                <c:pt idx="1315">
                  <c:v>8.4</c:v>
                </c:pt>
                <c:pt idx="1316">
                  <c:v>6.7</c:v>
                </c:pt>
                <c:pt idx="1317">
                  <c:v>6.9</c:v>
                </c:pt>
                <c:pt idx="1318">
                  <c:v>7.5</c:v>
                </c:pt>
                <c:pt idx="1319">
                  <c:v>7</c:v>
                </c:pt>
                <c:pt idx="1320">
                  <c:v>7.6</c:v>
                </c:pt>
                <c:pt idx="1321">
                  <c:v>6.9</c:v>
                </c:pt>
                <c:pt idx="1322">
                  <c:v>5.8</c:v>
                </c:pt>
                <c:pt idx="1323">
                  <c:v>7.4</c:v>
                </c:pt>
                <c:pt idx="1324">
                  <c:v>8</c:v>
                </c:pt>
                <c:pt idx="1325">
                  <c:v>6.9</c:v>
                </c:pt>
                <c:pt idx="1326">
                  <c:v>6.7</c:v>
                </c:pt>
                <c:pt idx="1327">
                  <c:v>5.3</c:v>
                </c:pt>
                <c:pt idx="1328">
                  <c:v>7.8</c:v>
                </c:pt>
                <c:pt idx="1329">
                  <c:v>6.6</c:v>
                </c:pt>
                <c:pt idx="1330">
                  <c:v>8.4</c:v>
                </c:pt>
                <c:pt idx="1331">
                  <c:v>8.4</c:v>
                </c:pt>
                <c:pt idx="1332">
                  <c:v>8.6</c:v>
                </c:pt>
                <c:pt idx="1333">
                  <c:v>6</c:v>
                </c:pt>
                <c:pt idx="1334">
                  <c:v>8.4</c:v>
                </c:pt>
                <c:pt idx="1335">
                  <c:v>6.2</c:v>
                </c:pt>
                <c:pt idx="1336">
                  <c:v>5.4</c:v>
                </c:pt>
                <c:pt idx="1337">
                  <c:v>4.5999999999999996</c:v>
                </c:pt>
                <c:pt idx="1338">
                  <c:v>9.1999999999999993</c:v>
                </c:pt>
                <c:pt idx="1339">
                  <c:v>6.6</c:v>
                </c:pt>
                <c:pt idx="1340">
                  <c:v>7.5</c:v>
                </c:pt>
                <c:pt idx="1341">
                  <c:v>5.7</c:v>
                </c:pt>
                <c:pt idx="1342">
                  <c:v>7</c:v>
                </c:pt>
                <c:pt idx="1343">
                  <c:v>6.3</c:v>
                </c:pt>
                <c:pt idx="1344">
                  <c:v>6.2</c:v>
                </c:pt>
                <c:pt idx="1345">
                  <c:v>8.1999999999999993</c:v>
                </c:pt>
                <c:pt idx="1346">
                  <c:v>7.7</c:v>
                </c:pt>
                <c:pt idx="1347">
                  <c:v>6.4</c:v>
                </c:pt>
                <c:pt idx="1348">
                  <c:v>7.3</c:v>
                </c:pt>
                <c:pt idx="1349">
                  <c:v>8.1999999999999993</c:v>
                </c:pt>
                <c:pt idx="1350">
                  <c:v>8.1999999999999993</c:v>
                </c:pt>
                <c:pt idx="1351">
                  <c:v>6.8</c:v>
                </c:pt>
                <c:pt idx="1352">
                  <c:v>5.9</c:v>
                </c:pt>
                <c:pt idx="1353">
                  <c:v>6</c:v>
                </c:pt>
                <c:pt idx="1354">
                  <c:v>7.2</c:v>
                </c:pt>
                <c:pt idx="1355">
                  <c:v>5.5</c:v>
                </c:pt>
                <c:pt idx="1356">
                  <c:v>6.9</c:v>
                </c:pt>
                <c:pt idx="1357">
                  <c:v>8.6999999999999993</c:v>
                </c:pt>
                <c:pt idx="1358">
                  <c:v>8.1999999999999993</c:v>
                </c:pt>
                <c:pt idx="1359">
                  <c:v>7</c:v>
                </c:pt>
                <c:pt idx="1360">
                  <c:v>5.5</c:v>
                </c:pt>
                <c:pt idx="1361">
                  <c:v>7.4</c:v>
                </c:pt>
                <c:pt idx="1362">
                  <c:v>6.7</c:v>
                </c:pt>
                <c:pt idx="1363">
                  <c:v>5.9</c:v>
                </c:pt>
                <c:pt idx="1364">
                  <c:v>4.0999999999999996</c:v>
                </c:pt>
                <c:pt idx="1365">
                  <c:v>6.5</c:v>
                </c:pt>
                <c:pt idx="1366">
                  <c:v>5.4</c:v>
                </c:pt>
                <c:pt idx="1367">
                  <c:v>6</c:v>
                </c:pt>
                <c:pt idx="1368">
                  <c:v>6.1</c:v>
                </c:pt>
                <c:pt idx="1369">
                  <c:v>5.2</c:v>
                </c:pt>
                <c:pt idx="1370">
                  <c:v>7.4</c:v>
                </c:pt>
                <c:pt idx="1371">
                  <c:v>5.6</c:v>
                </c:pt>
                <c:pt idx="1372">
                  <c:v>7.5</c:v>
                </c:pt>
                <c:pt idx="1373">
                  <c:v>8.1999999999999993</c:v>
                </c:pt>
                <c:pt idx="1374">
                  <c:v>7.4</c:v>
                </c:pt>
                <c:pt idx="1375">
                  <c:v>7.9</c:v>
                </c:pt>
                <c:pt idx="1376">
                  <c:v>7.3</c:v>
                </c:pt>
                <c:pt idx="1377">
                  <c:v>5.7</c:v>
                </c:pt>
                <c:pt idx="1378">
                  <c:v>6.7</c:v>
                </c:pt>
                <c:pt idx="1379">
                  <c:v>5.5</c:v>
                </c:pt>
                <c:pt idx="1380">
                  <c:v>5.7</c:v>
                </c:pt>
                <c:pt idx="1381">
                  <c:v>5.7</c:v>
                </c:pt>
                <c:pt idx="1382">
                  <c:v>4.5</c:v>
                </c:pt>
                <c:pt idx="1383">
                  <c:v>5.3</c:v>
                </c:pt>
                <c:pt idx="1384">
                  <c:v>7.2</c:v>
                </c:pt>
                <c:pt idx="1385">
                  <c:v>5.9</c:v>
                </c:pt>
                <c:pt idx="1386">
                  <c:v>4.5</c:v>
                </c:pt>
                <c:pt idx="1387">
                  <c:v>6.1</c:v>
                </c:pt>
                <c:pt idx="1388">
                  <c:v>6.1</c:v>
                </c:pt>
                <c:pt idx="1389">
                  <c:v>6.7</c:v>
                </c:pt>
                <c:pt idx="1390">
                  <c:v>8.1</c:v>
                </c:pt>
                <c:pt idx="1391">
                  <c:v>6.6</c:v>
                </c:pt>
                <c:pt idx="1392">
                  <c:v>7.9</c:v>
                </c:pt>
                <c:pt idx="1393">
                  <c:v>6.8</c:v>
                </c:pt>
                <c:pt idx="1394">
                  <c:v>8.3000000000000007</c:v>
                </c:pt>
                <c:pt idx="1395">
                  <c:v>5.8</c:v>
                </c:pt>
                <c:pt idx="1396">
                  <c:v>5.9</c:v>
                </c:pt>
                <c:pt idx="1397">
                  <c:v>6.6</c:v>
                </c:pt>
                <c:pt idx="1398">
                  <c:v>7.5</c:v>
                </c:pt>
                <c:pt idx="1399">
                  <c:v>5</c:v>
                </c:pt>
                <c:pt idx="1400">
                  <c:v>8.1</c:v>
                </c:pt>
                <c:pt idx="1401">
                  <c:v>6.8</c:v>
                </c:pt>
                <c:pt idx="1402">
                  <c:v>6.5</c:v>
                </c:pt>
                <c:pt idx="1403">
                  <c:v>7.6</c:v>
                </c:pt>
                <c:pt idx="1404">
                  <c:v>6.8</c:v>
                </c:pt>
                <c:pt idx="1405">
                  <c:v>5.8</c:v>
                </c:pt>
                <c:pt idx="1406">
                  <c:v>6</c:v>
                </c:pt>
                <c:pt idx="1407">
                  <c:v>6.8</c:v>
                </c:pt>
                <c:pt idx="1408">
                  <c:v>6.6</c:v>
                </c:pt>
                <c:pt idx="1409">
                  <c:v>7.8</c:v>
                </c:pt>
                <c:pt idx="1410">
                  <c:v>5.3</c:v>
                </c:pt>
                <c:pt idx="1411">
                  <c:v>6.1</c:v>
                </c:pt>
                <c:pt idx="1412">
                  <c:v>7.7</c:v>
                </c:pt>
                <c:pt idx="1413">
                  <c:v>6.9</c:v>
                </c:pt>
                <c:pt idx="1414">
                  <c:v>7.4</c:v>
                </c:pt>
                <c:pt idx="1415">
                  <c:v>8</c:v>
                </c:pt>
                <c:pt idx="1416">
                  <c:v>5.3</c:v>
                </c:pt>
                <c:pt idx="1417">
                  <c:v>7.7</c:v>
                </c:pt>
                <c:pt idx="1418">
                  <c:v>4.0999999999999996</c:v>
                </c:pt>
                <c:pt idx="1419">
                  <c:v>6.7</c:v>
                </c:pt>
                <c:pt idx="1420">
                  <c:v>7.1</c:v>
                </c:pt>
                <c:pt idx="1421">
                  <c:v>7.9</c:v>
                </c:pt>
                <c:pt idx="1422">
                  <c:v>5.5</c:v>
                </c:pt>
                <c:pt idx="1423">
                  <c:v>7.6</c:v>
                </c:pt>
                <c:pt idx="1424">
                  <c:v>7.9</c:v>
                </c:pt>
                <c:pt idx="1425">
                  <c:v>5.6</c:v>
                </c:pt>
                <c:pt idx="1426">
                  <c:v>6.8</c:v>
                </c:pt>
                <c:pt idx="1427">
                  <c:v>7.4</c:v>
                </c:pt>
                <c:pt idx="1428">
                  <c:v>6.4</c:v>
                </c:pt>
                <c:pt idx="1429">
                  <c:v>7.9</c:v>
                </c:pt>
                <c:pt idx="1430">
                  <c:v>4.9000000000000004</c:v>
                </c:pt>
                <c:pt idx="1431">
                  <c:v>7.2</c:v>
                </c:pt>
                <c:pt idx="1432">
                  <c:v>7.3</c:v>
                </c:pt>
                <c:pt idx="1433">
                  <c:v>5.0999999999999996</c:v>
                </c:pt>
                <c:pt idx="1434">
                  <c:v>5.7</c:v>
                </c:pt>
                <c:pt idx="1435">
                  <c:v>8.1</c:v>
                </c:pt>
                <c:pt idx="1436">
                  <c:v>8.3000000000000007</c:v>
                </c:pt>
                <c:pt idx="1437">
                  <c:v>6.8</c:v>
                </c:pt>
                <c:pt idx="1438">
                  <c:v>8.4</c:v>
                </c:pt>
                <c:pt idx="1439">
                  <c:v>7.4</c:v>
                </c:pt>
                <c:pt idx="1440">
                  <c:v>3.6</c:v>
                </c:pt>
                <c:pt idx="1441">
                  <c:v>8.1</c:v>
                </c:pt>
                <c:pt idx="1442">
                  <c:v>6.7</c:v>
                </c:pt>
                <c:pt idx="1443">
                  <c:v>5.6</c:v>
                </c:pt>
                <c:pt idx="1444">
                  <c:v>7.8</c:v>
                </c:pt>
                <c:pt idx="1445">
                  <c:v>6.6</c:v>
                </c:pt>
                <c:pt idx="1446">
                  <c:v>7.4</c:v>
                </c:pt>
                <c:pt idx="1447">
                  <c:v>6.2</c:v>
                </c:pt>
                <c:pt idx="1448">
                  <c:v>7.7</c:v>
                </c:pt>
                <c:pt idx="1449">
                  <c:v>6.3</c:v>
                </c:pt>
                <c:pt idx="1450">
                  <c:v>5.7</c:v>
                </c:pt>
                <c:pt idx="1451">
                  <c:v>3.1</c:v>
                </c:pt>
                <c:pt idx="1452">
                  <c:v>7.4</c:v>
                </c:pt>
                <c:pt idx="1453">
                  <c:v>6.1</c:v>
                </c:pt>
                <c:pt idx="1454">
                  <c:v>7.7</c:v>
                </c:pt>
                <c:pt idx="1455">
                  <c:v>6.2</c:v>
                </c:pt>
                <c:pt idx="1456">
                  <c:v>6.4</c:v>
                </c:pt>
                <c:pt idx="1457">
                  <c:v>7.1</c:v>
                </c:pt>
                <c:pt idx="1458">
                  <c:v>5.6</c:v>
                </c:pt>
                <c:pt idx="1459">
                  <c:v>7.4</c:v>
                </c:pt>
                <c:pt idx="1460">
                  <c:v>5.8</c:v>
                </c:pt>
                <c:pt idx="1461">
                  <c:v>7.3</c:v>
                </c:pt>
                <c:pt idx="1462">
                  <c:v>6.5</c:v>
                </c:pt>
                <c:pt idx="1463">
                  <c:v>6</c:v>
                </c:pt>
                <c:pt idx="1464">
                  <c:v>5.9</c:v>
                </c:pt>
                <c:pt idx="1465">
                  <c:v>6.2</c:v>
                </c:pt>
                <c:pt idx="1466">
                  <c:v>7.7</c:v>
                </c:pt>
                <c:pt idx="1467">
                  <c:v>6.7</c:v>
                </c:pt>
                <c:pt idx="1468">
                  <c:v>8.3000000000000007</c:v>
                </c:pt>
                <c:pt idx="1469">
                  <c:v>5.4</c:v>
                </c:pt>
                <c:pt idx="1470">
                  <c:v>5.4</c:v>
                </c:pt>
                <c:pt idx="1471">
                  <c:v>6.9</c:v>
                </c:pt>
                <c:pt idx="1472">
                  <c:v>6.3</c:v>
                </c:pt>
                <c:pt idx="1473">
                  <c:v>7.1</c:v>
                </c:pt>
                <c:pt idx="1474">
                  <c:v>6.3</c:v>
                </c:pt>
                <c:pt idx="1475">
                  <c:v>8.1999999999999993</c:v>
                </c:pt>
                <c:pt idx="1476">
                  <c:v>7.6</c:v>
                </c:pt>
                <c:pt idx="1477">
                  <c:v>6.9</c:v>
                </c:pt>
                <c:pt idx="1478">
                  <c:v>7.8</c:v>
                </c:pt>
                <c:pt idx="1479">
                  <c:v>7.4</c:v>
                </c:pt>
                <c:pt idx="1480">
                  <c:v>5.9</c:v>
                </c:pt>
                <c:pt idx="1481">
                  <c:v>6.7</c:v>
                </c:pt>
                <c:pt idx="1482">
                  <c:v>7.5</c:v>
                </c:pt>
                <c:pt idx="1483">
                  <c:v>7</c:v>
                </c:pt>
                <c:pt idx="1484">
                  <c:v>5.7</c:v>
                </c:pt>
                <c:pt idx="1485">
                  <c:v>7</c:v>
                </c:pt>
                <c:pt idx="1486">
                  <c:v>7.1</c:v>
                </c:pt>
                <c:pt idx="1487">
                  <c:v>7.5</c:v>
                </c:pt>
                <c:pt idx="1488">
                  <c:v>8.8000000000000007</c:v>
                </c:pt>
                <c:pt idx="1489">
                  <c:v>8.4</c:v>
                </c:pt>
                <c:pt idx="1490">
                  <c:v>7.2</c:v>
                </c:pt>
                <c:pt idx="1491">
                  <c:v>5.6</c:v>
                </c:pt>
                <c:pt idx="1492">
                  <c:v>7.7</c:v>
                </c:pt>
                <c:pt idx="1493">
                  <c:v>5.8</c:v>
                </c:pt>
                <c:pt idx="1494">
                  <c:v>6.2</c:v>
                </c:pt>
                <c:pt idx="1495">
                  <c:v>8</c:v>
                </c:pt>
                <c:pt idx="1496">
                  <c:v>6.9</c:v>
                </c:pt>
                <c:pt idx="1497">
                  <c:v>7.1</c:v>
                </c:pt>
                <c:pt idx="1498">
                  <c:v>6.8</c:v>
                </c:pt>
                <c:pt idx="1499">
                  <c:v>7.3</c:v>
                </c:pt>
                <c:pt idx="1500">
                  <c:v>6.2</c:v>
                </c:pt>
                <c:pt idx="1501">
                  <c:v>7.3</c:v>
                </c:pt>
                <c:pt idx="1502">
                  <c:v>6.7</c:v>
                </c:pt>
                <c:pt idx="1503">
                  <c:v>5.3</c:v>
                </c:pt>
                <c:pt idx="1504">
                  <c:v>6.5</c:v>
                </c:pt>
                <c:pt idx="1505">
                  <c:v>7.5</c:v>
                </c:pt>
                <c:pt idx="1506">
                  <c:v>7.1</c:v>
                </c:pt>
                <c:pt idx="1507">
                  <c:v>6.6</c:v>
                </c:pt>
                <c:pt idx="1508">
                  <c:v>4.4000000000000004</c:v>
                </c:pt>
                <c:pt idx="1509">
                  <c:v>7.6</c:v>
                </c:pt>
                <c:pt idx="1510">
                  <c:v>7.3</c:v>
                </c:pt>
                <c:pt idx="1511">
                  <c:v>6.3</c:v>
                </c:pt>
                <c:pt idx="1512">
                  <c:v>7.1</c:v>
                </c:pt>
                <c:pt idx="1513">
                  <c:v>6.3</c:v>
                </c:pt>
                <c:pt idx="1514">
                  <c:v>5</c:v>
                </c:pt>
                <c:pt idx="1515">
                  <c:v>6.1</c:v>
                </c:pt>
                <c:pt idx="1516">
                  <c:v>5.9</c:v>
                </c:pt>
                <c:pt idx="1518">
                  <c:v>7.4</c:v>
                </c:pt>
                <c:pt idx="1519">
                  <c:v>6.9</c:v>
                </c:pt>
                <c:pt idx="1520">
                  <c:v>7.2</c:v>
                </c:pt>
                <c:pt idx="1521">
                  <c:v>7.9</c:v>
                </c:pt>
                <c:pt idx="1522">
                  <c:v>7.5</c:v>
                </c:pt>
                <c:pt idx="1523">
                  <c:v>7.3</c:v>
                </c:pt>
                <c:pt idx="1524">
                  <c:v>6.4</c:v>
                </c:pt>
                <c:pt idx="1525">
                  <c:v>6.1</c:v>
                </c:pt>
                <c:pt idx="1526">
                  <c:v>5.8</c:v>
                </c:pt>
                <c:pt idx="1527">
                  <c:v>5.5</c:v>
                </c:pt>
                <c:pt idx="1528">
                  <c:v>8.8000000000000007</c:v>
                </c:pt>
                <c:pt idx="1529">
                  <c:v>3.7</c:v>
                </c:pt>
                <c:pt idx="1530">
                  <c:v>6.3</c:v>
                </c:pt>
                <c:pt idx="1531">
                  <c:v>6.1</c:v>
                </c:pt>
                <c:pt idx="1532">
                  <c:v>6.5</c:v>
                </c:pt>
                <c:pt idx="1533">
                  <c:v>5.9</c:v>
                </c:pt>
                <c:pt idx="1534">
                  <c:v>7.9</c:v>
                </c:pt>
                <c:pt idx="1535">
                  <c:v>6.2</c:v>
                </c:pt>
                <c:pt idx="1536">
                  <c:v>6.6</c:v>
                </c:pt>
                <c:pt idx="1537">
                  <c:v>6.1</c:v>
                </c:pt>
                <c:pt idx="1538">
                  <c:v>5.8</c:v>
                </c:pt>
                <c:pt idx="1539">
                  <c:v>5.0999999999999996</c:v>
                </c:pt>
                <c:pt idx="1540">
                  <c:v>8.1</c:v>
                </c:pt>
                <c:pt idx="1541">
                  <c:v>5.8</c:v>
                </c:pt>
                <c:pt idx="1542">
                  <c:v>6.6</c:v>
                </c:pt>
                <c:pt idx="1543">
                  <c:v>7</c:v>
                </c:pt>
                <c:pt idx="1544">
                  <c:v>7.2</c:v>
                </c:pt>
                <c:pt idx="1545">
                  <c:v>5.0999999999999996</c:v>
                </c:pt>
                <c:pt idx="1546">
                  <c:v>1.9</c:v>
                </c:pt>
                <c:pt idx="1547">
                  <c:v>5</c:v>
                </c:pt>
                <c:pt idx="1548">
                  <c:v>6.5</c:v>
                </c:pt>
                <c:pt idx="1549">
                  <c:v>7.3</c:v>
                </c:pt>
                <c:pt idx="1550">
                  <c:v>6.5</c:v>
                </c:pt>
                <c:pt idx="1551">
                  <c:v>7.7</c:v>
                </c:pt>
                <c:pt idx="1552">
                  <c:v>2.8</c:v>
                </c:pt>
                <c:pt idx="1553">
                  <c:v>7.1</c:v>
                </c:pt>
                <c:pt idx="1554">
                  <c:v>2.7</c:v>
                </c:pt>
                <c:pt idx="1555">
                  <c:v>7.4</c:v>
                </c:pt>
                <c:pt idx="1556">
                  <c:v>7.2</c:v>
                </c:pt>
                <c:pt idx="1557">
                  <c:v>7.3</c:v>
                </c:pt>
                <c:pt idx="1558">
                  <c:v>5.4</c:v>
                </c:pt>
                <c:pt idx="1559">
                  <c:v>6.8</c:v>
                </c:pt>
                <c:pt idx="1560">
                  <c:v>6.8</c:v>
                </c:pt>
                <c:pt idx="1561">
                  <c:v>6.2</c:v>
                </c:pt>
                <c:pt idx="1562">
                  <c:v>6.3</c:v>
                </c:pt>
                <c:pt idx="1563">
                  <c:v>5.7</c:v>
                </c:pt>
                <c:pt idx="1564">
                  <c:v>5.4</c:v>
                </c:pt>
                <c:pt idx="1565">
                  <c:v>6.8</c:v>
                </c:pt>
                <c:pt idx="1566">
                  <c:v>5.3</c:v>
                </c:pt>
                <c:pt idx="1567">
                  <c:v>6</c:v>
                </c:pt>
                <c:pt idx="1568">
                  <c:v>7.8</c:v>
                </c:pt>
                <c:pt idx="1569">
                  <c:v>6.7</c:v>
                </c:pt>
                <c:pt idx="1570">
                  <c:v>7</c:v>
                </c:pt>
                <c:pt idx="1571">
                  <c:v>6.6</c:v>
                </c:pt>
                <c:pt idx="1572">
                  <c:v>5.9</c:v>
                </c:pt>
                <c:pt idx="1573">
                  <c:v>7.5</c:v>
                </c:pt>
                <c:pt idx="1574">
                  <c:v>5.4</c:v>
                </c:pt>
                <c:pt idx="1575">
                  <c:v>6.8</c:v>
                </c:pt>
                <c:pt idx="1576">
                  <c:v>6.6</c:v>
                </c:pt>
                <c:pt idx="1577">
                  <c:v>7</c:v>
                </c:pt>
                <c:pt idx="1578">
                  <c:v>5</c:v>
                </c:pt>
                <c:pt idx="1579">
                  <c:v>8.4</c:v>
                </c:pt>
                <c:pt idx="1580">
                  <c:v>7.2</c:v>
                </c:pt>
                <c:pt idx="1581">
                  <c:v>5.9</c:v>
                </c:pt>
                <c:pt idx="1582">
                  <c:v>7.7</c:v>
                </c:pt>
                <c:pt idx="1583">
                  <c:v>7.3</c:v>
                </c:pt>
                <c:pt idx="1584">
                  <c:v>6.9</c:v>
                </c:pt>
                <c:pt idx="1585">
                  <c:v>5.2</c:v>
                </c:pt>
                <c:pt idx="1587">
                  <c:v>6.5</c:v>
                </c:pt>
                <c:pt idx="1588">
                  <c:v>5.5</c:v>
                </c:pt>
                <c:pt idx="1589">
                  <c:v>7.5</c:v>
                </c:pt>
                <c:pt idx="1590">
                  <c:v>6.4</c:v>
                </c:pt>
                <c:pt idx="1591">
                  <c:v>4.7</c:v>
                </c:pt>
                <c:pt idx="1592">
                  <c:v>7.3</c:v>
                </c:pt>
                <c:pt idx="1593">
                  <c:v>6.6</c:v>
                </c:pt>
                <c:pt idx="1594">
                  <c:v>8.3000000000000007</c:v>
                </c:pt>
                <c:pt idx="1595">
                  <c:v>3.6</c:v>
                </c:pt>
                <c:pt idx="1596">
                  <c:v>7.5</c:v>
                </c:pt>
                <c:pt idx="1597">
                  <c:v>5.0999999999999996</c:v>
                </c:pt>
                <c:pt idx="1598">
                  <c:v>5.6</c:v>
                </c:pt>
                <c:pt idx="1599">
                  <c:v>6.2</c:v>
                </c:pt>
                <c:pt idx="1600">
                  <c:v>7.1</c:v>
                </c:pt>
                <c:pt idx="1601">
                  <c:v>7.4</c:v>
                </c:pt>
                <c:pt idx="1602">
                  <c:v>5.0999999999999996</c:v>
                </c:pt>
                <c:pt idx="1603">
                  <c:v>6.4</c:v>
                </c:pt>
                <c:pt idx="1604">
                  <c:v>7.5</c:v>
                </c:pt>
                <c:pt idx="1605">
                  <c:v>6.6</c:v>
                </c:pt>
                <c:pt idx="1606">
                  <c:v>4.8</c:v>
                </c:pt>
                <c:pt idx="1607">
                  <c:v>6.6</c:v>
                </c:pt>
                <c:pt idx="1608">
                  <c:v>4.5</c:v>
                </c:pt>
                <c:pt idx="1609">
                  <c:v>4.8</c:v>
                </c:pt>
                <c:pt idx="1610">
                  <c:v>6.5</c:v>
                </c:pt>
                <c:pt idx="1611">
                  <c:v>5.9</c:v>
                </c:pt>
                <c:pt idx="1612">
                  <c:v>3.8</c:v>
                </c:pt>
                <c:pt idx="1613">
                  <c:v>5.2</c:v>
                </c:pt>
                <c:pt idx="1614">
                  <c:v>5.6</c:v>
                </c:pt>
                <c:pt idx="1615">
                  <c:v>4.4000000000000004</c:v>
                </c:pt>
                <c:pt idx="1616">
                  <c:v>6.2</c:v>
                </c:pt>
                <c:pt idx="1617">
                  <c:v>7.2</c:v>
                </c:pt>
                <c:pt idx="1618">
                  <c:v>7</c:v>
                </c:pt>
                <c:pt idx="1619">
                  <c:v>5</c:v>
                </c:pt>
                <c:pt idx="1620">
                  <c:v>6.6</c:v>
                </c:pt>
                <c:pt idx="1621">
                  <c:v>7.9</c:v>
                </c:pt>
                <c:pt idx="1622">
                  <c:v>4.7</c:v>
                </c:pt>
                <c:pt idx="1623">
                  <c:v>6.8</c:v>
                </c:pt>
                <c:pt idx="1624">
                  <c:v>5.4</c:v>
                </c:pt>
                <c:pt idx="1625">
                  <c:v>6.8</c:v>
                </c:pt>
                <c:pt idx="1626">
                  <c:v>7</c:v>
                </c:pt>
                <c:pt idx="1627">
                  <c:v>6.8</c:v>
                </c:pt>
                <c:pt idx="1628">
                  <c:v>6.2</c:v>
                </c:pt>
                <c:pt idx="1629">
                  <c:v>6.4</c:v>
                </c:pt>
                <c:pt idx="1630">
                  <c:v>5</c:v>
                </c:pt>
                <c:pt idx="1631">
                  <c:v>6.6</c:v>
                </c:pt>
                <c:pt idx="1632">
                  <c:v>6.4</c:v>
                </c:pt>
                <c:pt idx="1633">
                  <c:v>6.3</c:v>
                </c:pt>
                <c:pt idx="1634">
                  <c:v>6.1</c:v>
                </c:pt>
                <c:pt idx="1635">
                  <c:v>6.7</c:v>
                </c:pt>
                <c:pt idx="1636">
                  <c:v>6.1</c:v>
                </c:pt>
                <c:pt idx="1637">
                  <c:v>8.4</c:v>
                </c:pt>
                <c:pt idx="1638">
                  <c:v>4.5</c:v>
                </c:pt>
                <c:pt idx="1639">
                  <c:v>6.5</c:v>
                </c:pt>
                <c:pt idx="1640">
                  <c:v>7.3</c:v>
                </c:pt>
                <c:pt idx="1641">
                  <c:v>7.4</c:v>
                </c:pt>
                <c:pt idx="1642">
                  <c:v>4.8</c:v>
                </c:pt>
                <c:pt idx="1643">
                  <c:v>5.7</c:v>
                </c:pt>
                <c:pt idx="1644">
                  <c:v>6.1</c:v>
                </c:pt>
                <c:pt idx="1645">
                  <c:v>4.0999999999999996</c:v>
                </c:pt>
                <c:pt idx="1646">
                  <c:v>5.5</c:v>
                </c:pt>
                <c:pt idx="1647">
                  <c:v>6.4</c:v>
                </c:pt>
                <c:pt idx="1648">
                  <c:v>5.5</c:v>
                </c:pt>
                <c:pt idx="1649">
                  <c:v>5.5</c:v>
                </c:pt>
                <c:pt idx="1650">
                  <c:v>5.5</c:v>
                </c:pt>
                <c:pt idx="1651">
                  <c:v>7.2</c:v>
                </c:pt>
                <c:pt idx="1652">
                  <c:v>6.7</c:v>
                </c:pt>
                <c:pt idx="1653">
                  <c:v>1.5</c:v>
                </c:pt>
                <c:pt idx="1654">
                  <c:v>7.4</c:v>
                </c:pt>
                <c:pt idx="1655">
                  <c:v>6</c:v>
                </c:pt>
                <c:pt idx="1656">
                  <c:v>5.8</c:v>
                </c:pt>
                <c:pt idx="1657">
                  <c:v>5.2</c:v>
                </c:pt>
                <c:pt idx="1658">
                  <c:v>6.3</c:v>
                </c:pt>
                <c:pt idx="1659">
                  <c:v>5.2</c:v>
                </c:pt>
                <c:pt idx="1660">
                  <c:v>6.9</c:v>
                </c:pt>
                <c:pt idx="1661">
                  <c:v>6.6</c:v>
                </c:pt>
                <c:pt idx="1662">
                  <c:v>5.0999999999999996</c:v>
                </c:pt>
                <c:pt idx="1663">
                  <c:v>7.6</c:v>
                </c:pt>
                <c:pt idx="1664">
                  <c:v>7.2</c:v>
                </c:pt>
                <c:pt idx="1665">
                  <c:v>6.8</c:v>
                </c:pt>
                <c:pt idx="1666">
                  <c:v>6.7</c:v>
                </c:pt>
                <c:pt idx="1667">
                  <c:v>6.7</c:v>
                </c:pt>
                <c:pt idx="1668">
                  <c:v>6.5</c:v>
                </c:pt>
                <c:pt idx="1669">
                  <c:v>7.7</c:v>
                </c:pt>
                <c:pt idx="1670">
                  <c:v>6.9</c:v>
                </c:pt>
                <c:pt idx="1671">
                  <c:v>6.9</c:v>
                </c:pt>
                <c:pt idx="1672">
                  <c:v>4.8</c:v>
                </c:pt>
                <c:pt idx="1673">
                  <c:v>5.7</c:v>
                </c:pt>
                <c:pt idx="1674">
                  <c:v>6.3</c:v>
                </c:pt>
                <c:pt idx="1675">
                  <c:v>7.1</c:v>
                </c:pt>
                <c:pt idx="1676">
                  <c:v>4.3</c:v>
                </c:pt>
                <c:pt idx="1677">
                  <c:v>4.5</c:v>
                </c:pt>
                <c:pt idx="1678">
                  <c:v>5</c:v>
                </c:pt>
                <c:pt idx="1679">
                  <c:v>6.4</c:v>
                </c:pt>
                <c:pt idx="1680">
                  <c:v>6.6</c:v>
                </c:pt>
                <c:pt idx="1681">
                  <c:v>3.7</c:v>
                </c:pt>
                <c:pt idx="1682">
                  <c:v>4.8</c:v>
                </c:pt>
                <c:pt idx="1683">
                  <c:v>2.7</c:v>
                </c:pt>
                <c:pt idx="1684">
                  <c:v>7.2</c:v>
                </c:pt>
                <c:pt idx="1685">
                  <c:v>5.6</c:v>
                </c:pt>
                <c:pt idx="1686">
                  <c:v>7.4</c:v>
                </c:pt>
                <c:pt idx="1687">
                  <c:v>5.3</c:v>
                </c:pt>
                <c:pt idx="1688">
                  <c:v>4.5</c:v>
                </c:pt>
                <c:pt idx="1689">
                  <c:v>5.8</c:v>
                </c:pt>
                <c:pt idx="1690">
                  <c:v>6.2</c:v>
                </c:pt>
                <c:pt idx="1691">
                  <c:v>8</c:v>
                </c:pt>
                <c:pt idx="1692">
                  <c:v>5.4</c:v>
                </c:pt>
                <c:pt idx="1693">
                  <c:v>6</c:v>
                </c:pt>
                <c:pt idx="1694">
                  <c:v>5.0999999999999996</c:v>
                </c:pt>
                <c:pt idx="1695">
                  <c:v>5.4</c:v>
                </c:pt>
                <c:pt idx="1696">
                  <c:v>6</c:v>
                </c:pt>
                <c:pt idx="1697">
                  <c:v>2.1</c:v>
                </c:pt>
                <c:pt idx="1698">
                  <c:v>5.0999999999999996</c:v>
                </c:pt>
                <c:pt idx="1699">
                  <c:v>6.3</c:v>
                </c:pt>
                <c:pt idx="1700">
                  <c:v>6.9</c:v>
                </c:pt>
                <c:pt idx="1701">
                  <c:v>5.5</c:v>
                </c:pt>
                <c:pt idx="1702">
                  <c:v>6.1</c:v>
                </c:pt>
                <c:pt idx="1703">
                  <c:v>6.2</c:v>
                </c:pt>
                <c:pt idx="1704">
                  <c:v>6</c:v>
                </c:pt>
                <c:pt idx="1705">
                  <c:v>6</c:v>
                </c:pt>
                <c:pt idx="1706">
                  <c:v>5.3</c:v>
                </c:pt>
                <c:pt idx="1707">
                  <c:v>8.5</c:v>
                </c:pt>
                <c:pt idx="1708">
                  <c:v>8.4</c:v>
                </c:pt>
                <c:pt idx="1709">
                  <c:v>7.9</c:v>
                </c:pt>
                <c:pt idx="1710">
                  <c:v>8</c:v>
                </c:pt>
                <c:pt idx="1711">
                  <c:v>8.6999999999999993</c:v>
                </c:pt>
                <c:pt idx="1712">
                  <c:v>6.9</c:v>
                </c:pt>
                <c:pt idx="1713">
                  <c:v>7.8</c:v>
                </c:pt>
                <c:pt idx="1714">
                  <c:v>7.7</c:v>
                </c:pt>
                <c:pt idx="1715">
                  <c:v>7.4</c:v>
                </c:pt>
                <c:pt idx="1716">
                  <c:v>6.7</c:v>
                </c:pt>
                <c:pt idx="1717">
                  <c:v>7.3</c:v>
                </c:pt>
                <c:pt idx="1718">
                  <c:v>8.6</c:v>
                </c:pt>
                <c:pt idx="1719">
                  <c:v>7</c:v>
                </c:pt>
                <c:pt idx="1720">
                  <c:v>7.6</c:v>
                </c:pt>
                <c:pt idx="1721">
                  <c:v>7.4</c:v>
                </c:pt>
                <c:pt idx="1722">
                  <c:v>7.1</c:v>
                </c:pt>
                <c:pt idx="1723">
                  <c:v>7.4</c:v>
                </c:pt>
                <c:pt idx="1724">
                  <c:v>8.6</c:v>
                </c:pt>
                <c:pt idx="1725">
                  <c:v>7.7</c:v>
                </c:pt>
                <c:pt idx="1726">
                  <c:v>7.3</c:v>
                </c:pt>
                <c:pt idx="1727">
                  <c:v>8.3000000000000007</c:v>
                </c:pt>
                <c:pt idx="1728">
                  <c:v>7.4</c:v>
                </c:pt>
                <c:pt idx="1729">
                  <c:v>7.7</c:v>
                </c:pt>
                <c:pt idx="1730">
                  <c:v>6.3</c:v>
                </c:pt>
                <c:pt idx="1731">
                  <c:v>7.6</c:v>
                </c:pt>
                <c:pt idx="1732">
                  <c:v>7.9</c:v>
                </c:pt>
                <c:pt idx="1733">
                  <c:v>7.7</c:v>
                </c:pt>
                <c:pt idx="1734">
                  <c:v>7.3</c:v>
                </c:pt>
                <c:pt idx="1735">
                  <c:v>7.4</c:v>
                </c:pt>
                <c:pt idx="1736">
                  <c:v>8.4</c:v>
                </c:pt>
                <c:pt idx="1737">
                  <c:v>4.5</c:v>
                </c:pt>
                <c:pt idx="1738">
                  <c:v>8.6</c:v>
                </c:pt>
                <c:pt idx="1739">
                  <c:v>8.1</c:v>
                </c:pt>
                <c:pt idx="1740">
                  <c:v>7.8</c:v>
                </c:pt>
                <c:pt idx="1741">
                  <c:v>7.3</c:v>
                </c:pt>
                <c:pt idx="1742">
                  <c:v>8.1</c:v>
                </c:pt>
                <c:pt idx="1743">
                  <c:v>8.1999999999999993</c:v>
                </c:pt>
                <c:pt idx="1744">
                  <c:v>7.9</c:v>
                </c:pt>
                <c:pt idx="1745">
                  <c:v>5</c:v>
                </c:pt>
                <c:pt idx="1746">
                  <c:v>7.2</c:v>
                </c:pt>
                <c:pt idx="1747">
                  <c:v>7.3</c:v>
                </c:pt>
                <c:pt idx="1748">
                  <c:v>7.8</c:v>
                </c:pt>
                <c:pt idx="1749">
                  <c:v>8.6999999999999993</c:v>
                </c:pt>
                <c:pt idx="1750">
                  <c:v>6.4</c:v>
                </c:pt>
                <c:pt idx="1751">
                  <c:v>6.6</c:v>
                </c:pt>
                <c:pt idx="1752">
                  <c:v>8.1</c:v>
                </c:pt>
                <c:pt idx="1753">
                  <c:v>7.3</c:v>
                </c:pt>
                <c:pt idx="1754">
                  <c:v>7.3</c:v>
                </c:pt>
                <c:pt idx="1755">
                  <c:v>7.9</c:v>
                </c:pt>
                <c:pt idx="1756">
                  <c:v>5.2</c:v>
                </c:pt>
                <c:pt idx="1757">
                  <c:v>6.7</c:v>
                </c:pt>
                <c:pt idx="1758">
                  <c:v>8.1999999999999993</c:v>
                </c:pt>
                <c:pt idx="1759">
                  <c:v>8.1</c:v>
                </c:pt>
                <c:pt idx="1760">
                  <c:v>7.2</c:v>
                </c:pt>
                <c:pt idx="1761">
                  <c:v>8</c:v>
                </c:pt>
                <c:pt idx="1762">
                  <c:v>5.8</c:v>
                </c:pt>
                <c:pt idx="1763">
                  <c:v>6.7</c:v>
                </c:pt>
                <c:pt idx="1764">
                  <c:v>7.3</c:v>
                </c:pt>
                <c:pt idx="1765">
                  <c:v>8.3000000000000007</c:v>
                </c:pt>
                <c:pt idx="1766">
                  <c:v>6.2</c:v>
                </c:pt>
                <c:pt idx="1767">
                  <c:v>8.1999999999999993</c:v>
                </c:pt>
                <c:pt idx="1768">
                  <c:v>6.7</c:v>
                </c:pt>
                <c:pt idx="1769">
                  <c:v>8.3000000000000007</c:v>
                </c:pt>
                <c:pt idx="1770">
                  <c:v>7.7</c:v>
                </c:pt>
                <c:pt idx="1771">
                  <c:v>7.7</c:v>
                </c:pt>
                <c:pt idx="1772">
                  <c:v>7.3</c:v>
                </c:pt>
                <c:pt idx="1773">
                  <c:v>6.3</c:v>
                </c:pt>
                <c:pt idx="1774">
                  <c:v>7.8</c:v>
                </c:pt>
                <c:pt idx="1775">
                  <c:v>6.8</c:v>
                </c:pt>
                <c:pt idx="1776">
                  <c:v>8.1</c:v>
                </c:pt>
                <c:pt idx="1777">
                  <c:v>7.2</c:v>
                </c:pt>
                <c:pt idx="1778">
                  <c:v>8.1999999999999993</c:v>
                </c:pt>
                <c:pt idx="1779">
                  <c:v>7.4</c:v>
                </c:pt>
                <c:pt idx="1780">
                  <c:v>6.8</c:v>
                </c:pt>
                <c:pt idx="1781">
                  <c:v>7</c:v>
                </c:pt>
                <c:pt idx="1782">
                  <c:v>6.3</c:v>
                </c:pt>
                <c:pt idx="1783">
                  <c:v>7.9</c:v>
                </c:pt>
                <c:pt idx="1784">
                  <c:v>5.5</c:v>
                </c:pt>
                <c:pt idx="1785">
                  <c:v>8.4</c:v>
                </c:pt>
                <c:pt idx="1786">
                  <c:v>8.4</c:v>
                </c:pt>
                <c:pt idx="1787">
                  <c:v>5.9</c:v>
                </c:pt>
                <c:pt idx="1788">
                  <c:v>7.2</c:v>
                </c:pt>
                <c:pt idx="1789">
                  <c:v>6.5</c:v>
                </c:pt>
                <c:pt idx="1790">
                  <c:v>6</c:v>
                </c:pt>
                <c:pt idx="1791">
                  <c:v>6.7</c:v>
                </c:pt>
                <c:pt idx="1792">
                  <c:v>8</c:v>
                </c:pt>
                <c:pt idx="1793">
                  <c:v>5.5</c:v>
                </c:pt>
                <c:pt idx="1794">
                  <c:v>6.9</c:v>
                </c:pt>
                <c:pt idx="1795">
                  <c:v>6.9</c:v>
                </c:pt>
                <c:pt idx="1796">
                  <c:v>6.8</c:v>
                </c:pt>
                <c:pt idx="1797">
                  <c:v>6.5</c:v>
                </c:pt>
                <c:pt idx="1798">
                  <c:v>7.7</c:v>
                </c:pt>
                <c:pt idx="1799">
                  <c:v>7.1</c:v>
                </c:pt>
                <c:pt idx="1800">
                  <c:v>6.8</c:v>
                </c:pt>
                <c:pt idx="1801">
                  <c:v>7.6</c:v>
                </c:pt>
                <c:pt idx="1802">
                  <c:v>6.8</c:v>
                </c:pt>
                <c:pt idx="1803">
                  <c:v>6.4</c:v>
                </c:pt>
                <c:pt idx="1804">
                  <c:v>5.5</c:v>
                </c:pt>
                <c:pt idx="1805">
                  <c:v>7.9</c:v>
                </c:pt>
                <c:pt idx="1806">
                  <c:v>7.4</c:v>
                </c:pt>
                <c:pt idx="1807">
                  <c:v>7.8</c:v>
                </c:pt>
                <c:pt idx="1808">
                  <c:v>6.6</c:v>
                </c:pt>
                <c:pt idx="1809">
                  <c:v>7.5</c:v>
                </c:pt>
                <c:pt idx="1810">
                  <c:v>7</c:v>
                </c:pt>
                <c:pt idx="1811">
                  <c:v>7.5</c:v>
                </c:pt>
                <c:pt idx="1812">
                  <c:v>8.3000000000000007</c:v>
                </c:pt>
                <c:pt idx="1813">
                  <c:v>6.9</c:v>
                </c:pt>
                <c:pt idx="1814">
                  <c:v>8.5</c:v>
                </c:pt>
                <c:pt idx="1815">
                  <c:v>6.2</c:v>
                </c:pt>
                <c:pt idx="1816">
                  <c:v>8.4</c:v>
                </c:pt>
                <c:pt idx="1817">
                  <c:v>7.6</c:v>
                </c:pt>
                <c:pt idx="1818">
                  <c:v>6.4</c:v>
                </c:pt>
                <c:pt idx="1819">
                  <c:v>6.9</c:v>
                </c:pt>
                <c:pt idx="1820">
                  <c:v>7.5</c:v>
                </c:pt>
                <c:pt idx="1821">
                  <c:v>7.2</c:v>
                </c:pt>
                <c:pt idx="1822">
                  <c:v>6</c:v>
                </c:pt>
                <c:pt idx="1823">
                  <c:v>5.8</c:v>
                </c:pt>
                <c:pt idx="1824">
                  <c:v>5.9</c:v>
                </c:pt>
                <c:pt idx="1825">
                  <c:v>6.1</c:v>
                </c:pt>
                <c:pt idx="1826">
                  <c:v>6.9</c:v>
                </c:pt>
                <c:pt idx="1827">
                  <c:v>4.8</c:v>
                </c:pt>
                <c:pt idx="1828">
                  <c:v>6.4</c:v>
                </c:pt>
                <c:pt idx="1829">
                  <c:v>6.4</c:v>
                </c:pt>
                <c:pt idx="1830">
                  <c:v>5.8</c:v>
                </c:pt>
                <c:pt idx="1831">
                  <c:v>7.1</c:v>
                </c:pt>
                <c:pt idx="1832">
                  <c:v>3.9</c:v>
                </c:pt>
                <c:pt idx="1833">
                  <c:v>6.3</c:v>
                </c:pt>
                <c:pt idx="1834">
                  <c:v>8.4</c:v>
                </c:pt>
                <c:pt idx="1835">
                  <c:v>6.1</c:v>
                </c:pt>
                <c:pt idx="1836">
                  <c:v>6.9</c:v>
                </c:pt>
                <c:pt idx="1837">
                  <c:v>5.7</c:v>
                </c:pt>
                <c:pt idx="1838">
                  <c:v>6.4</c:v>
                </c:pt>
                <c:pt idx="1839">
                  <c:v>7</c:v>
                </c:pt>
                <c:pt idx="1840">
                  <c:v>7.1</c:v>
                </c:pt>
                <c:pt idx="1841">
                  <c:v>7.3</c:v>
                </c:pt>
                <c:pt idx="1842">
                  <c:v>6.2</c:v>
                </c:pt>
                <c:pt idx="1843">
                  <c:v>7.5</c:v>
                </c:pt>
                <c:pt idx="1844">
                  <c:v>5.8</c:v>
                </c:pt>
                <c:pt idx="1845">
                  <c:v>7.4</c:v>
                </c:pt>
                <c:pt idx="1846">
                  <c:v>6.5</c:v>
                </c:pt>
                <c:pt idx="1847">
                  <c:v>8</c:v>
                </c:pt>
                <c:pt idx="1848">
                  <c:v>7.7</c:v>
                </c:pt>
                <c:pt idx="1849">
                  <c:v>7.5</c:v>
                </c:pt>
                <c:pt idx="1850">
                  <c:v>7.8</c:v>
                </c:pt>
                <c:pt idx="1851">
                  <c:v>8.5</c:v>
                </c:pt>
                <c:pt idx="1852">
                  <c:v>7.3</c:v>
                </c:pt>
                <c:pt idx="1853">
                  <c:v>7.3</c:v>
                </c:pt>
                <c:pt idx="1854">
                  <c:v>6.2</c:v>
                </c:pt>
                <c:pt idx="1855">
                  <c:v>6.1</c:v>
                </c:pt>
                <c:pt idx="1856">
                  <c:v>8.1</c:v>
                </c:pt>
                <c:pt idx="1857">
                  <c:v>5.5</c:v>
                </c:pt>
                <c:pt idx="1858">
                  <c:v>7.2</c:v>
                </c:pt>
                <c:pt idx="1859">
                  <c:v>5.3</c:v>
                </c:pt>
                <c:pt idx="1860">
                  <c:v>6.7</c:v>
                </c:pt>
                <c:pt idx="1861">
                  <c:v>7</c:v>
                </c:pt>
                <c:pt idx="1862">
                  <c:v>5.2</c:v>
                </c:pt>
                <c:pt idx="1863">
                  <c:v>8.1</c:v>
                </c:pt>
                <c:pt idx="1864">
                  <c:v>6.8</c:v>
                </c:pt>
                <c:pt idx="1865">
                  <c:v>8.5</c:v>
                </c:pt>
                <c:pt idx="1866">
                  <c:v>6.9</c:v>
                </c:pt>
                <c:pt idx="1867">
                  <c:v>5.5</c:v>
                </c:pt>
                <c:pt idx="1868">
                  <c:v>5.6</c:v>
                </c:pt>
                <c:pt idx="1869">
                  <c:v>6.4</c:v>
                </c:pt>
                <c:pt idx="1870">
                  <c:v>6.5</c:v>
                </c:pt>
                <c:pt idx="1871">
                  <c:v>7.1</c:v>
                </c:pt>
                <c:pt idx="1872">
                  <c:v>7.3</c:v>
                </c:pt>
                <c:pt idx="1873">
                  <c:v>7.6</c:v>
                </c:pt>
                <c:pt idx="1874">
                  <c:v>6.8</c:v>
                </c:pt>
                <c:pt idx="1875">
                  <c:v>7.6</c:v>
                </c:pt>
                <c:pt idx="1876">
                  <c:v>8.1999999999999993</c:v>
                </c:pt>
                <c:pt idx="1877">
                  <c:v>6.1</c:v>
                </c:pt>
                <c:pt idx="1878">
                  <c:v>6.2</c:v>
                </c:pt>
                <c:pt idx="1879">
                  <c:v>7.8</c:v>
                </c:pt>
                <c:pt idx="1880">
                  <c:v>6.7</c:v>
                </c:pt>
                <c:pt idx="1881">
                  <c:v>6.4</c:v>
                </c:pt>
                <c:pt idx="1882">
                  <c:v>7.4</c:v>
                </c:pt>
                <c:pt idx="1883">
                  <c:v>6.5</c:v>
                </c:pt>
                <c:pt idx="1884">
                  <c:v>5.8</c:v>
                </c:pt>
                <c:pt idx="1885">
                  <c:v>6.5</c:v>
                </c:pt>
                <c:pt idx="1886">
                  <c:v>6.2</c:v>
                </c:pt>
                <c:pt idx="1887">
                  <c:v>7.6</c:v>
                </c:pt>
                <c:pt idx="1888">
                  <c:v>5.7</c:v>
                </c:pt>
                <c:pt idx="1889">
                  <c:v>7.7</c:v>
                </c:pt>
                <c:pt idx="1890">
                  <c:v>6.4</c:v>
                </c:pt>
                <c:pt idx="1891">
                  <c:v>6.2</c:v>
                </c:pt>
                <c:pt idx="1892">
                  <c:v>6.1</c:v>
                </c:pt>
                <c:pt idx="1893">
                  <c:v>8.1</c:v>
                </c:pt>
                <c:pt idx="1894">
                  <c:v>6.2</c:v>
                </c:pt>
                <c:pt idx="1895">
                  <c:v>8.5</c:v>
                </c:pt>
                <c:pt idx="1896">
                  <c:v>7.6</c:v>
                </c:pt>
                <c:pt idx="1897">
                  <c:v>6.4</c:v>
                </c:pt>
                <c:pt idx="1898">
                  <c:v>6.5</c:v>
                </c:pt>
                <c:pt idx="1899">
                  <c:v>7.4</c:v>
                </c:pt>
                <c:pt idx="1900">
                  <c:v>5.7</c:v>
                </c:pt>
                <c:pt idx="1901">
                  <c:v>6.4</c:v>
                </c:pt>
                <c:pt idx="1902">
                  <c:v>5.4</c:v>
                </c:pt>
                <c:pt idx="1903">
                  <c:v>6.2</c:v>
                </c:pt>
                <c:pt idx="1904">
                  <c:v>5.5</c:v>
                </c:pt>
                <c:pt idx="1905">
                  <c:v>6.6</c:v>
                </c:pt>
                <c:pt idx="1906">
                  <c:v>6.6</c:v>
                </c:pt>
                <c:pt idx="1907">
                  <c:v>7.4</c:v>
                </c:pt>
                <c:pt idx="1908">
                  <c:v>4.5999999999999996</c:v>
                </c:pt>
                <c:pt idx="1909">
                  <c:v>7.5</c:v>
                </c:pt>
                <c:pt idx="1910">
                  <c:v>5.6</c:v>
                </c:pt>
                <c:pt idx="1911">
                  <c:v>5.3</c:v>
                </c:pt>
                <c:pt idx="1912">
                  <c:v>6.7</c:v>
                </c:pt>
                <c:pt idx="1913">
                  <c:v>8.6999999999999993</c:v>
                </c:pt>
                <c:pt idx="1914">
                  <c:v>5.8</c:v>
                </c:pt>
                <c:pt idx="1915">
                  <c:v>7.7</c:v>
                </c:pt>
                <c:pt idx="1916">
                  <c:v>7</c:v>
                </c:pt>
                <c:pt idx="1917">
                  <c:v>7.5</c:v>
                </c:pt>
                <c:pt idx="1918">
                  <c:v>6.8</c:v>
                </c:pt>
                <c:pt idx="1919">
                  <c:v>8.4</c:v>
                </c:pt>
                <c:pt idx="1920">
                  <c:v>6.8</c:v>
                </c:pt>
                <c:pt idx="1921">
                  <c:v>5.0999999999999996</c:v>
                </c:pt>
                <c:pt idx="1922">
                  <c:v>5.9</c:v>
                </c:pt>
                <c:pt idx="1923">
                  <c:v>7.2</c:v>
                </c:pt>
                <c:pt idx="1924">
                  <c:v>8.6</c:v>
                </c:pt>
                <c:pt idx="1925">
                  <c:v>8</c:v>
                </c:pt>
                <c:pt idx="1926">
                  <c:v>6.2</c:v>
                </c:pt>
                <c:pt idx="1927">
                  <c:v>6</c:v>
                </c:pt>
                <c:pt idx="1928">
                  <c:v>8.6999999999999993</c:v>
                </c:pt>
                <c:pt idx="1929">
                  <c:v>6.3</c:v>
                </c:pt>
                <c:pt idx="1930">
                  <c:v>6.5</c:v>
                </c:pt>
                <c:pt idx="1931">
                  <c:v>5.9</c:v>
                </c:pt>
                <c:pt idx="1932">
                  <c:v>7</c:v>
                </c:pt>
                <c:pt idx="1933">
                  <c:v>5.5</c:v>
                </c:pt>
                <c:pt idx="1934">
                  <c:v>6.3</c:v>
                </c:pt>
                <c:pt idx="1935">
                  <c:v>9.1999999999999993</c:v>
                </c:pt>
                <c:pt idx="1936">
                  <c:v>7.1</c:v>
                </c:pt>
                <c:pt idx="1937">
                  <c:v>3.5</c:v>
                </c:pt>
                <c:pt idx="1938">
                  <c:v>6.8</c:v>
                </c:pt>
                <c:pt idx="1939">
                  <c:v>6.4</c:v>
                </c:pt>
                <c:pt idx="1940">
                  <c:v>6.2</c:v>
                </c:pt>
                <c:pt idx="1941">
                  <c:v>5.4</c:v>
                </c:pt>
                <c:pt idx="1942">
                  <c:v>7.4</c:v>
                </c:pt>
                <c:pt idx="1943">
                  <c:v>5.5</c:v>
                </c:pt>
                <c:pt idx="1944">
                  <c:v>7</c:v>
                </c:pt>
                <c:pt idx="1945">
                  <c:v>8.4</c:v>
                </c:pt>
                <c:pt idx="1946">
                  <c:v>7.4</c:v>
                </c:pt>
                <c:pt idx="1947">
                  <c:v>7.5</c:v>
                </c:pt>
                <c:pt idx="1948">
                  <c:v>6.5</c:v>
                </c:pt>
                <c:pt idx="1949">
                  <c:v>5</c:v>
                </c:pt>
                <c:pt idx="1950">
                  <c:v>7.4</c:v>
                </c:pt>
                <c:pt idx="1951">
                  <c:v>5.8</c:v>
                </c:pt>
                <c:pt idx="1952">
                  <c:v>7.4</c:v>
                </c:pt>
                <c:pt idx="1953">
                  <c:v>8</c:v>
                </c:pt>
                <c:pt idx="1954">
                  <c:v>5.4</c:v>
                </c:pt>
                <c:pt idx="1955">
                  <c:v>7.9</c:v>
                </c:pt>
                <c:pt idx="1956">
                  <c:v>6.8</c:v>
                </c:pt>
                <c:pt idx="1957">
                  <c:v>7.9</c:v>
                </c:pt>
                <c:pt idx="1958">
                  <c:v>8.1</c:v>
                </c:pt>
                <c:pt idx="1959">
                  <c:v>6.8</c:v>
                </c:pt>
                <c:pt idx="1960">
                  <c:v>6.3</c:v>
                </c:pt>
                <c:pt idx="1961">
                  <c:v>4.3</c:v>
                </c:pt>
                <c:pt idx="1962">
                  <c:v>7.4</c:v>
                </c:pt>
                <c:pt idx="1963">
                  <c:v>4.2</c:v>
                </c:pt>
                <c:pt idx="1964">
                  <c:v>6</c:v>
                </c:pt>
                <c:pt idx="1965">
                  <c:v>5.9</c:v>
                </c:pt>
                <c:pt idx="1966">
                  <c:v>5.7</c:v>
                </c:pt>
                <c:pt idx="1967">
                  <c:v>6.3</c:v>
                </c:pt>
                <c:pt idx="1968">
                  <c:v>7.2</c:v>
                </c:pt>
                <c:pt idx="1969">
                  <c:v>5.9</c:v>
                </c:pt>
                <c:pt idx="1970">
                  <c:v>7.4</c:v>
                </c:pt>
                <c:pt idx="1971">
                  <c:v>7.5</c:v>
                </c:pt>
                <c:pt idx="1972">
                  <c:v>6.4</c:v>
                </c:pt>
                <c:pt idx="1973">
                  <c:v>4.8</c:v>
                </c:pt>
                <c:pt idx="1974">
                  <c:v>8</c:v>
                </c:pt>
                <c:pt idx="1975">
                  <c:v>6.6</c:v>
                </c:pt>
                <c:pt idx="1976">
                  <c:v>6.8</c:v>
                </c:pt>
                <c:pt idx="1977">
                  <c:v>7.8</c:v>
                </c:pt>
                <c:pt idx="1978">
                  <c:v>6.8</c:v>
                </c:pt>
                <c:pt idx="1979">
                  <c:v>6.9</c:v>
                </c:pt>
                <c:pt idx="1980">
                  <c:v>6.6</c:v>
                </c:pt>
                <c:pt idx="1981">
                  <c:v>5.2</c:v>
                </c:pt>
                <c:pt idx="1982">
                  <c:v>6.6</c:v>
                </c:pt>
                <c:pt idx="1983">
                  <c:v>5.5</c:v>
                </c:pt>
                <c:pt idx="1984">
                  <c:v>5.8</c:v>
                </c:pt>
                <c:pt idx="1985">
                  <c:v>6.6</c:v>
                </c:pt>
                <c:pt idx="1986">
                  <c:v>7.4</c:v>
                </c:pt>
                <c:pt idx="1987">
                  <c:v>7.5</c:v>
                </c:pt>
                <c:pt idx="1988">
                  <c:v>7.9</c:v>
                </c:pt>
                <c:pt idx="1989">
                  <c:v>7.6</c:v>
                </c:pt>
                <c:pt idx="1990">
                  <c:v>7.1</c:v>
                </c:pt>
                <c:pt idx="1991">
                  <c:v>8</c:v>
                </c:pt>
                <c:pt idx="1992">
                  <c:v>7.4</c:v>
                </c:pt>
                <c:pt idx="1993">
                  <c:v>7.2</c:v>
                </c:pt>
                <c:pt idx="1994">
                  <c:v>5.3</c:v>
                </c:pt>
                <c:pt idx="1995">
                  <c:v>8.1999999999999993</c:v>
                </c:pt>
                <c:pt idx="1996">
                  <c:v>6.1</c:v>
                </c:pt>
                <c:pt idx="1997">
                  <c:v>6.1</c:v>
                </c:pt>
                <c:pt idx="1998">
                  <c:v>7.4</c:v>
                </c:pt>
                <c:pt idx="1999">
                  <c:v>7.7</c:v>
                </c:pt>
                <c:pt idx="2000">
                  <c:v>8</c:v>
                </c:pt>
                <c:pt idx="2001">
                  <c:v>6.8</c:v>
                </c:pt>
                <c:pt idx="2002">
                  <c:v>7.7</c:v>
                </c:pt>
                <c:pt idx="2003">
                  <c:v>8.6</c:v>
                </c:pt>
                <c:pt idx="2004">
                  <c:v>7.5</c:v>
                </c:pt>
                <c:pt idx="2005">
                  <c:v>7.9</c:v>
                </c:pt>
                <c:pt idx="2006">
                  <c:v>6.5</c:v>
                </c:pt>
                <c:pt idx="2007">
                  <c:v>6.2</c:v>
                </c:pt>
                <c:pt idx="2008">
                  <c:v>7.9</c:v>
                </c:pt>
                <c:pt idx="2009">
                  <c:v>6.2</c:v>
                </c:pt>
                <c:pt idx="2010">
                  <c:v>8.6</c:v>
                </c:pt>
                <c:pt idx="2011">
                  <c:v>8.1999999999999993</c:v>
                </c:pt>
                <c:pt idx="2012">
                  <c:v>8.1999999999999993</c:v>
                </c:pt>
                <c:pt idx="2013">
                  <c:v>6.7</c:v>
                </c:pt>
                <c:pt idx="2014">
                  <c:v>7.8</c:v>
                </c:pt>
                <c:pt idx="2015">
                  <c:v>7.6</c:v>
                </c:pt>
                <c:pt idx="2016">
                  <c:v>5.7</c:v>
                </c:pt>
                <c:pt idx="2017">
                  <c:v>6.3</c:v>
                </c:pt>
                <c:pt idx="2018">
                  <c:v>6.2</c:v>
                </c:pt>
                <c:pt idx="2019">
                  <c:v>7.1</c:v>
                </c:pt>
                <c:pt idx="2020">
                  <c:v>5.8</c:v>
                </c:pt>
                <c:pt idx="2021">
                  <c:v>5.9</c:v>
                </c:pt>
                <c:pt idx="2022">
                  <c:v>3.4</c:v>
                </c:pt>
                <c:pt idx="2023">
                  <c:v>6.3</c:v>
                </c:pt>
                <c:pt idx="2024">
                  <c:v>7.7</c:v>
                </c:pt>
                <c:pt idx="2025">
                  <c:v>7.5</c:v>
                </c:pt>
                <c:pt idx="2026">
                  <c:v>7.2</c:v>
                </c:pt>
                <c:pt idx="2027">
                  <c:v>4.8</c:v>
                </c:pt>
                <c:pt idx="2028">
                  <c:v>6.6</c:v>
                </c:pt>
                <c:pt idx="2029">
                  <c:v>6.5</c:v>
                </c:pt>
                <c:pt idx="2030">
                  <c:v>6.8</c:v>
                </c:pt>
                <c:pt idx="2031">
                  <c:v>5.2</c:v>
                </c:pt>
                <c:pt idx="2032">
                  <c:v>5.8</c:v>
                </c:pt>
                <c:pt idx="2033">
                  <c:v>8</c:v>
                </c:pt>
                <c:pt idx="2034">
                  <c:v>5.2</c:v>
                </c:pt>
                <c:pt idx="2035">
                  <c:v>7.4</c:v>
                </c:pt>
                <c:pt idx="2036">
                  <c:v>7.6</c:v>
                </c:pt>
                <c:pt idx="2037">
                  <c:v>6</c:v>
                </c:pt>
                <c:pt idx="2038">
                  <c:v>5.2</c:v>
                </c:pt>
                <c:pt idx="2039">
                  <c:v>6.2</c:v>
                </c:pt>
                <c:pt idx="2040">
                  <c:v>6.1</c:v>
                </c:pt>
                <c:pt idx="2041">
                  <c:v>6.4</c:v>
                </c:pt>
                <c:pt idx="2042">
                  <c:v>7.6</c:v>
                </c:pt>
                <c:pt idx="2043">
                  <c:v>8</c:v>
                </c:pt>
                <c:pt idx="2044">
                  <c:v>5</c:v>
                </c:pt>
                <c:pt idx="2045">
                  <c:v>6.6</c:v>
                </c:pt>
                <c:pt idx="2046">
                  <c:v>6.4</c:v>
                </c:pt>
                <c:pt idx="2047">
                  <c:v>5.4</c:v>
                </c:pt>
                <c:pt idx="2048">
                  <c:v>7.9</c:v>
                </c:pt>
                <c:pt idx="2049">
                  <c:v>8.1</c:v>
                </c:pt>
                <c:pt idx="2050">
                  <c:v>6.8</c:v>
                </c:pt>
                <c:pt idx="2051">
                  <c:v>6.7</c:v>
                </c:pt>
                <c:pt idx="2052">
                  <c:v>7.1</c:v>
                </c:pt>
                <c:pt idx="2053">
                  <c:v>7</c:v>
                </c:pt>
                <c:pt idx="2054">
                  <c:v>6.1</c:v>
                </c:pt>
                <c:pt idx="2055">
                  <c:v>8</c:v>
                </c:pt>
                <c:pt idx="2056">
                  <c:v>6.2</c:v>
                </c:pt>
                <c:pt idx="2057">
                  <c:v>6.1</c:v>
                </c:pt>
                <c:pt idx="2058">
                  <c:v>7</c:v>
                </c:pt>
                <c:pt idx="2059">
                  <c:v>6</c:v>
                </c:pt>
                <c:pt idx="2060">
                  <c:v>7.6</c:v>
                </c:pt>
                <c:pt idx="2061">
                  <c:v>6.6</c:v>
                </c:pt>
                <c:pt idx="2062">
                  <c:v>7.1</c:v>
                </c:pt>
                <c:pt idx="2063">
                  <c:v>5.7</c:v>
                </c:pt>
                <c:pt idx="2064">
                  <c:v>7.5</c:v>
                </c:pt>
                <c:pt idx="2065">
                  <c:v>8.1</c:v>
                </c:pt>
                <c:pt idx="2066">
                  <c:v>6.4</c:v>
                </c:pt>
                <c:pt idx="2067">
                  <c:v>5.8</c:v>
                </c:pt>
                <c:pt idx="2068">
                  <c:v>6.9</c:v>
                </c:pt>
                <c:pt idx="2069">
                  <c:v>5.9</c:v>
                </c:pt>
                <c:pt idx="2070">
                  <c:v>7.7</c:v>
                </c:pt>
                <c:pt idx="2071">
                  <c:v>8</c:v>
                </c:pt>
                <c:pt idx="2072">
                  <c:v>5.2</c:v>
                </c:pt>
                <c:pt idx="2073">
                  <c:v>5.6</c:v>
                </c:pt>
                <c:pt idx="2074">
                  <c:v>5.7</c:v>
                </c:pt>
                <c:pt idx="2075">
                  <c:v>7</c:v>
                </c:pt>
                <c:pt idx="2076">
                  <c:v>7.8</c:v>
                </c:pt>
                <c:pt idx="2077">
                  <c:v>6.7</c:v>
                </c:pt>
                <c:pt idx="2078">
                  <c:v>5.2</c:v>
                </c:pt>
                <c:pt idx="2079">
                  <c:v>6.4</c:v>
                </c:pt>
                <c:pt idx="2080">
                  <c:v>6.6</c:v>
                </c:pt>
                <c:pt idx="2081">
                  <c:v>8.1999999999999993</c:v>
                </c:pt>
                <c:pt idx="2082">
                  <c:v>6.3</c:v>
                </c:pt>
                <c:pt idx="2083">
                  <c:v>6.4</c:v>
                </c:pt>
                <c:pt idx="2084">
                  <c:v>6.9</c:v>
                </c:pt>
                <c:pt idx="2085">
                  <c:v>7.1</c:v>
                </c:pt>
                <c:pt idx="2086">
                  <c:v>7</c:v>
                </c:pt>
                <c:pt idx="2087">
                  <c:v>6.9</c:v>
                </c:pt>
                <c:pt idx="2088">
                  <c:v>7.8</c:v>
                </c:pt>
                <c:pt idx="2089">
                  <c:v>8.6</c:v>
                </c:pt>
                <c:pt idx="2090">
                  <c:v>7.2</c:v>
                </c:pt>
                <c:pt idx="2091">
                  <c:v>7.5</c:v>
                </c:pt>
                <c:pt idx="2092">
                  <c:v>6.8</c:v>
                </c:pt>
                <c:pt idx="2093">
                  <c:v>6.2</c:v>
                </c:pt>
                <c:pt idx="2094">
                  <c:v>7.6</c:v>
                </c:pt>
                <c:pt idx="2095">
                  <c:v>5.0999999999999996</c:v>
                </c:pt>
                <c:pt idx="2096">
                  <c:v>7.3</c:v>
                </c:pt>
                <c:pt idx="2097">
                  <c:v>6.8</c:v>
                </c:pt>
                <c:pt idx="2098">
                  <c:v>7.6</c:v>
                </c:pt>
                <c:pt idx="2099">
                  <c:v>7.1</c:v>
                </c:pt>
                <c:pt idx="2100">
                  <c:v>8.3000000000000007</c:v>
                </c:pt>
                <c:pt idx="2101">
                  <c:v>6.9</c:v>
                </c:pt>
                <c:pt idx="2102">
                  <c:v>6.2</c:v>
                </c:pt>
                <c:pt idx="2103">
                  <c:v>5.0999999999999996</c:v>
                </c:pt>
                <c:pt idx="2104">
                  <c:v>7.8</c:v>
                </c:pt>
                <c:pt idx="2105">
                  <c:v>7.1</c:v>
                </c:pt>
                <c:pt idx="2106">
                  <c:v>7.3</c:v>
                </c:pt>
                <c:pt idx="2107">
                  <c:v>7.8</c:v>
                </c:pt>
                <c:pt idx="2108">
                  <c:v>7.2</c:v>
                </c:pt>
                <c:pt idx="2109">
                  <c:v>6.2</c:v>
                </c:pt>
                <c:pt idx="2110">
                  <c:v>6.8</c:v>
                </c:pt>
                <c:pt idx="2111">
                  <c:v>8.3000000000000007</c:v>
                </c:pt>
                <c:pt idx="2112">
                  <c:v>7.6</c:v>
                </c:pt>
                <c:pt idx="2113">
                  <c:v>6</c:v>
                </c:pt>
                <c:pt idx="2114">
                  <c:v>4.2</c:v>
                </c:pt>
                <c:pt idx="2115">
                  <c:v>6.1</c:v>
                </c:pt>
                <c:pt idx="2116">
                  <c:v>4.8</c:v>
                </c:pt>
                <c:pt idx="2117">
                  <c:v>7.1</c:v>
                </c:pt>
                <c:pt idx="2118">
                  <c:v>3.2</c:v>
                </c:pt>
                <c:pt idx="2119">
                  <c:v>5.9</c:v>
                </c:pt>
                <c:pt idx="2120">
                  <c:v>6.4</c:v>
                </c:pt>
                <c:pt idx="2121">
                  <c:v>8.1999999999999993</c:v>
                </c:pt>
                <c:pt idx="2122">
                  <c:v>4.4000000000000004</c:v>
                </c:pt>
                <c:pt idx="2123">
                  <c:v>6.1</c:v>
                </c:pt>
                <c:pt idx="2124">
                  <c:v>6.7</c:v>
                </c:pt>
                <c:pt idx="2125">
                  <c:v>7.1</c:v>
                </c:pt>
                <c:pt idx="2126">
                  <c:v>7.1</c:v>
                </c:pt>
                <c:pt idx="2127">
                  <c:v>8.1999999999999993</c:v>
                </c:pt>
                <c:pt idx="2128">
                  <c:v>7.4</c:v>
                </c:pt>
                <c:pt idx="2129">
                  <c:v>7.3</c:v>
                </c:pt>
                <c:pt idx="2130">
                  <c:v>5.2</c:v>
                </c:pt>
                <c:pt idx="2131">
                  <c:v>7</c:v>
                </c:pt>
                <c:pt idx="2132">
                  <c:v>6.8</c:v>
                </c:pt>
                <c:pt idx="2133">
                  <c:v>6.6</c:v>
                </c:pt>
                <c:pt idx="2134">
                  <c:v>2.2999999999999998</c:v>
                </c:pt>
                <c:pt idx="2135">
                  <c:v>3.8</c:v>
                </c:pt>
                <c:pt idx="2136">
                  <c:v>6.2</c:v>
                </c:pt>
                <c:pt idx="2137">
                  <c:v>6.4</c:v>
                </c:pt>
                <c:pt idx="2138">
                  <c:v>7.3</c:v>
                </c:pt>
                <c:pt idx="2139">
                  <c:v>5.3</c:v>
                </c:pt>
                <c:pt idx="2140">
                  <c:v>6.1</c:v>
                </c:pt>
                <c:pt idx="2141">
                  <c:v>7.4</c:v>
                </c:pt>
                <c:pt idx="2142">
                  <c:v>6.5</c:v>
                </c:pt>
                <c:pt idx="2143">
                  <c:v>6.3</c:v>
                </c:pt>
                <c:pt idx="2144">
                  <c:v>7.4</c:v>
                </c:pt>
                <c:pt idx="2145">
                  <c:v>6.7</c:v>
                </c:pt>
                <c:pt idx="2146">
                  <c:v>7.7</c:v>
                </c:pt>
                <c:pt idx="2147">
                  <c:v>7.5</c:v>
                </c:pt>
                <c:pt idx="2148">
                  <c:v>6.6</c:v>
                </c:pt>
                <c:pt idx="2149">
                  <c:v>4.9000000000000004</c:v>
                </c:pt>
                <c:pt idx="2150">
                  <c:v>6.2</c:v>
                </c:pt>
                <c:pt idx="2151">
                  <c:v>8.5</c:v>
                </c:pt>
                <c:pt idx="2152">
                  <c:v>7.4</c:v>
                </c:pt>
                <c:pt idx="2153">
                  <c:v>7.7</c:v>
                </c:pt>
                <c:pt idx="2154">
                  <c:v>6.7</c:v>
                </c:pt>
                <c:pt idx="2155">
                  <c:v>7.1</c:v>
                </c:pt>
                <c:pt idx="2156">
                  <c:v>7.5</c:v>
                </c:pt>
                <c:pt idx="2157">
                  <c:v>6.4</c:v>
                </c:pt>
                <c:pt idx="2158">
                  <c:v>7.5</c:v>
                </c:pt>
                <c:pt idx="2159">
                  <c:v>7</c:v>
                </c:pt>
                <c:pt idx="2160">
                  <c:v>5.0999999999999996</c:v>
                </c:pt>
                <c:pt idx="2161">
                  <c:v>6.6</c:v>
                </c:pt>
                <c:pt idx="2162">
                  <c:v>6.7</c:v>
                </c:pt>
                <c:pt idx="2163">
                  <c:v>8</c:v>
                </c:pt>
                <c:pt idx="2164">
                  <c:v>5.7</c:v>
                </c:pt>
                <c:pt idx="2165">
                  <c:v>7.9</c:v>
                </c:pt>
                <c:pt idx="2166">
                  <c:v>5.3</c:v>
                </c:pt>
                <c:pt idx="2167">
                  <c:v>7.7</c:v>
                </c:pt>
                <c:pt idx="2168">
                  <c:v>7</c:v>
                </c:pt>
                <c:pt idx="2169">
                  <c:v>8.5</c:v>
                </c:pt>
                <c:pt idx="2170">
                  <c:v>7</c:v>
                </c:pt>
                <c:pt idx="2171">
                  <c:v>6.6</c:v>
                </c:pt>
                <c:pt idx="2172">
                  <c:v>6.8</c:v>
                </c:pt>
                <c:pt idx="2173">
                  <c:v>6.6</c:v>
                </c:pt>
                <c:pt idx="2174">
                  <c:v>8</c:v>
                </c:pt>
                <c:pt idx="2175">
                  <c:v>7.4</c:v>
                </c:pt>
                <c:pt idx="2176">
                  <c:v>8.3000000000000007</c:v>
                </c:pt>
                <c:pt idx="2177">
                  <c:v>7.3</c:v>
                </c:pt>
                <c:pt idx="2178">
                  <c:v>6.3</c:v>
                </c:pt>
                <c:pt idx="2179">
                  <c:v>5.9</c:v>
                </c:pt>
                <c:pt idx="2180">
                  <c:v>8.1</c:v>
                </c:pt>
                <c:pt idx="2181">
                  <c:v>7.2</c:v>
                </c:pt>
                <c:pt idx="2182">
                  <c:v>8.4</c:v>
                </c:pt>
                <c:pt idx="2183">
                  <c:v>4.7</c:v>
                </c:pt>
                <c:pt idx="2184">
                  <c:v>6.9</c:v>
                </c:pt>
                <c:pt idx="2185">
                  <c:v>6.6</c:v>
                </c:pt>
                <c:pt idx="2186">
                  <c:v>6.9</c:v>
                </c:pt>
                <c:pt idx="2187">
                  <c:v>4.9000000000000004</c:v>
                </c:pt>
                <c:pt idx="2188">
                  <c:v>6.2</c:v>
                </c:pt>
                <c:pt idx="2189">
                  <c:v>8.1999999999999993</c:v>
                </c:pt>
                <c:pt idx="2190">
                  <c:v>7.2</c:v>
                </c:pt>
                <c:pt idx="2191">
                  <c:v>7.7</c:v>
                </c:pt>
                <c:pt idx="2192">
                  <c:v>6.5</c:v>
                </c:pt>
                <c:pt idx="2193">
                  <c:v>6.6</c:v>
                </c:pt>
                <c:pt idx="2194">
                  <c:v>7</c:v>
                </c:pt>
                <c:pt idx="2195">
                  <c:v>5.2</c:v>
                </c:pt>
                <c:pt idx="2196">
                  <c:v>6.9</c:v>
                </c:pt>
                <c:pt idx="2197">
                  <c:v>7.3</c:v>
                </c:pt>
                <c:pt idx="2198">
                  <c:v>6.8</c:v>
                </c:pt>
                <c:pt idx="2199">
                  <c:v>7.1</c:v>
                </c:pt>
                <c:pt idx="2200">
                  <c:v>5.8</c:v>
                </c:pt>
                <c:pt idx="2201">
                  <c:v>7.9</c:v>
                </c:pt>
                <c:pt idx="2202">
                  <c:v>7.6</c:v>
                </c:pt>
                <c:pt idx="2203">
                  <c:v>7.9</c:v>
                </c:pt>
                <c:pt idx="2204">
                  <c:v>5.4</c:v>
                </c:pt>
                <c:pt idx="2205">
                  <c:v>6.4</c:v>
                </c:pt>
                <c:pt idx="2206">
                  <c:v>8</c:v>
                </c:pt>
                <c:pt idx="2207">
                  <c:v>6.3</c:v>
                </c:pt>
                <c:pt idx="2208">
                  <c:v>8.4</c:v>
                </c:pt>
                <c:pt idx="2209">
                  <c:v>8</c:v>
                </c:pt>
                <c:pt idx="2210">
                  <c:v>5.9</c:v>
                </c:pt>
                <c:pt idx="2211">
                  <c:v>7.5</c:v>
                </c:pt>
                <c:pt idx="2212">
                  <c:v>6.9</c:v>
                </c:pt>
                <c:pt idx="2213">
                  <c:v>3.1</c:v>
                </c:pt>
                <c:pt idx="2214">
                  <c:v>7.4</c:v>
                </c:pt>
                <c:pt idx="2215">
                  <c:v>7.3</c:v>
                </c:pt>
                <c:pt idx="2216">
                  <c:v>5.6</c:v>
                </c:pt>
                <c:pt idx="2217">
                  <c:v>6.7</c:v>
                </c:pt>
                <c:pt idx="2218">
                  <c:v>8.1</c:v>
                </c:pt>
                <c:pt idx="2219">
                  <c:v>5.7</c:v>
                </c:pt>
                <c:pt idx="2220">
                  <c:v>8</c:v>
                </c:pt>
                <c:pt idx="2221">
                  <c:v>5.5</c:v>
                </c:pt>
                <c:pt idx="2222">
                  <c:v>7.8</c:v>
                </c:pt>
                <c:pt idx="2223">
                  <c:v>5.2</c:v>
                </c:pt>
                <c:pt idx="2224">
                  <c:v>5.2</c:v>
                </c:pt>
                <c:pt idx="2225">
                  <c:v>5.4</c:v>
                </c:pt>
                <c:pt idx="2226">
                  <c:v>7</c:v>
                </c:pt>
                <c:pt idx="2227">
                  <c:v>7.6</c:v>
                </c:pt>
                <c:pt idx="2228">
                  <c:v>7.7</c:v>
                </c:pt>
                <c:pt idx="2229">
                  <c:v>5.6</c:v>
                </c:pt>
                <c:pt idx="2230">
                  <c:v>8.3000000000000007</c:v>
                </c:pt>
                <c:pt idx="2231">
                  <c:v>6.8</c:v>
                </c:pt>
                <c:pt idx="2232">
                  <c:v>7.4</c:v>
                </c:pt>
                <c:pt idx="2233">
                  <c:v>6.9</c:v>
                </c:pt>
                <c:pt idx="2234">
                  <c:v>6.6</c:v>
                </c:pt>
                <c:pt idx="2235">
                  <c:v>6.6</c:v>
                </c:pt>
                <c:pt idx="2236">
                  <c:v>5.6</c:v>
                </c:pt>
                <c:pt idx="2237">
                  <c:v>7.8</c:v>
                </c:pt>
                <c:pt idx="2238">
                  <c:v>6.7</c:v>
                </c:pt>
                <c:pt idx="2239">
                  <c:v>7.1</c:v>
                </c:pt>
                <c:pt idx="2240">
                  <c:v>8.1</c:v>
                </c:pt>
                <c:pt idx="2241">
                  <c:v>6.4</c:v>
                </c:pt>
                <c:pt idx="2242">
                  <c:v>5</c:v>
                </c:pt>
                <c:pt idx="2243">
                  <c:v>6</c:v>
                </c:pt>
                <c:pt idx="2244">
                  <c:v>6.6</c:v>
                </c:pt>
                <c:pt idx="2245">
                  <c:v>5.9</c:v>
                </c:pt>
                <c:pt idx="2246">
                  <c:v>7</c:v>
                </c:pt>
                <c:pt idx="2247">
                  <c:v>5.5</c:v>
                </c:pt>
                <c:pt idx="2248">
                  <c:v>6</c:v>
                </c:pt>
                <c:pt idx="2249">
                  <c:v>6.8</c:v>
                </c:pt>
                <c:pt idx="2250">
                  <c:v>7.2</c:v>
                </c:pt>
                <c:pt idx="2251">
                  <c:v>5.4</c:v>
                </c:pt>
                <c:pt idx="2252">
                  <c:v>5.5</c:v>
                </c:pt>
                <c:pt idx="2253">
                  <c:v>8.1</c:v>
                </c:pt>
                <c:pt idx="2254">
                  <c:v>5.2</c:v>
                </c:pt>
                <c:pt idx="2255">
                  <c:v>5.8</c:v>
                </c:pt>
                <c:pt idx="2256">
                  <c:v>5.6</c:v>
                </c:pt>
                <c:pt idx="2257">
                  <c:v>7</c:v>
                </c:pt>
                <c:pt idx="2258">
                  <c:v>6</c:v>
                </c:pt>
                <c:pt idx="2259">
                  <c:v>7.2</c:v>
                </c:pt>
                <c:pt idx="2260">
                  <c:v>7.5</c:v>
                </c:pt>
                <c:pt idx="2261">
                  <c:v>4.5</c:v>
                </c:pt>
                <c:pt idx="2262">
                  <c:v>5.5</c:v>
                </c:pt>
                <c:pt idx="2263">
                  <c:v>6.2</c:v>
                </c:pt>
                <c:pt idx="2264">
                  <c:v>5.8</c:v>
                </c:pt>
                <c:pt idx="2265">
                  <c:v>6.2</c:v>
                </c:pt>
                <c:pt idx="2266">
                  <c:v>5.5</c:v>
                </c:pt>
                <c:pt idx="2267">
                  <c:v>7</c:v>
                </c:pt>
                <c:pt idx="2268">
                  <c:v>6.3</c:v>
                </c:pt>
                <c:pt idx="2269">
                  <c:v>7.1</c:v>
                </c:pt>
                <c:pt idx="2270">
                  <c:v>6.3</c:v>
                </c:pt>
                <c:pt idx="2271">
                  <c:v>7.6</c:v>
                </c:pt>
                <c:pt idx="2272">
                  <c:v>6.3</c:v>
                </c:pt>
                <c:pt idx="2273">
                  <c:v>5.6</c:v>
                </c:pt>
                <c:pt idx="2274">
                  <c:v>7.7</c:v>
                </c:pt>
                <c:pt idx="2275">
                  <c:v>6.6</c:v>
                </c:pt>
                <c:pt idx="2276">
                  <c:v>7.6</c:v>
                </c:pt>
                <c:pt idx="2277">
                  <c:v>7.3</c:v>
                </c:pt>
                <c:pt idx="2278">
                  <c:v>6.1</c:v>
                </c:pt>
                <c:pt idx="2279">
                  <c:v>4</c:v>
                </c:pt>
                <c:pt idx="2280">
                  <c:v>7.6</c:v>
                </c:pt>
                <c:pt idx="2281">
                  <c:v>5.6</c:v>
                </c:pt>
                <c:pt idx="2282">
                  <c:v>7.5</c:v>
                </c:pt>
                <c:pt idx="2283">
                  <c:v>5.5</c:v>
                </c:pt>
                <c:pt idx="2284">
                  <c:v>5.8</c:v>
                </c:pt>
                <c:pt idx="2285">
                  <c:v>5.4</c:v>
                </c:pt>
                <c:pt idx="2286">
                  <c:v>5.9</c:v>
                </c:pt>
                <c:pt idx="2287">
                  <c:v>7.1</c:v>
                </c:pt>
                <c:pt idx="2288">
                  <c:v>5.7</c:v>
                </c:pt>
                <c:pt idx="2289">
                  <c:v>7.1</c:v>
                </c:pt>
                <c:pt idx="2290">
                  <c:v>8.3000000000000007</c:v>
                </c:pt>
                <c:pt idx="2291">
                  <c:v>7.2</c:v>
                </c:pt>
                <c:pt idx="2292">
                  <c:v>7</c:v>
                </c:pt>
                <c:pt idx="2293">
                  <c:v>5.9</c:v>
                </c:pt>
                <c:pt idx="2294">
                  <c:v>6.2</c:v>
                </c:pt>
                <c:pt idx="2295">
                  <c:v>7.6</c:v>
                </c:pt>
                <c:pt idx="2296">
                  <c:v>5.7</c:v>
                </c:pt>
                <c:pt idx="2297">
                  <c:v>8.5</c:v>
                </c:pt>
                <c:pt idx="2298">
                  <c:v>7.3</c:v>
                </c:pt>
                <c:pt idx="2299">
                  <c:v>5.3</c:v>
                </c:pt>
                <c:pt idx="2300">
                  <c:v>5.2</c:v>
                </c:pt>
                <c:pt idx="2301">
                  <c:v>7.6</c:v>
                </c:pt>
                <c:pt idx="2302">
                  <c:v>4.4000000000000004</c:v>
                </c:pt>
                <c:pt idx="2303">
                  <c:v>5.4</c:v>
                </c:pt>
                <c:pt idx="2304">
                  <c:v>6</c:v>
                </c:pt>
                <c:pt idx="2305">
                  <c:v>7.1</c:v>
                </c:pt>
                <c:pt idx="2306">
                  <c:v>6.9</c:v>
                </c:pt>
                <c:pt idx="2307">
                  <c:v>7.1</c:v>
                </c:pt>
                <c:pt idx="2308">
                  <c:v>5.5</c:v>
                </c:pt>
                <c:pt idx="2309">
                  <c:v>7.5</c:v>
                </c:pt>
                <c:pt idx="2310">
                  <c:v>5.7</c:v>
                </c:pt>
                <c:pt idx="2311">
                  <c:v>6.1</c:v>
                </c:pt>
                <c:pt idx="2312">
                  <c:v>7.2</c:v>
                </c:pt>
                <c:pt idx="2313">
                  <c:v>7.2</c:v>
                </c:pt>
                <c:pt idx="2314">
                  <c:v>6.5</c:v>
                </c:pt>
                <c:pt idx="2315">
                  <c:v>7</c:v>
                </c:pt>
                <c:pt idx="2316">
                  <c:v>7</c:v>
                </c:pt>
                <c:pt idx="2317">
                  <c:v>6.9</c:v>
                </c:pt>
                <c:pt idx="2318">
                  <c:v>8.1999999999999993</c:v>
                </c:pt>
                <c:pt idx="2319">
                  <c:v>7.4</c:v>
                </c:pt>
                <c:pt idx="2320">
                  <c:v>7.6</c:v>
                </c:pt>
                <c:pt idx="2321">
                  <c:v>7.4</c:v>
                </c:pt>
                <c:pt idx="2322">
                  <c:v>6.1</c:v>
                </c:pt>
                <c:pt idx="2323">
                  <c:v>7.8</c:v>
                </c:pt>
                <c:pt idx="2324">
                  <c:v>6.7</c:v>
                </c:pt>
                <c:pt idx="2325">
                  <c:v>6</c:v>
                </c:pt>
                <c:pt idx="2326">
                  <c:v>7.1</c:v>
                </c:pt>
                <c:pt idx="2327">
                  <c:v>7.3</c:v>
                </c:pt>
                <c:pt idx="2328">
                  <c:v>5.5</c:v>
                </c:pt>
                <c:pt idx="2329">
                  <c:v>8.1</c:v>
                </c:pt>
                <c:pt idx="2330">
                  <c:v>7.3</c:v>
                </c:pt>
                <c:pt idx="2331">
                  <c:v>3.9</c:v>
                </c:pt>
                <c:pt idx="2332">
                  <c:v>5.4</c:v>
                </c:pt>
                <c:pt idx="2333">
                  <c:v>7.7</c:v>
                </c:pt>
                <c:pt idx="2334">
                  <c:v>8</c:v>
                </c:pt>
                <c:pt idx="2335">
                  <c:v>5.9</c:v>
                </c:pt>
                <c:pt idx="2336">
                  <c:v>6.6</c:v>
                </c:pt>
                <c:pt idx="2337">
                  <c:v>5.6</c:v>
                </c:pt>
                <c:pt idx="2338">
                  <c:v>4.8</c:v>
                </c:pt>
                <c:pt idx="2339">
                  <c:v>6.8</c:v>
                </c:pt>
                <c:pt idx="2340">
                  <c:v>6.4</c:v>
                </c:pt>
                <c:pt idx="2341">
                  <c:v>5.2</c:v>
                </c:pt>
                <c:pt idx="2342">
                  <c:v>7.3</c:v>
                </c:pt>
                <c:pt idx="2343">
                  <c:v>5.0999999999999996</c:v>
                </c:pt>
                <c:pt idx="2344">
                  <c:v>8.1</c:v>
                </c:pt>
                <c:pt idx="2345">
                  <c:v>6</c:v>
                </c:pt>
                <c:pt idx="2346">
                  <c:v>7.4</c:v>
                </c:pt>
                <c:pt idx="2347">
                  <c:v>5.3</c:v>
                </c:pt>
                <c:pt idx="2348">
                  <c:v>8.9</c:v>
                </c:pt>
                <c:pt idx="2349">
                  <c:v>6.7</c:v>
                </c:pt>
                <c:pt idx="2350">
                  <c:v>5.4</c:v>
                </c:pt>
                <c:pt idx="2351">
                  <c:v>8</c:v>
                </c:pt>
                <c:pt idx="2352">
                  <c:v>6.3</c:v>
                </c:pt>
                <c:pt idx="2353">
                  <c:v>6.7</c:v>
                </c:pt>
                <c:pt idx="2354">
                  <c:v>7.3</c:v>
                </c:pt>
                <c:pt idx="2355">
                  <c:v>6.5</c:v>
                </c:pt>
                <c:pt idx="2356">
                  <c:v>7.1</c:v>
                </c:pt>
                <c:pt idx="2357">
                  <c:v>6.3</c:v>
                </c:pt>
                <c:pt idx="2358">
                  <c:v>7.2</c:v>
                </c:pt>
                <c:pt idx="2359">
                  <c:v>5.0999999999999996</c:v>
                </c:pt>
                <c:pt idx="2360">
                  <c:v>5.9</c:v>
                </c:pt>
                <c:pt idx="2361">
                  <c:v>5.2</c:v>
                </c:pt>
                <c:pt idx="2362">
                  <c:v>6.2</c:v>
                </c:pt>
                <c:pt idx="2363">
                  <c:v>5</c:v>
                </c:pt>
                <c:pt idx="2364">
                  <c:v>7.6</c:v>
                </c:pt>
                <c:pt idx="2365">
                  <c:v>5.7</c:v>
                </c:pt>
                <c:pt idx="2366">
                  <c:v>7.4</c:v>
                </c:pt>
                <c:pt idx="2367">
                  <c:v>7.6</c:v>
                </c:pt>
                <c:pt idx="2368">
                  <c:v>5.8</c:v>
                </c:pt>
                <c:pt idx="2369">
                  <c:v>7.4</c:v>
                </c:pt>
                <c:pt idx="2370">
                  <c:v>6.1</c:v>
                </c:pt>
                <c:pt idx="2371">
                  <c:v>6.4</c:v>
                </c:pt>
                <c:pt idx="2372">
                  <c:v>6.4</c:v>
                </c:pt>
                <c:pt idx="2373">
                  <c:v>7.4</c:v>
                </c:pt>
                <c:pt idx="2374">
                  <c:v>6.4</c:v>
                </c:pt>
                <c:pt idx="2375">
                  <c:v>5.7</c:v>
                </c:pt>
                <c:pt idx="2376">
                  <c:v>5.2</c:v>
                </c:pt>
                <c:pt idx="2377">
                  <c:v>6.9</c:v>
                </c:pt>
                <c:pt idx="2378">
                  <c:v>7.7</c:v>
                </c:pt>
                <c:pt idx="2379">
                  <c:v>6.7</c:v>
                </c:pt>
                <c:pt idx="2380">
                  <c:v>7.8</c:v>
                </c:pt>
                <c:pt idx="2381">
                  <c:v>7.3</c:v>
                </c:pt>
                <c:pt idx="2382">
                  <c:v>5.8</c:v>
                </c:pt>
                <c:pt idx="2383">
                  <c:v>6.3</c:v>
                </c:pt>
                <c:pt idx="2384">
                  <c:v>7.2</c:v>
                </c:pt>
                <c:pt idx="2385">
                  <c:v>3.8</c:v>
                </c:pt>
                <c:pt idx="2386">
                  <c:v>4.5999999999999996</c:v>
                </c:pt>
                <c:pt idx="2387">
                  <c:v>5.9</c:v>
                </c:pt>
                <c:pt idx="2388">
                  <c:v>6.5</c:v>
                </c:pt>
                <c:pt idx="2389">
                  <c:v>6.8</c:v>
                </c:pt>
                <c:pt idx="2390">
                  <c:v>5.4</c:v>
                </c:pt>
                <c:pt idx="2391">
                  <c:v>7</c:v>
                </c:pt>
                <c:pt idx="2392">
                  <c:v>6.8</c:v>
                </c:pt>
                <c:pt idx="2393">
                  <c:v>6.6</c:v>
                </c:pt>
                <c:pt idx="2394">
                  <c:v>7.2</c:v>
                </c:pt>
                <c:pt idx="2395">
                  <c:v>5.9</c:v>
                </c:pt>
                <c:pt idx="2396">
                  <c:v>6.3</c:v>
                </c:pt>
                <c:pt idx="2397">
                  <c:v>6.5</c:v>
                </c:pt>
                <c:pt idx="2398">
                  <c:v>7.7</c:v>
                </c:pt>
                <c:pt idx="2399">
                  <c:v>7.9</c:v>
                </c:pt>
                <c:pt idx="2400">
                  <c:v>6.4</c:v>
                </c:pt>
                <c:pt idx="2401">
                  <c:v>7.2</c:v>
                </c:pt>
                <c:pt idx="2402">
                  <c:v>6.2</c:v>
                </c:pt>
                <c:pt idx="2403">
                  <c:v>5.5</c:v>
                </c:pt>
                <c:pt idx="2404">
                  <c:v>5.4</c:v>
                </c:pt>
                <c:pt idx="2405">
                  <c:v>5.7</c:v>
                </c:pt>
                <c:pt idx="2406">
                  <c:v>5.8</c:v>
                </c:pt>
                <c:pt idx="2407">
                  <c:v>7.2</c:v>
                </c:pt>
                <c:pt idx="2408">
                  <c:v>6.3</c:v>
                </c:pt>
                <c:pt idx="2409">
                  <c:v>6.9</c:v>
                </c:pt>
                <c:pt idx="2410">
                  <c:v>3</c:v>
                </c:pt>
                <c:pt idx="2411">
                  <c:v>7</c:v>
                </c:pt>
                <c:pt idx="2412">
                  <c:v>4</c:v>
                </c:pt>
                <c:pt idx="2413">
                  <c:v>8</c:v>
                </c:pt>
                <c:pt idx="2414">
                  <c:v>7.5</c:v>
                </c:pt>
                <c:pt idx="2415">
                  <c:v>6.8</c:v>
                </c:pt>
                <c:pt idx="2416">
                  <c:v>5.3</c:v>
                </c:pt>
                <c:pt idx="2417">
                  <c:v>6.2</c:v>
                </c:pt>
                <c:pt idx="2418">
                  <c:v>5.8</c:v>
                </c:pt>
                <c:pt idx="2419">
                  <c:v>4.2</c:v>
                </c:pt>
                <c:pt idx="2420">
                  <c:v>8.5</c:v>
                </c:pt>
                <c:pt idx="2421">
                  <c:v>7.3</c:v>
                </c:pt>
                <c:pt idx="2422">
                  <c:v>6.8</c:v>
                </c:pt>
                <c:pt idx="2423">
                  <c:v>4.9000000000000004</c:v>
                </c:pt>
                <c:pt idx="2424">
                  <c:v>7.5</c:v>
                </c:pt>
                <c:pt idx="2425">
                  <c:v>7</c:v>
                </c:pt>
                <c:pt idx="2426">
                  <c:v>8.4</c:v>
                </c:pt>
                <c:pt idx="2427">
                  <c:v>5.8</c:v>
                </c:pt>
                <c:pt idx="2428">
                  <c:v>6.7</c:v>
                </c:pt>
                <c:pt idx="2429">
                  <c:v>6.4</c:v>
                </c:pt>
                <c:pt idx="2430">
                  <c:v>5.7</c:v>
                </c:pt>
                <c:pt idx="2431">
                  <c:v>5.9</c:v>
                </c:pt>
                <c:pt idx="2432">
                  <c:v>6</c:v>
                </c:pt>
                <c:pt idx="2433">
                  <c:v>7.7</c:v>
                </c:pt>
                <c:pt idx="2434">
                  <c:v>5.6</c:v>
                </c:pt>
                <c:pt idx="2435">
                  <c:v>4.5999999999999996</c:v>
                </c:pt>
                <c:pt idx="2436">
                  <c:v>6.2</c:v>
                </c:pt>
                <c:pt idx="2437">
                  <c:v>5.8</c:v>
                </c:pt>
                <c:pt idx="2438">
                  <c:v>6.2</c:v>
                </c:pt>
                <c:pt idx="2439">
                  <c:v>5.2</c:v>
                </c:pt>
                <c:pt idx="2440">
                  <c:v>7.2</c:v>
                </c:pt>
                <c:pt idx="2441">
                  <c:v>4.5999999999999996</c:v>
                </c:pt>
                <c:pt idx="2442">
                  <c:v>7.5</c:v>
                </c:pt>
                <c:pt idx="2443">
                  <c:v>7.6</c:v>
                </c:pt>
                <c:pt idx="2444">
                  <c:v>4.8</c:v>
                </c:pt>
                <c:pt idx="2445">
                  <c:v>3.6</c:v>
                </c:pt>
                <c:pt idx="2446">
                  <c:v>7</c:v>
                </c:pt>
                <c:pt idx="2447">
                  <c:v>6.2</c:v>
                </c:pt>
                <c:pt idx="2448">
                  <c:v>7.9</c:v>
                </c:pt>
                <c:pt idx="2449">
                  <c:v>7</c:v>
                </c:pt>
                <c:pt idx="2450">
                  <c:v>6.5</c:v>
                </c:pt>
                <c:pt idx="2451">
                  <c:v>6.6</c:v>
                </c:pt>
                <c:pt idx="2452">
                  <c:v>6.7</c:v>
                </c:pt>
                <c:pt idx="2453">
                  <c:v>7.5</c:v>
                </c:pt>
                <c:pt idx="2454">
                  <c:v>7</c:v>
                </c:pt>
                <c:pt idx="2455">
                  <c:v>5.4</c:v>
                </c:pt>
                <c:pt idx="2456">
                  <c:v>5.7</c:v>
                </c:pt>
                <c:pt idx="2457">
                  <c:v>5.7</c:v>
                </c:pt>
                <c:pt idx="2458">
                  <c:v>6.6</c:v>
                </c:pt>
                <c:pt idx="2459">
                  <c:v>5.9</c:v>
                </c:pt>
                <c:pt idx="2460">
                  <c:v>7.8</c:v>
                </c:pt>
                <c:pt idx="2461">
                  <c:v>7.5</c:v>
                </c:pt>
                <c:pt idx="2462">
                  <c:v>7</c:v>
                </c:pt>
                <c:pt idx="2463">
                  <c:v>7.4</c:v>
                </c:pt>
                <c:pt idx="2464">
                  <c:v>6.6</c:v>
                </c:pt>
                <c:pt idx="2465">
                  <c:v>6.2</c:v>
                </c:pt>
                <c:pt idx="2466">
                  <c:v>6</c:v>
                </c:pt>
                <c:pt idx="2467">
                  <c:v>4.5</c:v>
                </c:pt>
                <c:pt idx="2468">
                  <c:v>7</c:v>
                </c:pt>
                <c:pt idx="2469">
                  <c:v>2.2999999999999998</c:v>
                </c:pt>
                <c:pt idx="2470">
                  <c:v>8.6</c:v>
                </c:pt>
                <c:pt idx="2471">
                  <c:v>6.2</c:v>
                </c:pt>
                <c:pt idx="2472">
                  <c:v>6.2</c:v>
                </c:pt>
                <c:pt idx="2473">
                  <c:v>5.9</c:v>
                </c:pt>
                <c:pt idx="2474">
                  <c:v>7.5</c:v>
                </c:pt>
                <c:pt idx="2475">
                  <c:v>5.4</c:v>
                </c:pt>
                <c:pt idx="2476">
                  <c:v>6.4</c:v>
                </c:pt>
                <c:pt idx="2477">
                  <c:v>6.1</c:v>
                </c:pt>
                <c:pt idx="2478">
                  <c:v>7.7</c:v>
                </c:pt>
                <c:pt idx="2479">
                  <c:v>3.2</c:v>
                </c:pt>
                <c:pt idx="2480">
                  <c:v>6.7</c:v>
                </c:pt>
                <c:pt idx="2481">
                  <c:v>5.6</c:v>
                </c:pt>
                <c:pt idx="2482">
                  <c:v>7.1</c:v>
                </c:pt>
                <c:pt idx="2483">
                  <c:v>7.3</c:v>
                </c:pt>
                <c:pt idx="2484">
                  <c:v>6.5</c:v>
                </c:pt>
                <c:pt idx="2485">
                  <c:v>5.7</c:v>
                </c:pt>
                <c:pt idx="2486">
                  <c:v>5.3</c:v>
                </c:pt>
                <c:pt idx="2487">
                  <c:v>6.6</c:v>
                </c:pt>
                <c:pt idx="2488">
                  <c:v>5.7</c:v>
                </c:pt>
                <c:pt idx="2489">
                  <c:v>4.4000000000000004</c:v>
                </c:pt>
                <c:pt idx="2490">
                  <c:v>7.3</c:v>
                </c:pt>
                <c:pt idx="2491">
                  <c:v>5.5</c:v>
                </c:pt>
                <c:pt idx="2492">
                  <c:v>4.4000000000000004</c:v>
                </c:pt>
                <c:pt idx="2493">
                  <c:v>5</c:v>
                </c:pt>
                <c:pt idx="2494">
                  <c:v>7.7</c:v>
                </c:pt>
                <c:pt idx="2495">
                  <c:v>5.4</c:v>
                </c:pt>
                <c:pt idx="2496">
                  <c:v>7.6</c:v>
                </c:pt>
                <c:pt idx="2497">
                  <c:v>6.7</c:v>
                </c:pt>
                <c:pt idx="2498">
                  <c:v>6.6</c:v>
                </c:pt>
                <c:pt idx="2499">
                  <c:v>5.4</c:v>
                </c:pt>
                <c:pt idx="2500">
                  <c:v>7.9</c:v>
                </c:pt>
                <c:pt idx="2501">
                  <c:v>6.3</c:v>
                </c:pt>
                <c:pt idx="2502">
                  <c:v>6.8</c:v>
                </c:pt>
                <c:pt idx="2503">
                  <c:v>4</c:v>
                </c:pt>
                <c:pt idx="2504">
                  <c:v>6.5</c:v>
                </c:pt>
                <c:pt idx="2505">
                  <c:v>7.3</c:v>
                </c:pt>
                <c:pt idx="2506">
                  <c:v>6.6</c:v>
                </c:pt>
                <c:pt idx="2507">
                  <c:v>6.9</c:v>
                </c:pt>
                <c:pt idx="2508">
                  <c:v>6.2</c:v>
                </c:pt>
                <c:pt idx="2509">
                  <c:v>6.9</c:v>
                </c:pt>
                <c:pt idx="2510">
                  <c:v>6</c:v>
                </c:pt>
                <c:pt idx="2511">
                  <c:v>8.5</c:v>
                </c:pt>
                <c:pt idx="2512">
                  <c:v>7.5</c:v>
                </c:pt>
                <c:pt idx="2513">
                  <c:v>6.5</c:v>
                </c:pt>
                <c:pt idx="2514">
                  <c:v>6.5</c:v>
                </c:pt>
                <c:pt idx="2515">
                  <c:v>7</c:v>
                </c:pt>
                <c:pt idx="2516">
                  <c:v>5.6</c:v>
                </c:pt>
                <c:pt idx="2517">
                  <c:v>6.9</c:v>
                </c:pt>
                <c:pt idx="2518">
                  <c:v>5.0999999999999996</c:v>
                </c:pt>
                <c:pt idx="2519">
                  <c:v>5.8</c:v>
                </c:pt>
                <c:pt idx="2520">
                  <c:v>7.9</c:v>
                </c:pt>
                <c:pt idx="2521">
                  <c:v>6.3</c:v>
                </c:pt>
                <c:pt idx="2522">
                  <c:v>7.6</c:v>
                </c:pt>
                <c:pt idx="2523">
                  <c:v>6.6</c:v>
                </c:pt>
                <c:pt idx="2524">
                  <c:v>5.5</c:v>
                </c:pt>
                <c:pt idx="2525">
                  <c:v>7.1</c:v>
                </c:pt>
                <c:pt idx="2526">
                  <c:v>6.8</c:v>
                </c:pt>
                <c:pt idx="2527">
                  <c:v>6</c:v>
                </c:pt>
                <c:pt idx="2528">
                  <c:v>6.4</c:v>
                </c:pt>
                <c:pt idx="2529">
                  <c:v>5.8</c:v>
                </c:pt>
                <c:pt idx="2530">
                  <c:v>4.3</c:v>
                </c:pt>
                <c:pt idx="2531">
                  <c:v>7.6</c:v>
                </c:pt>
                <c:pt idx="2532">
                  <c:v>4.9000000000000004</c:v>
                </c:pt>
                <c:pt idx="2533">
                  <c:v>6.2</c:v>
                </c:pt>
                <c:pt idx="2534">
                  <c:v>5.5</c:v>
                </c:pt>
                <c:pt idx="2535">
                  <c:v>6.4</c:v>
                </c:pt>
                <c:pt idx="2536">
                  <c:v>6.2</c:v>
                </c:pt>
                <c:pt idx="2537">
                  <c:v>4.5</c:v>
                </c:pt>
                <c:pt idx="2538">
                  <c:v>7.6</c:v>
                </c:pt>
                <c:pt idx="2539">
                  <c:v>6.9</c:v>
                </c:pt>
                <c:pt idx="2540">
                  <c:v>7.1</c:v>
                </c:pt>
                <c:pt idx="2541">
                  <c:v>7.2</c:v>
                </c:pt>
                <c:pt idx="2542">
                  <c:v>6.4</c:v>
                </c:pt>
                <c:pt idx="2543">
                  <c:v>6.4</c:v>
                </c:pt>
                <c:pt idx="2544">
                  <c:v>6.5</c:v>
                </c:pt>
                <c:pt idx="2545">
                  <c:v>5.6</c:v>
                </c:pt>
                <c:pt idx="2546">
                  <c:v>7.2</c:v>
                </c:pt>
                <c:pt idx="2547">
                  <c:v>6.6</c:v>
                </c:pt>
                <c:pt idx="2548">
                  <c:v>7.2</c:v>
                </c:pt>
                <c:pt idx="2549">
                  <c:v>5.9</c:v>
                </c:pt>
                <c:pt idx="2550">
                  <c:v>7.1</c:v>
                </c:pt>
                <c:pt idx="2551">
                  <c:v>6.6</c:v>
                </c:pt>
                <c:pt idx="2552">
                  <c:v>7.2</c:v>
                </c:pt>
                <c:pt idx="2553">
                  <c:v>6.2</c:v>
                </c:pt>
                <c:pt idx="2554">
                  <c:v>6.5</c:v>
                </c:pt>
                <c:pt idx="2555">
                  <c:v>7.3</c:v>
                </c:pt>
                <c:pt idx="2556">
                  <c:v>8</c:v>
                </c:pt>
                <c:pt idx="2557">
                  <c:v>6.1</c:v>
                </c:pt>
                <c:pt idx="2558">
                  <c:v>7.7</c:v>
                </c:pt>
                <c:pt idx="2559">
                  <c:v>5.8</c:v>
                </c:pt>
                <c:pt idx="2560">
                  <c:v>5.9</c:v>
                </c:pt>
                <c:pt idx="2561">
                  <c:v>7.4</c:v>
                </c:pt>
                <c:pt idx="2562">
                  <c:v>7.1</c:v>
                </c:pt>
                <c:pt idx="2563">
                  <c:v>6.8</c:v>
                </c:pt>
                <c:pt idx="2564">
                  <c:v>6.4</c:v>
                </c:pt>
                <c:pt idx="2565">
                  <c:v>7.1</c:v>
                </c:pt>
                <c:pt idx="2566">
                  <c:v>6.5</c:v>
                </c:pt>
                <c:pt idx="2567">
                  <c:v>5.4</c:v>
                </c:pt>
                <c:pt idx="2568">
                  <c:v>6</c:v>
                </c:pt>
                <c:pt idx="2569">
                  <c:v>6.2</c:v>
                </c:pt>
                <c:pt idx="2570">
                  <c:v>6.2</c:v>
                </c:pt>
                <c:pt idx="2571">
                  <c:v>6.2</c:v>
                </c:pt>
                <c:pt idx="2572">
                  <c:v>4.2</c:v>
                </c:pt>
                <c:pt idx="2573">
                  <c:v>5.4</c:v>
                </c:pt>
                <c:pt idx="2574">
                  <c:v>6</c:v>
                </c:pt>
                <c:pt idx="2575">
                  <c:v>6.6</c:v>
                </c:pt>
                <c:pt idx="2576">
                  <c:v>7.2</c:v>
                </c:pt>
                <c:pt idx="2577">
                  <c:v>7.3</c:v>
                </c:pt>
                <c:pt idx="2578">
                  <c:v>5.8</c:v>
                </c:pt>
                <c:pt idx="2579">
                  <c:v>5.5</c:v>
                </c:pt>
                <c:pt idx="2580">
                  <c:v>6.5</c:v>
                </c:pt>
                <c:pt idx="2581">
                  <c:v>3.9</c:v>
                </c:pt>
                <c:pt idx="2582">
                  <c:v>4.7</c:v>
                </c:pt>
                <c:pt idx="2583">
                  <c:v>6</c:v>
                </c:pt>
                <c:pt idx="2584">
                  <c:v>6.7</c:v>
                </c:pt>
                <c:pt idx="2585">
                  <c:v>7.3</c:v>
                </c:pt>
                <c:pt idx="2586">
                  <c:v>7.3</c:v>
                </c:pt>
                <c:pt idx="2587">
                  <c:v>6.7</c:v>
                </c:pt>
                <c:pt idx="2588">
                  <c:v>8.1999999999999993</c:v>
                </c:pt>
                <c:pt idx="2589">
                  <c:v>6.1</c:v>
                </c:pt>
                <c:pt idx="2590">
                  <c:v>8.1</c:v>
                </c:pt>
                <c:pt idx="2591">
                  <c:v>6.3</c:v>
                </c:pt>
                <c:pt idx="2592">
                  <c:v>2.2999999999999998</c:v>
                </c:pt>
                <c:pt idx="2593">
                  <c:v>5.3</c:v>
                </c:pt>
                <c:pt idx="2594">
                  <c:v>2.2000000000000002</c:v>
                </c:pt>
                <c:pt idx="2595">
                  <c:v>6.5</c:v>
                </c:pt>
                <c:pt idx="2596">
                  <c:v>6.9</c:v>
                </c:pt>
                <c:pt idx="2597">
                  <c:v>6.7</c:v>
                </c:pt>
                <c:pt idx="2598">
                  <c:v>5.9</c:v>
                </c:pt>
                <c:pt idx="2599">
                  <c:v>6.5</c:v>
                </c:pt>
                <c:pt idx="2600">
                  <c:v>7.3</c:v>
                </c:pt>
                <c:pt idx="2601">
                  <c:v>6</c:v>
                </c:pt>
                <c:pt idx="2602">
                  <c:v>6.3</c:v>
                </c:pt>
                <c:pt idx="2603">
                  <c:v>7.2</c:v>
                </c:pt>
                <c:pt idx="2604">
                  <c:v>7.1</c:v>
                </c:pt>
                <c:pt idx="2605">
                  <c:v>4.5999999999999996</c:v>
                </c:pt>
                <c:pt idx="2606">
                  <c:v>7</c:v>
                </c:pt>
                <c:pt idx="2607">
                  <c:v>6.2</c:v>
                </c:pt>
                <c:pt idx="2608">
                  <c:v>6.2</c:v>
                </c:pt>
                <c:pt idx="2609">
                  <c:v>6.1</c:v>
                </c:pt>
                <c:pt idx="2610">
                  <c:v>3.9</c:v>
                </c:pt>
                <c:pt idx="2611">
                  <c:v>7.5</c:v>
                </c:pt>
                <c:pt idx="2612">
                  <c:v>7.7</c:v>
                </c:pt>
                <c:pt idx="2613">
                  <c:v>5.4</c:v>
                </c:pt>
                <c:pt idx="2614">
                  <c:v>6.9</c:v>
                </c:pt>
                <c:pt idx="2615">
                  <c:v>7.3</c:v>
                </c:pt>
                <c:pt idx="2616">
                  <c:v>6.5</c:v>
                </c:pt>
                <c:pt idx="2617">
                  <c:v>5.0999999999999996</c:v>
                </c:pt>
                <c:pt idx="2618">
                  <c:v>5</c:v>
                </c:pt>
                <c:pt idx="2619">
                  <c:v>5.8</c:v>
                </c:pt>
                <c:pt idx="2620">
                  <c:v>7.1</c:v>
                </c:pt>
                <c:pt idx="2621">
                  <c:v>6.7</c:v>
                </c:pt>
                <c:pt idx="2622">
                  <c:v>6.7</c:v>
                </c:pt>
                <c:pt idx="2623">
                  <c:v>5.2</c:v>
                </c:pt>
                <c:pt idx="2624">
                  <c:v>5.7</c:v>
                </c:pt>
                <c:pt idx="2625">
                  <c:v>3.6</c:v>
                </c:pt>
                <c:pt idx="2626">
                  <c:v>6.1</c:v>
                </c:pt>
                <c:pt idx="2627">
                  <c:v>6.3</c:v>
                </c:pt>
                <c:pt idx="2628">
                  <c:v>8.1999999999999993</c:v>
                </c:pt>
                <c:pt idx="2629">
                  <c:v>4.5999999999999996</c:v>
                </c:pt>
                <c:pt idx="2630">
                  <c:v>6.3</c:v>
                </c:pt>
                <c:pt idx="2631">
                  <c:v>7.6</c:v>
                </c:pt>
                <c:pt idx="2632">
                  <c:v>7.5</c:v>
                </c:pt>
                <c:pt idx="2633">
                  <c:v>6.8</c:v>
                </c:pt>
                <c:pt idx="2634">
                  <c:v>5.7</c:v>
                </c:pt>
                <c:pt idx="2635">
                  <c:v>6.2</c:v>
                </c:pt>
                <c:pt idx="2637">
                  <c:v>3.5</c:v>
                </c:pt>
                <c:pt idx="2638">
                  <c:v>6.5</c:v>
                </c:pt>
                <c:pt idx="2639">
                  <c:v>7.2</c:v>
                </c:pt>
                <c:pt idx="2640">
                  <c:v>6.1</c:v>
                </c:pt>
                <c:pt idx="2641">
                  <c:v>6.6</c:v>
                </c:pt>
                <c:pt idx="2642">
                  <c:v>6.8</c:v>
                </c:pt>
                <c:pt idx="2643">
                  <c:v>7.6</c:v>
                </c:pt>
                <c:pt idx="2644">
                  <c:v>5.0999999999999996</c:v>
                </c:pt>
                <c:pt idx="2645">
                  <c:v>7.4</c:v>
                </c:pt>
                <c:pt idx="2646">
                  <c:v>3.7</c:v>
                </c:pt>
                <c:pt idx="2647">
                  <c:v>7.2</c:v>
                </c:pt>
                <c:pt idx="2648">
                  <c:v>9</c:v>
                </c:pt>
                <c:pt idx="2650">
                  <c:v>4.8</c:v>
                </c:pt>
                <c:pt idx="2651">
                  <c:v>7.5</c:v>
                </c:pt>
                <c:pt idx="2652">
                  <c:v>7.3</c:v>
                </c:pt>
                <c:pt idx="2653">
                  <c:v>5.7</c:v>
                </c:pt>
                <c:pt idx="2654">
                  <c:v>6.9</c:v>
                </c:pt>
                <c:pt idx="2655">
                  <c:v>5.0999999999999996</c:v>
                </c:pt>
                <c:pt idx="2656">
                  <c:v>6.9</c:v>
                </c:pt>
                <c:pt idx="2657">
                  <c:v>6.5</c:v>
                </c:pt>
                <c:pt idx="2658">
                  <c:v>4.5</c:v>
                </c:pt>
                <c:pt idx="2659">
                  <c:v>5.9</c:v>
                </c:pt>
                <c:pt idx="2660">
                  <c:v>5.7</c:v>
                </c:pt>
                <c:pt idx="2661">
                  <c:v>4.9000000000000004</c:v>
                </c:pt>
                <c:pt idx="2662">
                  <c:v>5.8</c:v>
                </c:pt>
                <c:pt idx="2663">
                  <c:v>5.4</c:v>
                </c:pt>
                <c:pt idx="2664">
                  <c:v>7.7</c:v>
                </c:pt>
                <c:pt idx="2665">
                  <c:v>7.2</c:v>
                </c:pt>
                <c:pt idx="2666">
                  <c:v>6.7</c:v>
                </c:pt>
                <c:pt idx="2667">
                  <c:v>5.9</c:v>
                </c:pt>
                <c:pt idx="2668">
                  <c:v>7.9</c:v>
                </c:pt>
                <c:pt idx="2669">
                  <c:v>7.6</c:v>
                </c:pt>
                <c:pt idx="2670">
                  <c:v>7.1</c:v>
                </c:pt>
                <c:pt idx="2671">
                  <c:v>7</c:v>
                </c:pt>
                <c:pt idx="2672">
                  <c:v>4.7</c:v>
                </c:pt>
                <c:pt idx="2673">
                  <c:v>3.9</c:v>
                </c:pt>
                <c:pt idx="2674">
                  <c:v>5</c:v>
                </c:pt>
                <c:pt idx="2675">
                  <c:v>6.9</c:v>
                </c:pt>
                <c:pt idx="2676">
                  <c:v>3.9</c:v>
                </c:pt>
                <c:pt idx="2677">
                  <c:v>6</c:v>
                </c:pt>
                <c:pt idx="2678">
                  <c:v>8.6</c:v>
                </c:pt>
                <c:pt idx="2679">
                  <c:v>6.2</c:v>
                </c:pt>
                <c:pt idx="2680">
                  <c:v>6.1</c:v>
                </c:pt>
                <c:pt idx="2681">
                  <c:v>6.3</c:v>
                </c:pt>
                <c:pt idx="2682">
                  <c:v>7.7</c:v>
                </c:pt>
                <c:pt idx="2683">
                  <c:v>6.1</c:v>
                </c:pt>
                <c:pt idx="2684">
                  <c:v>4.7</c:v>
                </c:pt>
                <c:pt idx="2685">
                  <c:v>5.5</c:v>
                </c:pt>
                <c:pt idx="2686">
                  <c:v>5.2</c:v>
                </c:pt>
                <c:pt idx="2687">
                  <c:v>6.1</c:v>
                </c:pt>
                <c:pt idx="2688">
                  <c:v>4.8</c:v>
                </c:pt>
                <c:pt idx="2689">
                  <c:v>6.1</c:v>
                </c:pt>
                <c:pt idx="2690">
                  <c:v>4.8</c:v>
                </c:pt>
                <c:pt idx="2691">
                  <c:v>6.2</c:v>
                </c:pt>
                <c:pt idx="2692">
                  <c:v>6.5</c:v>
                </c:pt>
                <c:pt idx="2693">
                  <c:v>6.6</c:v>
                </c:pt>
                <c:pt idx="2694">
                  <c:v>6.7</c:v>
                </c:pt>
                <c:pt idx="2695">
                  <c:v>5</c:v>
                </c:pt>
                <c:pt idx="2697">
                  <c:v>7.2</c:v>
                </c:pt>
                <c:pt idx="2698">
                  <c:v>7.9</c:v>
                </c:pt>
                <c:pt idx="2699">
                  <c:v>7.5</c:v>
                </c:pt>
                <c:pt idx="2700">
                  <c:v>6.9</c:v>
                </c:pt>
                <c:pt idx="2701">
                  <c:v>7.8</c:v>
                </c:pt>
                <c:pt idx="2702">
                  <c:v>7.9</c:v>
                </c:pt>
                <c:pt idx="2703">
                  <c:v>6.9</c:v>
                </c:pt>
                <c:pt idx="2704">
                  <c:v>6.4</c:v>
                </c:pt>
                <c:pt idx="2705">
                  <c:v>7.9</c:v>
                </c:pt>
                <c:pt idx="2706">
                  <c:v>6.1</c:v>
                </c:pt>
                <c:pt idx="2707">
                  <c:v>6.6</c:v>
                </c:pt>
                <c:pt idx="2708">
                  <c:v>5.8</c:v>
                </c:pt>
                <c:pt idx="2709">
                  <c:v>7.4</c:v>
                </c:pt>
                <c:pt idx="2710">
                  <c:v>6.7</c:v>
                </c:pt>
                <c:pt idx="2711">
                  <c:v>6.6</c:v>
                </c:pt>
                <c:pt idx="2712">
                  <c:v>5.4</c:v>
                </c:pt>
                <c:pt idx="2713">
                  <c:v>6.6</c:v>
                </c:pt>
                <c:pt idx="2714">
                  <c:v>5.9</c:v>
                </c:pt>
                <c:pt idx="2715">
                  <c:v>7.4</c:v>
                </c:pt>
                <c:pt idx="2716">
                  <c:v>6.4</c:v>
                </c:pt>
                <c:pt idx="2717">
                  <c:v>6.8</c:v>
                </c:pt>
                <c:pt idx="2718">
                  <c:v>3.9</c:v>
                </c:pt>
                <c:pt idx="2719">
                  <c:v>4.7</c:v>
                </c:pt>
                <c:pt idx="2720">
                  <c:v>6.2</c:v>
                </c:pt>
                <c:pt idx="2721">
                  <c:v>7.4</c:v>
                </c:pt>
                <c:pt idx="2722">
                  <c:v>5.6</c:v>
                </c:pt>
                <c:pt idx="2723">
                  <c:v>8</c:v>
                </c:pt>
                <c:pt idx="2724">
                  <c:v>6.7</c:v>
                </c:pt>
                <c:pt idx="2725">
                  <c:v>5.5</c:v>
                </c:pt>
                <c:pt idx="2726">
                  <c:v>5.6</c:v>
                </c:pt>
                <c:pt idx="2727">
                  <c:v>7.1</c:v>
                </c:pt>
                <c:pt idx="2728">
                  <c:v>6.4</c:v>
                </c:pt>
                <c:pt idx="2729">
                  <c:v>6.1</c:v>
                </c:pt>
                <c:pt idx="2730">
                  <c:v>6.7</c:v>
                </c:pt>
                <c:pt idx="2731">
                  <c:v>4.5999999999999996</c:v>
                </c:pt>
                <c:pt idx="2732">
                  <c:v>6.4</c:v>
                </c:pt>
                <c:pt idx="2733">
                  <c:v>6.2</c:v>
                </c:pt>
                <c:pt idx="2734">
                  <c:v>6.6</c:v>
                </c:pt>
                <c:pt idx="2735">
                  <c:v>6.6</c:v>
                </c:pt>
                <c:pt idx="2736">
                  <c:v>7.3</c:v>
                </c:pt>
                <c:pt idx="2737">
                  <c:v>5.6</c:v>
                </c:pt>
                <c:pt idx="2738">
                  <c:v>6.8</c:v>
                </c:pt>
                <c:pt idx="2739">
                  <c:v>7.3</c:v>
                </c:pt>
                <c:pt idx="2740">
                  <c:v>4.9000000000000004</c:v>
                </c:pt>
                <c:pt idx="2741">
                  <c:v>5.4</c:v>
                </c:pt>
                <c:pt idx="2742">
                  <c:v>5.2</c:v>
                </c:pt>
                <c:pt idx="2743">
                  <c:v>6.9</c:v>
                </c:pt>
                <c:pt idx="2744">
                  <c:v>2.2999999999999998</c:v>
                </c:pt>
                <c:pt idx="2745">
                  <c:v>6.7</c:v>
                </c:pt>
                <c:pt idx="2746">
                  <c:v>7.8</c:v>
                </c:pt>
                <c:pt idx="2747">
                  <c:v>4.3</c:v>
                </c:pt>
                <c:pt idx="2748">
                  <c:v>6.8</c:v>
                </c:pt>
                <c:pt idx="2749">
                  <c:v>6.6</c:v>
                </c:pt>
                <c:pt idx="2750">
                  <c:v>6.8</c:v>
                </c:pt>
                <c:pt idx="2751">
                  <c:v>7.2</c:v>
                </c:pt>
                <c:pt idx="2752">
                  <c:v>6.1</c:v>
                </c:pt>
                <c:pt idx="2753">
                  <c:v>4.5</c:v>
                </c:pt>
                <c:pt idx="2754">
                  <c:v>6</c:v>
                </c:pt>
                <c:pt idx="2755">
                  <c:v>6.9</c:v>
                </c:pt>
                <c:pt idx="2756">
                  <c:v>8.4</c:v>
                </c:pt>
                <c:pt idx="2757">
                  <c:v>8.1999999999999993</c:v>
                </c:pt>
                <c:pt idx="2758">
                  <c:v>6.8</c:v>
                </c:pt>
                <c:pt idx="2759">
                  <c:v>6.5</c:v>
                </c:pt>
                <c:pt idx="2760">
                  <c:v>4.9000000000000004</c:v>
                </c:pt>
                <c:pt idx="2761">
                  <c:v>5.8</c:v>
                </c:pt>
                <c:pt idx="2762">
                  <c:v>7.5</c:v>
                </c:pt>
                <c:pt idx="2763">
                  <c:v>6.5</c:v>
                </c:pt>
                <c:pt idx="2764">
                  <c:v>8.5</c:v>
                </c:pt>
                <c:pt idx="2765">
                  <c:v>7</c:v>
                </c:pt>
                <c:pt idx="2766">
                  <c:v>6.8</c:v>
                </c:pt>
                <c:pt idx="2767">
                  <c:v>6.5</c:v>
                </c:pt>
                <c:pt idx="2768">
                  <c:v>5.7</c:v>
                </c:pt>
                <c:pt idx="2769">
                  <c:v>5.6</c:v>
                </c:pt>
                <c:pt idx="2770">
                  <c:v>5.7</c:v>
                </c:pt>
                <c:pt idx="2771">
                  <c:v>5.4</c:v>
                </c:pt>
                <c:pt idx="2772">
                  <c:v>6.6</c:v>
                </c:pt>
                <c:pt idx="2773">
                  <c:v>7.3</c:v>
                </c:pt>
                <c:pt idx="2774">
                  <c:v>5.4</c:v>
                </c:pt>
                <c:pt idx="2775">
                  <c:v>7.6</c:v>
                </c:pt>
                <c:pt idx="2776">
                  <c:v>6.5</c:v>
                </c:pt>
                <c:pt idx="2777">
                  <c:v>7.8</c:v>
                </c:pt>
                <c:pt idx="2778">
                  <c:v>7.1</c:v>
                </c:pt>
                <c:pt idx="2779">
                  <c:v>6.2</c:v>
                </c:pt>
                <c:pt idx="2780">
                  <c:v>5.5</c:v>
                </c:pt>
                <c:pt idx="2781">
                  <c:v>7</c:v>
                </c:pt>
                <c:pt idx="2782">
                  <c:v>6.4</c:v>
                </c:pt>
                <c:pt idx="2783">
                  <c:v>6.3</c:v>
                </c:pt>
                <c:pt idx="2784">
                  <c:v>6.7</c:v>
                </c:pt>
                <c:pt idx="2785">
                  <c:v>4.4000000000000004</c:v>
                </c:pt>
                <c:pt idx="2786">
                  <c:v>4.4000000000000004</c:v>
                </c:pt>
                <c:pt idx="2787">
                  <c:v>4.3</c:v>
                </c:pt>
                <c:pt idx="2788">
                  <c:v>6.6</c:v>
                </c:pt>
                <c:pt idx="2789">
                  <c:v>6.6</c:v>
                </c:pt>
                <c:pt idx="2790">
                  <c:v>5.7</c:v>
                </c:pt>
                <c:pt idx="2791">
                  <c:v>4.7</c:v>
                </c:pt>
                <c:pt idx="2792">
                  <c:v>5.9</c:v>
                </c:pt>
                <c:pt idx="2793">
                  <c:v>4.7</c:v>
                </c:pt>
                <c:pt idx="2794">
                  <c:v>6.2</c:v>
                </c:pt>
                <c:pt idx="2795">
                  <c:v>4.7</c:v>
                </c:pt>
                <c:pt idx="2796">
                  <c:v>5.6</c:v>
                </c:pt>
                <c:pt idx="2797">
                  <c:v>6.8</c:v>
                </c:pt>
                <c:pt idx="2798">
                  <c:v>4.9000000000000004</c:v>
                </c:pt>
                <c:pt idx="2799">
                  <c:v>7.8</c:v>
                </c:pt>
                <c:pt idx="2800">
                  <c:v>7.2</c:v>
                </c:pt>
                <c:pt idx="2801">
                  <c:v>6.6</c:v>
                </c:pt>
                <c:pt idx="2802">
                  <c:v>5.2</c:v>
                </c:pt>
                <c:pt idx="2803">
                  <c:v>7</c:v>
                </c:pt>
                <c:pt idx="2804">
                  <c:v>6.7</c:v>
                </c:pt>
                <c:pt idx="2805">
                  <c:v>5.7</c:v>
                </c:pt>
                <c:pt idx="2806">
                  <c:v>7.4</c:v>
                </c:pt>
                <c:pt idx="2807">
                  <c:v>5.8</c:v>
                </c:pt>
                <c:pt idx="2808">
                  <c:v>6.2</c:v>
                </c:pt>
                <c:pt idx="2809">
                  <c:v>5.7</c:v>
                </c:pt>
                <c:pt idx="2810">
                  <c:v>6</c:v>
                </c:pt>
                <c:pt idx="2811">
                  <c:v>5.9</c:v>
                </c:pt>
                <c:pt idx="2812">
                  <c:v>7.5</c:v>
                </c:pt>
                <c:pt idx="2813">
                  <c:v>5.8</c:v>
                </c:pt>
                <c:pt idx="2814">
                  <c:v>6.3</c:v>
                </c:pt>
                <c:pt idx="2815">
                  <c:v>6.9</c:v>
                </c:pt>
                <c:pt idx="2816">
                  <c:v>5.6</c:v>
                </c:pt>
                <c:pt idx="2817">
                  <c:v>6</c:v>
                </c:pt>
                <c:pt idx="2818">
                  <c:v>3.4</c:v>
                </c:pt>
                <c:pt idx="2819">
                  <c:v>7.3</c:v>
                </c:pt>
                <c:pt idx="2820">
                  <c:v>4.0999999999999996</c:v>
                </c:pt>
                <c:pt idx="2821">
                  <c:v>6.1</c:v>
                </c:pt>
                <c:pt idx="2822">
                  <c:v>7.2</c:v>
                </c:pt>
                <c:pt idx="2823">
                  <c:v>5.5</c:v>
                </c:pt>
                <c:pt idx="2824">
                  <c:v>7.7</c:v>
                </c:pt>
                <c:pt idx="2825">
                  <c:v>6.6</c:v>
                </c:pt>
                <c:pt idx="2826">
                  <c:v>6.2</c:v>
                </c:pt>
                <c:pt idx="2827">
                  <c:v>7.3</c:v>
                </c:pt>
                <c:pt idx="2828">
                  <c:v>5.4</c:v>
                </c:pt>
                <c:pt idx="2829">
                  <c:v>3.6</c:v>
                </c:pt>
                <c:pt idx="2830">
                  <c:v>6.3</c:v>
                </c:pt>
                <c:pt idx="2831">
                  <c:v>6.1</c:v>
                </c:pt>
                <c:pt idx="2832">
                  <c:v>5.2</c:v>
                </c:pt>
                <c:pt idx="2833">
                  <c:v>7.1</c:v>
                </c:pt>
                <c:pt idx="2834">
                  <c:v>6.7</c:v>
                </c:pt>
                <c:pt idx="2835">
                  <c:v>6.2</c:v>
                </c:pt>
                <c:pt idx="2836">
                  <c:v>7.4</c:v>
                </c:pt>
                <c:pt idx="2837">
                  <c:v>3.7</c:v>
                </c:pt>
                <c:pt idx="2838">
                  <c:v>5.6</c:v>
                </c:pt>
                <c:pt idx="2839">
                  <c:v>5.7</c:v>
                </c:pt>
                <c:pt idx="2840">
                  <c:v>5.6</c:v>
                </c:pt>
                <c:pt idx="2841">
                  <c:v>6.5</c:v>
                </c:pt>
                <c:pt idx="2842">
                  <c:v>6.1</c:v>
                </c:pt>
                <c:pt idx="2843">
                  <c:v>7.7</c:v>
                </c:pt>
                <c:pt idx="2844">
                  <c:v>3.6</c:v>
                </c:pt>
                <c:pt idx="2845">
                  <c:v>7.3</c:v>
                </c:pt>
                <c:pt idx="2846">
                  <c:v>6.2</c:v>
                </c:pt>
                <c:pt idx="2847">
                  <c:v>6.8</c:v>
                </c:pt>
                <c:pt idx="2848">
                  <c:v>7.5</c:v>
                </c:pt>
                <c:pt idx="2849">
                  <c:v>5.9</c:v>
                </c:pt>
                <c:pt idx="2850">
                  <c:v>5.8</c:v>
                </c:pt>
                <c:pt idx="2851">
                  <c:v>6.4</c:v>
                </c:pt>
                <c:pt idx="2852">
                  <c:v>5.6</c:v>
                </c:pt>
                <c:pt idx="2853">
                  <c:v>6.1</c:v>
                </c:pt>
                <c:pt idx="2854">
                  <c:v>6.8</c:v>
                </c:pt>
                <c:pt idx="2855">
                  <c:v>3.4</c:v>
                </c:pt>
                <c:pt idx="2856">
                  <c:v>3.8</c:v>
                </c:pt>
                <c:pt idx="2857">
                  <c:v>6.8</c:v>
                </c:pt>
                <c:pt idx="2858">
                  <c:v>6.5</c:v>
                </c:pt>
                <c:pt idx="2859">
                  <c:v>4</c:v>
                </c:pt>
                <c:pt idx="2860">
                  <c:v>6.1</c:v>
                </c:pt>
                <c:pt idx="2861">
                  <c:v>6.6</c:v>
                </c:pt>
                <c:pt idx="2862">
                  <c:v>7.8</c:v>
                </c:pt>
                <c:pt idx="2863">
                  <c:v>5.7</c:v>
                </c:pt>
                <c:pt idx="2864">
                  <c:v>7.4</c:v>
                </c:pt>
                <c:pt idx="2865">
                  <c:v>8.6</c:v>
                </c:pt>
                <c:pt idx="2866">
                  <c:v>5.0999999999999996</c:v>
                </c:pt>
                <c:pt idx="2867">
                  <c:v>4.8</c:v>
                </c:pt>
                <c:pt idx="2868">
                  <c:v>4</c:v>
                </c:pt>
                <c:pt idx="2869">
                  <c:v>6.2</c:v>
                </c:pt>
                <c:pt idx="2870">
                  <c:v>5.5</c:v>
                </c:pt>
                <c:pt idx="2871">
                  <c:v>7.3</c:v>
                </c:pt>
                <c:pt idx="2872">
                  <c:v>4.9000000000000004</c:v>
                </c:pt>
                <c:pt idx="2873">
                  <c:v>6.6</c:v>
                </c:pt>
                <c:pt idx="2874">
                  <c:v>5.9</c:v>
                </c:pt>
                <c:pt idx="2875">
                  <c:v>6.7</c:v>
                </c:pt>
                <c:pt idx="2876">
                  <c:v>6.6</c:v>
                </c:pt>
                <c:pt idx="2877">
                  <c:v>6</c:v>
                </c:pt>
                <c:pt idx="2878">
                  <c:v>6.3</c:v>
                </c:pt>
                <c:pt idx="2879">
                  <c:v>6.2</c:v>
                </c:pt>
                <c:pt idx="2880">
                  <c:v>6.3</c:v>
                </c:pt>
                <c:pt idx="2881">
                  <c:v>4.5999999999999996</c:v>
                </c:pt>
                <c:pt idx="2882">
                  <c:v>6.4</c:v>
                </c:pt>
                <c:pt idx="2883">
                  <c:v>6.8</c:v>
                </c:pt>
                <c:pt idx="2884">
                  <c:v>5</c:v>
                </c:pt>
                <c:pt idx="2885">
                  <c:v>4.4000000000000004</c:v>
                </c:pt>
                <c:pt idx="2886">
                  <c:v>4.8</c:v>
                </c:pt>
                <c:pt idx="2887">
                  <c:v>6.3</c:v>
                </c:pt>
                <c:pt idx="2888">
                  <c:v>7.6</c:v>
                </c:pt>
                <c:pt idx="2889">
                  <c:v>5.2</c:v>
                </c:pt>
                <c:pt idx="2890">
                  <c:v>7.6</c:v>
                </c:pt>
                <c:pt idx="2891">
                  <c:v>6.3</c:v>
                </c:pt>
                <c:pt idx="2892">
                  <c:v>7.2</c:v>
                </c:pt>
                <c:pt idx="2893">
                  <c:v>7.4</c:v>
                </c:pt>
                <c:pt idx="2894">
                  <c:v>5.0999999999999996</c:v>
                </c:pt>
                <c:pt idx="2895">
                  <c:v>7.8</c:v>
                </c:pt>
                <c:pt idx="2896">
                  <c:v>5.0999999999999996</c:v>
                </c:pt>
                <c:pt idx="2897">
                  <c:v>5.7</c:v>
                </c:pt>
                <c:pt idx="2898">
                  <c:v>5.9</c:v>
                </c:pt>
                <c:pt idx="2899">
                  <c:v>5.5</c:v>
                </c:pt>
                <c:pt idx="2900">
                  <c:v>7</c:v>
                </c:pt>
                <c:pt idx="2901">
                  <c:v>7.2</c:v>
                </c:pt>
                <c:pt idx="2902">
                  <c:v>4.2</c:v>
                </c:pt>
                <c:pt idx="2903">
                  <c:v>6.6</c:v>
                </c:pt>
                <c:pt idx="2904">
                  <c:v>5.0999999999999996</c:v>
                </c:pt>
                <c:pt idx="2905">
                  <c:v>6.2</c:v>
                </c:pt>
                <c:pt idx="2906">
                  <c:v>6.5</c:v>
                </c:pt>
                <c:pt idx="2907">
                  <c:v>5.3</c:v>
                </c:pt>
                <c:pt idx="2908">
                  <c:v>6.5</c:v>
                </c:pt>
                <c:pt idx="2909">
                  <c:v>4.2</c:v>
                </c:pt>
                <c:pt idx="2911">
                  <c:v>5.3</c:v>
                </c:pt>
                <c:pt idx="2912">
                  <c:v>6.3</c:v>
                </c:pt>
                <c:pt idx="2913">
                  <c:v>6.3</c:v>
                </c:pt>
                <c:pt idx="2914">
                  <c:v>6.9</c:v>
                </c:pt>
                <c:pt idx="2915">
                  <c:v>5.0999999999999996</c:v>
                </c:pt>
                <c:pt idx="2916">
                  <c:v>6.4</c:v>
                </c:pt>
                <c:pt idx="2917">
                  <c:v>7.9</c:v>
                </c:pt>
                <c:pt idx="2918">
                  <c:v>6.8</c:v>
                </c:pt>
                <c:pt idx="2919">
                  <c:v>6.1</c:v>
                </c:pt>
                <c:pt idx="2920">
                  <c:v>6.8</c:v>
                </c:pt>
                <c:pt idx="2921">
                  <c:v>4.5999999999999996</c:v>
                </c:pt>
                <c:pt idx="2922">
                  <c:v>5.9</c:v>
                </c:pt>
                <c:pt idx="2923">
                  <c:v>4.5999999999999996</c:v>
                </c:pt>
                <c:pt idx="2924">
                  <c:v>5.9</c:v>
                </c:pt>
                <c:pt idx="2925">
                  <c:v>5.8</c:v>
                </c:pt>
                <c:pt idx="2926">
                  <c:v>6.4</c:v>
                </c:pt>
                <c:pt idx="2927">
                  <c:v>7.5</c:v>
                </c:pt>
                <c:pt idx="2928">
                  <c:v>5.5</c:v>
                </c:pt>
                <c:pt idx="2929">
                  <c:v>6.7</c:v>
                </c:pt>
                <c:pt idx="2930">
                  <c:v>6.4</c:v>
                </c:pt>
                <c:pt idx="2931">
                  <c:v>4.9000000000000004</c:v>
                </c:pt>
                <c:pt idx="2932">
                  <c:v>6.9</c:v>
                </c:pt>
                <c:pt idx="2933">
                  <c:v>4.3</c:v>
                </c:pt>
                <c:pt idx="2934">
                  <c:v>7</c:v>
                </c:pt>
                <c:pt idx="2935">
                  <c:v>7.1</c:v>
                </c:pt>
                <c:pt idx="2936">
                  <c:v>6.9</c:v>
                </c:pt>
                <c:pt idx="2937">
                  <c:v>7</c:v>
                </c:pt>
                <c:pt idx="2938">
                  <c:v>5.4</c:v>
                </c:pt>
                <c:pt idx="2939">
                  <c:v>5.8</c:v>
                </c:pt>
                <c:pt idx="2940">
                  <c:v>7</c:v>
                </c:pt>
                <c:pt idx="2941">
                  <c:v>6.4</c:v>
                </c:pt>
                <c:pt idx="2942">
                  <c:v>6.3</c:v>
                </c:pt>
                <c:pt idx="2943">
                  <c:v>5.6</c:v>
                </c:pt>
                <c:pt idx="2944">
                  <c:v>4</c:v>
                </c:pt>
                <c:pt idx="2945">
                  <c:v>4.4000000000000004</c:v>
                </c:pt>
                <c:pt idx="2946">
                  <c:v>5.9</c:v>
                </c:pt>
                <c:pt idx="2947">
                  <c:v>7.2</c:v>
                </c:pt>
                <c:pt idx="2948">
                  <c:v>5.0999999999999996</c:v>
                </c:pt>
                <c:pt idx="2949">
                  <c:v>7.3</c:v>
                </c:pt>
                <c:pt idx="2950">
                  <c:v>6.3</c:v>
                </c:pt>
                <c:pt idx="2951">
                  <c:v>5.4</c:v>
                </c:pt>
                <c:pt idx="2952">
                  <c:v>7.4</c:v>
                </c:pt>
                <c:pt idx="2953">
                  <c:v>5.7</c:v>
                </c:pt>
                <c:pt idx="2954">
                  <c:v>5.4</c:v>
                </c:pt>
                <c:pt idx="2955">
                  <c:v>5.3</c:v>
                </c:pt>
                <c:pt idx="2956">
                  <c:v>4.5</c:v>
                </c:pt>
                <c:pt idx="2957">
                  <c:v>6.2</c:v>
                </c:pt>
                <c:pt idx="2958">
                  <c:v>7.4</c:v>
                </c:pt>
                <c:pt idx="2959">
                  <c:v>6.7</c:v>
                </c:pt>
                <c:pt idx="2960">
                  <c:v>4.8</c:v>
                </c:pt>
                <c:pt idx="2961">
                  <c:v>6.9</c:v>
                </c:pt>
                <c:pt idx="2962">
                  <c:v>7</c:v>
                </c:pt>
                <c:pt idx="2963">
                  <c:v>7.8</c:v>
                </c:pt>
                <c:pt idx="2964">
                  <c:v>7.8</c:v>
                </c:pt>
                <c:pt idx="2965">
                  <c:v>7.3</c:v>
                </c:pt>
                <c:pt idx="2966">
                  <c:v>8.6999999999999993</c:v>
                </c:pt>
                <c:pt idx="2967">
                  <c:v>8.3000000000000007</c:v>
                </c:pt>
                <c:pt idx="2968">
                  <c:v>8.5</c:v>
                </c:pt>
                <c:pt idx="2969">
                  <c:v>8.4</c:v>
                </c:pt>
                <c:pt idx="2970">
                  <c:v>8</c:v>
                </c:pt>
                <c:pt idx="2971">
                  <c:v>8.1999999999999993</c:v>
                </c:pt>
                <c:pt idx="2972">
                  <c:v>5.7</c:v>
                </c:pt>
                <c:pt idx="2973">
                  <c:v>7.4</c:v>
                </c:pt>
                <c:pt idx="2974">
                  <c:v>6.7</c:v>
                </c:pt>
                <c:pt idx="2975">
                  <c:v>8.6</c:v>
                </c:pt>
                <c:pt idx="2976">
                  <c:v>3.3</c:v>
                </c:pt>
                <c:pt idx="2977">
                  <c:v>8.6</c:v>
                </c:pt>
                <c:pt idx="2978">
                  <c:v>6.5</c:v>
                </c:pt>
                <c:pt idx="2979">
                  <c:v>8</c:v>
                </c:pt>
                <c:pt idx="2980">
                  <c:v>7.9</c:v>
                </c:pt>
                <c:pt idx="2981">
                  <c:v>9.1</c:v>
                </c:pt>
                <c:pt idx="2982">
                  <c:v>7.3</c:v>
                </c:pt>
                <c:pt idx="2983">
                  <c:v>6.9</c:v>
                </c:pt>
                <c:pt idx="2984">
                  <c:v>8.4</c:v>
                </c:pt>
                <c:pt idx="2985">
                  <c:v>6.8</c:v>
                </c:pt>
                <c:pt idx="2986">
                  <c:v>7.5</c:v>
                </c:pt>
                <c:pt idx="2987">
                  <c:v>7.4</c:v>
                </c:pt>
                <c:pt idx="2988">
                  <c:v>7.5</c:v>
                </c:pt>
                <c:pt idx="2989">
                  <c:v>7.4</c:v>
                </c:pt>
                <c:pt idx="2990">
                  <c:v>6.1</c:v>
                </c:pt>
                <c:pt idx="2991">
                  <c:v>7.3</c:v>
                </c:pt>
                <c:pt idx="2992">
                  <c:v>6.7</c:v>
                </c:pt>
                <c:pt idx="2993">
                  <c:v>7.3</c:v>
                </c:pt>
                <c:pt idx="2994">
                  <c:v>7.1</c:v>
                </c:pt>
                <c:pt idx="2995">
                  <c:v>6.6</c:v>
                </c:pt>
                <c:pt idx="2996">
                  <c:v>7.7</c:v>
                </c:pt>
                <c:pt idx="2997">
                  <c:v>6.8</c:v>
                </c:pt>
                <c:pt idx="2998">
                  <c:v>7.1</c:v>
                </c:pt>
                <c:pt idx="2999">
                  <c:v>7.3</c:v>
                </c:pt>
                <c:pt idx="3000">
                  <c:v>8.1</c:v>
                </c:pt>
                <c:pt idx="3001">
                  <c:v>7.8</c:v>
                </c:pt>
                <c:pt idx="3002">
                  <c:v>6.2</c:v>
                </c:pt>
                <c:pt idx="3003">
                  <c:v>6.7</c:v>
                </c:pt>
                <c:pt idx="3004">
                  <c:v>7.5</c:v>
                </c:pt>
                <c:pt idx="3005">
                  <c:v>6.6</c:v>
                </c:pt>
                <c:pt idx="3006">
                  <c:v>6.1</c:v>
                </c:pt>
                <c:pt idx="3007">
                  <c:v>7.9</c:v>
                </c:pt>
                <c:pt idx="3008">
                  <c:v>7.7</c:v>
                </c:pt>
                <c:pt idx="3009">
                  <c:v>7.1</c:v>
                </c:pt>
                <c:pt idx="3010">
                  <c:v>7.6</c:v>
                </c:pt>
                <c:pt idx="3011">
                  <c:v>7.8</c:v>
                </c:pt>
                <c:pt idx="3012">
                  <c:v>7.2</c:v>
                </c:pt>
                <c:pt idx="3013">
                  <c:v>7.3</c:v>
                </c:pt>
                <c:pt idx="3014">
                  <c:v>6.5</c:v>
                </c:pt>
                <c:pt idx="3015">
                  <c:v>7.1</c:v>
                </c:pt>
                <c:pt idx="3016">
                  <c:v>5.3</c:v>
                </c:pt>
                <c:pt idx="3017">
                  <c:v>7.3</c:v>
                </c:pt>
                <c:pt idx="3018">
                  <c:v>6.2</c:v>
                </c:pt>
                <c:pt idx="3019">
                  <c:v>7.6</c:v>
                </c:pt>
                <c:pt idx="3020">
                  <c:v>7.1</c:v>
                </c:pt>
                <c:pt idx="3021">
                  <c:v>7</c:v>
                </c:pt>
                <c:pt idx="3022">
                  <c:v>8.3000000000000007</c:v>
                </c:pt>
                <c:pt idx="3023">
                  <c:v>7.6</c:v>
                </c:pt>
                <c:pt idx="3024">
                  <c:v>6.5</c:v>
                </c:pt>
                <c:pt idx="3025">
                  <c:v>7.4</c:v>
                </c:pt>
                <c:pt idx="3026">
                  <c:v>8.4</c:v>
                </c:pt>
                <c:pt idx="3027">
                  <c:v>6.8</c:v>
                </c:pt>
                <c:pt idx="3028">
                  <c:v>6.8</c:v>
                </c:pt>
                <c:pt idx="3029">
                  <c:v>6.1</c:v>
                </c:pt>
                <c:pt idx="3030">
                  <c:v>6.3</c:v>
                </c:pt>
                <c:pt idx="3031">
                  <c:v>6.5</c:v>
                </c:pt>
                <c:pt idx="3032">
                  <c:v>8.4</c:v>
                </c:pt>
                <c:pt idx="3033">
                  <c:v>8.9</c:v>
                </c:pt>
                <c:pt idx="3034">
                  <c:v>4.9000000000000004</c:v>
                </c:pt>
                <c:pt idx="3035">
                  <c:v>5.2</c:v>
                </c:pt>
                <c:pt idx="3036">
                  <c:v>7.2</c:v>
                </c:pt>
                <c:pt idx="3037">
                  <c:v>7.6</c:v>
                </c:pt>
                <c:pt idx="3038">
                  <c:v>7.8</c:v>
                </c:pt>
                <c:pt idx="3039">
                  <c:v>8</c:v>
                </c:pt>
                <c:pt idx="3040">
                  <c:v>7.1</c:v>
                </c:pt>
                <c:pt idx="3041">
                  <c:v>6.6</c:v>
                </c:pt>
                <c:pt idx="3042">
                  <c:v>6.2</c:v>
                </c:pt>
                <c:pt idx="3043">
                  <c:v>7.1</c:v>
                </c:pt>
                <c:pt idx="3044">
                  <c:v>6.4</c:v>
                </c:pt>
                <c:pt idx="3045">
                  <c:v>6</c:v>
                </c:pt>
                <c:pt idx="3046">
                  <c:v>5.6</c:v>
                </c:pt>
                <c:pt idx="3047">
                  <c:v>7.3</c:v>
                </c:pt>
                <c:pt idx="3048">
                  <c:v>7.2</c:v>
                </c:pt>
                <c:pt idx="3049">
                  <c:v>6.7</c:v>
                </c:pt>
                <c:pt idx="3050">
                  <c:v>7.4</c:v>
                </c:pt>
                <c:pt idx="3051">
                  <c:v>7.3</c:v>
                </c:pt>
                <c:pt idx="3052">
                  <c:v>6.2</c:v>
                </c:pt>
                <c:pt idx="3053">
                  <c:v>6.6</c:v>
                </c:pt>
                <c:pt idx="3054">
                  <c:v>7.5</c:v>
                </c:pt>
                <c:pt idx="3055">
                  <c:v>6.8</c:v>
                </c:pt>
                <c:pt idx="3056">
                  <c:v>5.8</c:v>
                </c:pt>
                <c:pt idx="3057">
                  <c:v>7.2</c:v>
                </c:pt>
                <c:pt idx="3058">
                  <c:v>6.9</c:v>
                </c:pt>
                <c:pt idx="3059">
                  <c:v>7</c:v>
                </c:pt>
                <c:pt idx="3060">
                  <c:v>5.6</c:v>
                </c:pt>
                <c:pt idx="3061">
                  <c:v>7.8</c:v>
                </c:pt>
                <c:pt idx="3062">
                  <c:v>6.7</c:v>
                </c:pt>
                <c:pt idx="3063">
                  <c:v>7.5</c:v>
                </c:pt>
                <c:pt idx="3064">
                  <c:v>7.5</c:v>
                </c:pt>
                <c:pt idx="3065">
                  <c:v>6.3</c:v>
                </c:pt>
                <c:pt idx="3066">
                  <c:v>8</c:v>
                </c:pt>
                <c:pt idx="3067">
                  <c:v>5.4</c:v>
                </c:pt>
                <c:pt idx="3068">
                  <c:v>6.9</c:v>
                </c:pt>
                <c:pt idx="3069">
                  <c:v>5.2</c:v>
                </c:pt>
                <c:pt idx="3070">
                  <c:v>7.2</c:v>
                </c:pt>
                <c:pt idx="3071">
                  <c:v>6.8</c:v>
                </c:pt>
                <c:pt idx="3072">
                  <c:v>7.5</c:v>
                </c:pt>
                <c:pt idx="3073">
                  <c:v>6.7</c:v>
                </c:pt>
                <c:pt idx="3074">
                  <c:v>7.2</c:v>
                </c:pt>
                <c:pt idx="3075">
                  <c:v>6.3</c:v>
                </c:pt>
                <c:pt idx="3076">
                  <c:v>7</c:v>
                </c:pt>
                <c:pt idx="3077">
                  <c:v>8.6</c:v>
                </c:pt>
                <c:pt idx="3078">
                  <c:v>6.1</c:v>
                </c:pt>
                <c:pt idx="3079">
                  <c:v>2.9</c:v>
                </c:pt>
                <c:pt idx="3080">
                  <c:v>6.5</c:v>
                </c:pt>
                <c:pt idx="3081">
                  <c:v>6.6</c:v>
                </c:pt>
                <c:pt idx="3082">
                  <c:v>5.5</c:v>
                </c:pt>
                <c:pt idx="3083">
                  <c:v>7.7</c:v>
                </c:pt>
                <c:pt idx="3084">
                  <c:v>7.2</c:v>
                </c:pt>
                <c:pt idx="3085">
                  <c:v>6.2</c:v>
                </c:pt>
                <c:pt idx="3086">
                  <c:v>6</c:v>
                </c:pt>
                <c:pt idx="3087">
                  <c:v>5.4</c:v>
                </c:pt>
                <c:pt idx="3088">
                  <c:v>6</c:v>
                </c:pt>
                <c:pt idx="3089">
                  <c:v>7.5</c:v>
                </c:pt>
                <c:pt idx="3090">
                  <c:v>7</c:v>
                </c:pt>
                <c:pt idx="3091">
                  <c:v>8.8000000000000007</c:v>
                </c:pt>
                <c:pt idx="3092">
                  <c:v>7.2</c:v>
                </c:pt>
                <c:pt idx="3093">
                  <c:v>6.4</c:v>
                </c:pt>
                <c:pt idx="3094">
                  <c:v>6.5</c:v>
                </c:pt>
                <c:pt idx="3095">
                  <c:v>9.3000000000000007</c:v>
                </c:pt>
                <c:pt idx="3096">
                  <c:v>6.4</c:v>
                </c:pt>
                <c:pt idx="3097">
                  <c:v>7.9</c:v>
                </c:pt>
                <c:pt idx="3098">
                  <c:v>6.7</c:v>
                </c:pt>
                <c:pt idx="3099">
                  <c:v>6.9</c:v>
                </c:pt>
                <c:pt idx="3100">
                  <c:v>7.1</c:v>
                </c:pt>
                <c:pt idx="3101">
                  <c:v>8.1999999999999993</c:v>
                </c:pt>
                <c:pt idx="3102">
                  <c:v>6.9</c:v>
                </c:pt>
                <c:pt idx="3103">
                  <c:v>5.4</c:v>
                </c:pt>
                <c:pt idx="3104">
                  <c:v>7.4</c:v>
                </c:pt>
                <c:pt idx="3105">
                  <c:v>7.6</c:v>
                </c:pt>
                <c:pt idx="3107">
                  <c:v>4.5999999999999996</c:v>
                </c:pt>
                <c:pt idx="3108">
                  <c:v>5.5</c:v>
                </c:pt>
                <c:pt idx="3109">
                  <c:v>6.9</c:v>
                </c:pt>
                <c:pt idx="3110">
                  <c:v>7.2</c:v>
                </c:pt>
                <c:pt idx="3111">
                  <c:v>6.3</c:v>
                </c:pt>
                <c:pt idx="3112">
                  <c:v>7.2</c:v>
                </c:pt>
                <c:pt idx="3113">
                  <c:v>6.1</c:v>
                </c:pt>
                <c:pt idx="3114">
                  <c:v>5.9</c:v>
                </c:pt>
                <c:pt idx="3115">
                  <c:v>6.5</c:v>
                </c:pt>
                <c:pt idx="3116">
                  <c:v>7.3</c:v>
                </c:pt>
                <c:pt idx="3117">
                  <c:v>5.2</c:v>
                </c:pt>
                <c:pt idx="3118">
                  <c:v>6.2</c:v>
                </c:pt>
                <c:pt idx="3119">
                  <c:v>7.1</c:v>
                </c:pt>
                <c:pt idx="3120">
                  <c:v>6.2</c:v>
                </c:pt>
                <c:pt idx="3121">
                  <c:v>5.8</c:v>
                </c:pt>
                <c:pt idx="3122">
                  <c:v>6.3</c:v>
                </c:pt>
                <c:pt idx="3123">
                  <c:v>5.7</c:v>
                </c:pt>
                <c:pt idx="3124">
                  <c:v>9</c:v>
                </c:pt>
                <c:pt idx="3125">
                  <c:v>4.7</c:v>
                </c:pt>
                <c:pt idx="3126">
                  <c:v>6.3</c:v>
                </c:pt>
                <c:pt idx="3127">
                  <c:v>8.6</c:v>
                </c:pt>
                <c:pt idx="3128">
                  <c:v>7</c:v>
                </c:pt>
                <c:pt idx="3129">
                  <c:v>6.3</c:v>
                </c:pt>
                <c:pt idx="3130">
                  <c:v>7.6</c:v>
                </c:pt>
                <c:pt idx="3131">
                  <c:v>7.6</c:v>
                </c:pt>
                <c:pt idx="3132">
                  <c:v>7.7</c:v>
                </c:pt>
                <c:pt idx="3133">
                  <c:v>8.1</c:v>
                </c:pt>
                <c:pt idx="3134">
                  <c:v>7.8</c:v>
                </c:pt>
                <c:pt idx="3135">
                  <c:v>4.7</c:v>
                </c:pt>
                <c:pt idx="3136">
                  <c:v>6.5</c:v>
                </c:pt>
                <c:pt idx="3137">
                  <c:v>5.7</c:v>
                </c:pt>
                <c:pt idx="3138">
                  <c:v>7.1</c:v>
                </c:pt>
                <c:pt idx="3139">
                  <c:v>8.1</c:v>
                </c:pt>
                <c:pt idx="3140">
                  <c:v>6.4</c:v>
                </c:pt>
                <c:pt idx="3141">
                  <c:v>5.3</c:v>
                </c:pt>
                <c:pt idx="3142">
                  <c:v>6.4</c:v>
                </c:pt>
                <c:pt idx="3143">
                  <c:v>8.6999999999999993</c:v>
                </c:pt>
                <c:pt idx="3144">
                  <c:v>6.4</c:v>
                </c:pt>
                <c:pt idx="3145">
                  <c:v>6.7</c:v>
                </c:pt>
                <c:pt idx="3146">
                  <c:v>6.6</c:v>
                </c:pt>
                <c:pt idx="3147">
                  <c:v>8.1</c:v>
                </c:pt>
                <c:pt idx="3148">
                  <c:v>7.7</c:v>
                </c:pt>
                <c:pt idx="3149">
                  <c:v>7.4</c:v>
                </c:pt>
                <c:pt idx="3150">
                  <c:v>7.5</c:v>
                </c:pt>
                <c:pt idx="3151">
                  <c:v>5.9</c:v>
                </c:pt>
                <c:pt idx="3152">
                  <c:v>8.1999999999999993</c:v>
                </c:pt>
                <c:pt idx="3153">
                  <c:v>8</c:v>
                </c:pt>
                <c:pt idx="3154">
                  <c:v>5.4</c:v>
                </c:pt>
                <c:pt idx="3155">
                  <c:v>6.1</c:v>
                </c:pt>
                <c:pt idx="3156">
                  <c:v>6.5</c:v>
                </c:pt>
                <c:pt idx="3157">
                  <c:v>7.1</c:v>
                </c:pt>
                <c:pt idx="3158">
                  <c:v>6.9</c:v>
                </c:pt>
                <c:pt idx="3159">
                  <c:v>5.3</c:v>
                </c:pt>
                <c:pt idx="3160">
                  <c:v>6</c:v>
                </c:pt>
                <c:pt idx="3161">
                  <c:v>6.1</c:v>
                </c:pt>
                <c:pt idx="3162">
                  <c:v>6.5</c:v>
                </c:pt>
                <c:pt idx="3163">
                  <c:v>6.8</c:v>
                </c:pt>
                <c:pt idx="3164">
                  <c:v>6.4</c:v>
                </c:pt>
                <c:pt idx="3165">
                  <c:v>6.8</c:v>
                </c:pt>
                <c:pt idx="3166">
                  <c:v>7.5</c:v>
                </c:pt>
                <c:pt idx="3167">
                  <c:v>6.6</c:v>
                </c:pt>
                <c:pt idx="3168">
                  <c:v>6.7</c:v>
                </c:pt>
                <c:pt idx="3169">
                  <c:v>7.7</c:v>
                </c:pt>
                <c:pt idx="3170">
                  <c:v>7.6</c:v>
                </c:pt>
                <c:pt idx="3171">
                  <c:v>5.6</c:v>
                </c:pt>
                <c:pt idx="3172">
                  <c:v>6.2</c:v>
                </c:pt>
                <c:pt idx="3173">
                  <c:v>3.7</c:v>
                </c:pt>
                <c:pt idx="3174">
                  <c:v>6.1</c:v>
                </c:pt>
                <c:pt idx="3175">
                  <c:v>6.4</c:v>
                </c:pt>
                <c:pt idx="3176">
                  <c:v>7.1</c:v>
                </c:pt>
                <c:pt idx="3177">
                  <c:v>4.7</c:v>
                </c:pt>
                <c:pt idx="3178">
                  <c:v>5.9</c:v>
                </c:pt>
                <c:pt idx="3179">
                  <c:v>7.1</c:v>
                </c:pt>
                <c:pt idx="3180">
                  <c:v>7.4</c:v>
                </c:pt>
                <c:pt idx="3181">
                  <c:v>6.9</c:v>
                </c:pt>
                <c:pt idx="3182">
                  <c:v>6.6</c:v>
                </c:pt>
                <c:pt idx="3183">
                  <c:v>7</c:v>
                </c:pt>
                <c:pt idx="3184">
                  <c:v>6.6</c:v>
                </c:pt>
                <c:pt idx="3185">
                  <c:v>5</c:v>
                </c:pt>
                <c:pt idx="3186">
                  <c:v>7.6</c:v>
                </c:pt>
                <c:pt idx="3187">
                  <c:v>8.1</c:v>
                </c:pt>
                <c:pt idx="3188">
                  <c:v>6.7</c:v>
                </c:pt>
                <c:pt idx="3189">
                  <c:v>5.4</c:v>
                </c:pt>
                <c:pt idx="3190">
                  <c:v>6.5</c:v>
                </c:pt>
                <c:pt idx="3191">
                  <c:v>5.3</c:v>
                </c:pt>
                <c:pt idx="3192">
                  <c:v>7.4</c:v>
                </c:pt>
                <c:pt idx="3193">
                  <c:v>7.2</c:v>
                </c:pt>
                <c:pt idx="3194">
                  <c:v>5.9</c:v>
                </c:pt>
                <c:pt idx="3195">
                  <c:v>8.6</c:v>
                </c:pt>
                <c:pt idx="3197">
                  <c:v>7.5</c:v>
                </c:pt>
                <c:pt idx="3198">
                  <c:v>5.8</c:v>
                </c:pt>
                <c:pt idx="3199">
                  <c:v>7.5</c:v>
                </c:pt>
                <c:pt idx="3200">
                  <c:v>7.1</c:v>
                </c:pt>
                <c:pt idx="3201">
                  <c:v>7.6</c:v>
                </c:pt>
                <c:pt idx="3202">
                  <c:v>8.1</c:v>
                </c:pt>
                <c:pt idx="3203">
                  <c:v>7.9</c:v>
                </c:pt>
                <c:pt idx="3204">
                  <c:v>6.6</c:v>
                </c:pt>
                <c:pt idx="3205">
                  <c:v>6.3</c:v>
                </c:pt>
                <c:pt idx="3206">
                  <c:v>7.1</c:v>
                </c:pt>
                <c:pt idx="3207">
                  <c:v>5.6</c:v>
                </c:pt>
                <c:pt idx="3208">
                  <c:v>7.4</c:v>
                </c:pt>
                <c:pt idx="3209">
                  <c:v>4.3</c:v>
                </c:pt>
                <c:pt idx="3210">
                  <c:v>8.3000000000000007</c:v>
                </c:pt>
                <c:pt idx="3211">
                  <c:v>7.6</c:v>
                </c:pt>
                <c:pt idx="3212">
                  <c:v>6.3</c:v>
                </c:pt>
                <c:pt idx="3213">
                  <c:v>5.7</c:v>
                </c:pt>
                <c:pt idx="3214">
                  <c:v>5.7</c:v>
                </c:pt>
                <c:pt idx="3215">
                  <c:v>7.2</c:v>
                </c:pt>
                <c:pt idx="3216">
                  <c:v>7.4</c:v>
                </c:pt>
                <c:pt idx="3217">
                  <c:v>7.5</c:v>
                </c:pt>
                <c:pt idx="3218">
                  <c:v>6.5</c:v>
                </c:pt>
                <c:pt idx="3219">
                  <c:v>7.4</c:v>
                </c:pt>
                <c:pt idx="3220">
                  <c:v>7.8</c:v>
                </c:pt>
                <c:pt idx="3221">
                  <c:v>6.6</c:v>
                </c:pt>
                <c:pt idx="3222">
                  <c:v>6.5</c:v>
                </c:pt>
                <c:pt idx="3223">
                  <c:v>6.6</c:v>
                </c:pt>
                <c:pt idx="3224">
                  <c:v>6.3</c:v>
                </c:pt>
                <c:pt idx="3225">
                  <c:v>8</c:v>
                </c:pt>
                <c:pt idx="3226">
                  <c:v>7.4</c:v>
                </c:pt>
                <c:pt idx="3227">
                  <c:v>5.9</c:v>
                </c:pt>
                <c:pt idx="3228">
                  <c:v>5.3</c:v>
                </c:pt>
                <c:pt idx="3229">
                  <c:v>5.8</c:v>
                </c:pt>
                <c:pt idx="3230">
                  <c:v>8.1</c:v>
                </c:pt>
                <c:pt idx="3231">
                  <c:v>6.6</c:v>
                </c:pt>
                <c:pt idx="3232">
                  <c:v>8</c:v>
                </c:pt>
                <c:pt idx="3233">
                  <c:v>4.9000000000000004</c:v>
                </c:pt>
                <c:pt idx="3234">
                  <c:v>7.8</c:v>
                </c:pt>
                <c:pt idx="3235">
                  <c:v>6.8</c:v>
                </c:pt>
                <c:pt idx="3236">
                  <c:v>6.7</c:v>
                </c:pt>
                <c:pt idx="3237">
                  <c:v>6.1</c:v>
                </c:pt>
                <c:pt idx="3238">
                  <c:v>4.7</c:v>
                </c:pt>
                <c:pt idx="3239">
                  <c:v>7.5</c:v>
                </c:pt>
                <c:pt idx="3240">
                  <c:v>7.6</c:v>
                </c:pt>
                <c:pt idx="3241">
                  <c:v>8.3000000000000007</c:v>
                </c:pt>
                <c:pt idx="3242">
                  <c:v>4.5999999999999996</c:v>
                </c:pt>
                <c:pt idx="3243">
                  <c:v>7.4</c:v>
                </c:pt>
                <c:pt idx="3244">
                  <c:v>7.1</c:v>
                </c:pt>
                <c:pt idx="3245">
                  <c:v>7.9</c:v>
                </c:pt>
                <c:pt idx="3246">
                  <c:v>4.3</c:v>
                </c:pt>
                <c:pt idx="3247">
                  <c:v>5.7</c:v>
                </c:pt>
                <c:pt idx="3248">
                  <c:v>7.4</c:v>
                </c:pt>
                <c:pt idx="3249">
                  <c:v>6.4</c:v>
                </c:pt>
                <c:pt idx="3250">
                  <c:v>8</c:v>
                </c:pt>
                <c:pt idx="3251">
                  <c:v>8.1999999999999993</c:v>
                </c:pt>
                <c:pt idx="3252">
                  <c:v>6.9</c:v>
                </c:pt>
                <c:pt idx="3253">
                  <c:v>7.9</c:v>
                </c:pt>
                <c:pt idx="3254">
                  <c:v>7.3</c:v>
                </c:pt>
                <c:pt idx="3255">
                  <c:v>5.3</c:v>
                </c:pt>
                <c:pt idx="3256">
                  <c:v>6.8</c:v>
                </c:pt>
                <c:pt idx="3257">
                  <c:v>7.3</c:v>
                </c:pt>
                <c:pt idx="3258">
                  <c:v>7.9</c:v>
                </c:pt>
                <c:pt idx="3259">
                  <c:v>6.4</c:v>
                </c:pt>
                <c:pt idx="3260">
                  <c:v>6.4</c:v>
                </c:pt>
                <c:pt idx="3261">
                  <c:v>6.8</c:v>
                </c:pt>
                <c:pt idx="3262">
                  <c:v>5.5</c:v>
                </c:pt>
                <c:pt idx="3263">
                  <c:v>6</c:v>
                </c:pt>
                <c:pt idx="3264">
                  <c:v>7.1</c:v>
                </c:pt>
                <c:pt idx="3265">
                  <c:v>7.3</c:v>
                </c:pt>
                <c:pt idx="3266">
                  <c:v>8.1999999999999993</c:v>
                </c:pt>
                <c:pt idx="3267">
                  <c:v>7.5</c:v>
                </c:pt>
                <c:pt idx="3268">
                  <c:v>7.7</c:v>
                </c:pt>
                <c:pt idx="3269">
                  <c:v>5.2</c:v>
                </c:pt>
                <c:pt idx="3270">
                  <c:v>6.9</c:v>
                </c:pt>
                <c:pt idx="3271">
                  <c:v>6.5</c:v>
                </c:pt>
                <c:pt idx="3272">
                  <c:v>4.4000000000000004</c:v>
                </c:pt>
                <c:pt idx="3273">
                  <c:v>6.6</c:v>
                </c:pt>
                <c:pt idx="3274">
                  <c:v>5.8</c:v>
                </c:pt>
                <c:pt idx="3275">
                  <c:v>7.3</c:v>
                </c:pt>
                <c:pt idx="3276">
                  <c:v>7.7</c:v>
                </c:pt>
                <c:pt idx="3277">
                  <c:v>7.5</c:v>
                </c:pt>
                <c:pt idx="3278">
                  <c:v>6.9</c:v>
                </c:pt>
                <c:pt idx="3279">
                  <c:v>5.2</c:v>
                </c:pt>
                <c:pt idx="3280">
                  <c:v>6.4</c:v>
                </c:pt>
                <c:pt idx="3281">
                  <c:v>4.4000000000000004</c:v>
                </c:pt>
                <c:pt idx="3282">
                  <c:v>6.1</c:v>
                </c:pt>
                <c:pt idx="3283">
                  <c:v>7.5</c:v>
                </c:pt>
                <c:pt idx="3285">
                  <c:v>7</c:v>
                </c:pt>
                <c:pt idx="3286">
                  <c:v>5.0999999999999996</c:v>
                </c:pt>
                <c:pt idx="3287">
                  <c:v>5.7</c:v>
                </c:pt>
                <c:pt idx="3288">
                  <c:v>7.6</c:v>
                </c:pt>
                <c:pt idx="3289">
                  <c:v>6.3</c:v>
                </c:pt>
                <c:pt idx="3290">
                  <c:v>8.1999999999999993</c:v>
                </c:pt>
                <c:pt idx="3291">
                  <c:v>5.2</c:v>
                </c:pt>
                <c:pt idx="3292">
                  <c:v>7.1</c:v>
                </c:pt>
                <c:pt idx="3293">
                  <c:v>6.6</c:v>
                </c:pt>
                <c:pt idx="3294">
                  <c:v>5.3</c:v>
                </c:pt>
                <c:pt idx="3295">
                  <c:v>7</c:v>
                </c:pt>
                <c:pt idx="3296">
                  <c:v>7.4</c:v>
                </c:pt>
                <c:pt idx="3297">
                  <c:v>8.4</c:v>
                </c:pt>
                <c:pt idx="3298">
                  <c:v>5.8</c:v>
                </c:pt>
                <c:pt idx="3299">
                  <c:v>6</c:v>
                </c:pt>
                <c:pt idx="3300">
                  <c:v>7.2</c:v>
                </c:pt>
                <c:pt idx="3301">
                  <c:v>6.3</c:v>
                </c:pt>
                <c:pt idx="3302">
                  <c:v>5.6</c:v>
                </c:pt>
                <c:pt idx="3303">
                  <c:v>6.3</c:v>
                </c:pt>
                <c:pt idx="3304">
                  <c:v>8</c:v>
                </c:pt>
                <c:pt idx="3305">
                  <c:v>1.7</c:v>
                </c:pt>
                <c:pt idx="3306">
                  <c:v>7.1</c:v>
                </c:pt>
                <c:pt idx="3307">
                  <c:v>7.4</c:v>
                </c:pt>
                <c:pt idx="3308">
                  <c:v>5.2</c:v>
                </c:pt>
                <c:pt idx="3309">
                  <c:v>8.1</c:v>
                </c:pt>
                <c:pt idx="3310">
                  <c:v>8.5</c:v>
                </c:pt>
                <c:pt idx="3311">
                  <c:v>6.2</c:v>
                </c:pt>
                <c:pt idx="3312">
                  <c:v>6.7</c:v>
                </c:pt>
                <c:pt idx="3313">
                  <c:v>7.6</c:v>
                </c:pt>
                <c:pt idx="3314">
                  <c:v>6.8</c:v>
                </c:pt>
                <c:pt idx="3315">
                  <c:v>7.6</c:v>
                </c:pt>
                <c:pt idx="3316">
                  <c:v>7.6</c:v>
                </c:pt>
                <c:pt idx="3317">
                  <c:v>6.5</c:v>
                </c:pt>
                <c:pt idx="3318">
                  <c:v>7.4</c:v>
                </c:pt>
                <c:pt idx="3319">
                  <c:v>6.2</c:v>
                </c:pt>
                <c:pt idx="3320">
                  <c:v>6.7</c:v>
                </c:pt>
                <c:pt idx="3321">
                  <c:v>6.2</c:v>
                </c:pt>
                <c:pt idx="3322">
                  <c:v>7.1</c:v>
                </c:pt>
                <c:pt idx="3323">
                  <c:v>6.8</c:v>
                </c:pt>
                <c:pt idx="3324">
                  <c:v>5.9</c:v>
                </c:pt>
                <c:pt idx="3325">
                  <c:v>6.5</c:v>
                </c:pt>
                <c:pt idx="3326">
                  <c:v>8.4</c:v>
                </c:pt>
                <c:pt idx="3327">
                  <c:v>5.5</c:v>
                </c:pt>
                <c:pt idx="3328">
                  <c:v>6.5</c:v>
                </c:pt>
                <c:pt idx="3329">
                  <c:v>6.3</c:v>
                </c:pt>
                <c:pt idx="3330">
                  <c:v>6.7</c:v>
                </c:pt>
                <c:pt idx="3331">
                  <c:v>5.8</c:v>
                </c:pt>
                <c:pt idx="3332">
                  <c:v>3</c:v>
                </c:pt>
                <c:pt idx="3333">
                  <c:v>5.8</c:v>
                </c:pt>
                <c:pt idx="3334">
                  <c:v>8</c:v>
                </c:pt>
                <c:pt idx="3335">
                  <c:v>5.4</c:v>
                </c:pt>
                <c:pt idx="3336">
                  <c:v>7.6</c:v>
                </c:pt>
                <c:pt idx="3337">
                  <c:v>7.3</c:v>
                </c:pt>
                <c:pt idx="3338">
                  <c:v>6.1</c:v>
                </c:pt>
                <c:pt idx="3339">
                  <c:v>7.7</c:v>
                </c:pt>
                <c:pt idx="3340">
                  <c:v>4.4000000000000004</c:v>
                </c:pt>
                <c:pt idx="3341">
                  <c:v>6</c:v>
                </c:pt>
                <c:pt idx="3343">
                  <c:v>7.3</c:v>
                </c:pt>
                <c:pt idx="3344">
                  <c:v>5.9</c:v>
                </c:pt>
                <c:pt idx="3345">
                  <c:v>5.7</c:v>
                </c:pt>
                <c:pt idx="3346">
                  <c:v>6.8</c:v>
                </c:pt>
                <c:pt idx="3347">
                  <c:v>7.7</c:v>
                </c:pt>
                <c:pt idx="3348">
                  <c:v>6.6</c:v>
                </c:pt>
                <c:pt idx="3349">
                  <c:v>5.9</c:v>
                </c:pt>
                <c:pt idx="3350">
                  <c:v>7.3</c:v>
                </c:pt>
                <c:pt idx="3351">
                  <c:v>8</c:v>
                </c:pt>
                <c:pt idx="3352">
                  <c:v>6</c:v>
                </c:pt>
                <c:pt idx="3353">
                  <c:v>7.7</c:v>
                </c:pt>
                <c:pt idx="3354">
                  <c:v>7.8</c:v>
                </c:pt>
                <c:pt idx="3355">
                  <c:v>6.6</c:v>
                </c:pt>
                <c:pt idx="3356">
                  <c:v>3.3</c:v>
                </c:pt>
                <c:pt idx="3357">
                  <c:v>7.2</c:v>
                </c:pt>
                <c:pt idx="3358">
                  <c:v>7.9</c:v>
                </c:pt>
                <c:pt idx="3359">
                  <c:v>6.3</c:v>
                </c:pt>
                <c:pt idx="3360">
                  <c:v>7.6</c:v>
                </c:pt>
                <c:pt idx="3361">
                  <c:v>7.1</c:v>
                </c:pt>
                <c:pt idx="3362">
                  <c:v>7.3</c:v>
                </c:pt>
                <c:pt idx="3363">
                  <c:v>5.7</c:v>
                </c:pt>
                <c:pt idx="3364">
                  <c:v>6.8</c:v>
                </c:pt>
                <c:pt idx="3365">
                  <c:v>4.7</c:v>
                </c:pt>
                <c:pt idx="3366">
                  <c:v>6.8</c:v>
                </c:pt>
                <c:pt idx="3367">
                  <c:v>7.1</c:v>
                </c:pt>
                <c:pt idx="3368">
                  <c:v>7.4</c:v>
                </c:pt>
                <c:pt idx="3369">
                  <c:v>8.3000000000000007</c:v>
                </c:pt>
                <c:pt idx="3370">
                  <c:v>5.8</c:v>
                </c:pt>
                <c:pt idx="3371">
                  <c:v>6</c:v>
                </c:pt>
                <c:pt idx="3372">
                  <c:v>6.8</c:v>
                </c:pt>
                <c:pt idx="3373">
                  <c:v>8.1999999999999993</c:v>
                </c:pt>
                <c:pt idx="3374">
                  <c:v>5.8</c:v>
                </c:pt>
                <c:pt idx="3375">
                  <c:v>6.2</c:v>
                </c:pt>
                <c:pt idx="3376">
                  <c:v>6.8</c:v>
                </c:pt>
                <c:pt idx="3377">
                  <c:v>6.1</c:v>
                </c:pt>
                <c:pt idx="3378">
                  <c:v>5.4</c:v>
                </c:pt>
                <c:pt idx="3379">
                  <c:v>7.8</c:v>
                </c:pt>
                <c:pt idx="3380">
                  <c:v>5.6</c:v>
                </c:pt>
                <c:pt idx="3381">
                  <c:v>6.8</c:v>
                </c:pt>
                <c:pt idx="3382">
                  <c:v>7.4</c:v>
                </c:pt>
                <c:pt idx="3383">
                  <c:v>7.2</c:v>
                </c:pt>
                <c:pt idx="3384">
                  <c:v>7.6</c:v>
                </c:pt>
                <c:pt idx="3385">
                  <c:v>7.6</c:v>
                </c:pt>
                <c:pt idx="3386">
                  <c:v>7.3</c:v>
                </c:pt>
                <c:pt idx="3387">
                  <c:v>6.4</c:v>
                </c:pt>
                <c:pt idx="3388">
                  <c:v>5.6</c:v>
                </c:pt>
                <c:pt idx="3389">
                  <c:v>7.4</c:v>
                </c:pt>
                <c:pt idx="3390">
                  <c:v>7.2</c:v>
                </c:pt>
                <c:pt idx="3391">
                  <c:v>8.6999999999999993</c:v>
                </c:pt>
                <c:pt idx="3392">
                  <c:v>7.1</c:v>
                </c:pt>
                <c:pt idx="3393">
                  <c:v>6.2</c:v>
                </c:pt>
                <c:pt idx="3394">
                  <c:v>6.1</c:v>
                </c:pt>
                <c:pt idx="3395">
                  <c:v>5.7</c:v>
                </c:pt>
                <c:pt idx="3396">
                  <c:v>7</c:v>
                </c:pt>
                <c:pt idx="3397">
                  <c:v>7.1</c:v>
                </c:pt>
                <c:pt idx="3398">
                  <c:v>6.1</c:v>
                </c:pt>
                <c:pt idx="3399">
                  <c:v>5.8</c:v>
                </c:pt>
                <c:pt idx="3401">
                  <c:v>6.9</c:v>
                </c:pt>
                <c:pt idx="3402">
                  <c:v>6.4</c:v>
                </c:pt>
                <c:pt idx="3403">
                  <c:v>7.7</c:v>
                </c:pt>
                <c:pt idx="3404">
                  <c:v>7.7</c:v>
                </c:pt>
                <c:pt idx="3405">
                  <c:v>7.2</c:v>
                </c:pt>
                <c:pt idx="3406">
                  <c:v>8.1999999999999993</c:v>
                </c:pt>
                <c:pt idx="3407">
                  <c:v>7.4</c:v>
                </c:pt>
                <c:pt idx="3408">
                  <c:v>5.4</c:v>
                </c:pt>
                <c:pt idx="3409">
                  <c:v>6.1</c:v>
                </c:pt>
                <c:pt idx="3410">
                  <c:v>5.3</c:v>
                </c:pt>
                <c:pt idx="3411">
                  <c:v>6.5</c:v>
                </c:pt>
                <c:pt idx="3412">
                  <c:v>7.5</c:v>
                </c:pt>
                <c:pt idx="3413">
                  <c:v>7.4</c:v>
                </c:pt>
                <c:pt idx="3414">
                  <c:v>7.7</c:v>
                </c:pt>
                <c:pt idx="3415">
                  <c:v>8.8000000000000007</c:v>
                </c:pt>
                <c:pt idx="3417">
                  <c:v>6.5</c:v>
                </c:pt>
                <c:pt idx="3418">
                  <c:v>5.3</c:v>
                </c:pt>
                <c:pt idx="3419">
                  <c:v>7</c:v>
                </c:pt>
                <c:pt idx="3420">
                  <c:v>5.6</c:v>
                </c:pt>
                <c:pt idx="3421">
                  <c:v>5.5</c:v>
                </c:pt>
                <c:pt idx="3422">
                  <c:v>6.8</c:v>
                </c:pt>
                <c:pt idx="3423">
                  <c:v>5.7</c:v>
                </c:pt>
                <c:pt idx="3424">
                  <c:v>6.3</c:v>
                </c:pt>
                <c:pt idx="3425">
                  <c:v>6.8</c:v>
                </c:pt>
                <c:pt idx="3426">
                  <c:v>5.9</c:v>
                </c:pt>
                <c:pt idx="3427">
                  <c:v>6.1</c:v>
                </c:pt>
                <c:pt idx="3428">
                  <c:v>5.7</c:v>
                </c:pt>
                <c:pt idx="3429">
                  <c:v>6.8</c:v>
                </c:pt>
                <c:pt idx="3430">
                  <c:v>6.4</c:v>
                </c:pt>
                <c:pt idx="3431">
                  <c:v>5.6</c:v>
                </c:pt>
                <c:pt idx="3432">
                  <c:v>7.6</c:v>
                </c:pt>
                <c:pt idx="3434">
                  <c:v>5.3</c:v>
                </c:pt>
                <c:pt idx="3435">
                  <c:v>7.7</c:v>
                </c:pt>
                <c:pt idx="3436">
                  <c:v>6.3</c:v>
                </c:pt>
                <c:pt idx="3437">
                  <c:v>7.8</c:v>
                </c:pt>
                <c:pt idx="3438">
                  <c:v>5.9</c:v>
                </c:pt>
                <c:pt idx="3439">
                  <c:v>5.6</c:v>
                </c:pt>
                <c:pt idx="3440">
                  <c:v>7.4</c:v>
                </c:pt>
                <c:pt idx="3441">
                  <c:v>4.8</c:v>
                </c:pt>
                <c:pt idx="3442">
                  <c:v>4.8</c:v>
                </c:pt>
                <c:pt idx="3443">
                  <c:v>7.4</c:v>
                </c:pt>
                <c:pt idx="3444">
                  <c:v>6.6</c:v>
                </c:pt>
                <c:pt idx="3446">
                  <c:v>7.1</c:v>
                </c:pt>
                <c:pt idx="3447">
                  <c:v>7.1</c:v>
                </c:pt>
                <c:pt idx="3448">
                  <c:v>7.5</c:v>
                </c:pt>
                <c:pt idx="3449">
                  <c:v>7.2</c:v>
                </c:pt>
                <c:pt idx="3450">
                  <c:v>7.3</c:v>
                </c:pt>
                <c:pt idx="3451">
                  <c:v>6.5</c:v>
                </c:pt>
                <c:pt idx="3452">
                  <c:v>7.3</c:v>
                </c:pt>
                <c:pt idx="3453">
                  <c:v>8.1</c:v>
                </c:pt>
                <c:pt idx="3454">
                  <c:v>7.4</c:v>
                </c:pt>
                <c:pt idx="3455">
                  <c:v>5.2</c:v>
                </c:pt>
                <c:pt idx="3456">
                  <c:v>7.4</c:v>
                </c:pt>
                <c:pt idx="3457">
                  <c:v>6.9</c:v>
                </c:pt>
                <c:pt idx="3458">
                  <c:v>6.7</c:v>
                </c:pt>
                <c:pt idx="3459">
                  <c:v>6.7</c:v>
                </c:pt>
                <c:pt idx="3460">
                  <c:v>7.1</c:v>
                </c:pt>
                <c:pt idx="3461">
                  <c:v>5.4</c:v>
                </c:pt>
                <c:pt idx="3462">
                  <c:v>6.8</c:v>
                </c:pt>
                <c:pt idx="3463">
                  <c:v>7.2</c:v>
                </c:pt>
                <c:pt idx="3464">
                  <c:v>6.3</c:v>
                </c:pt>
                <c:pt idx="3465">
                  <c:v>6.6</c:v>
                </c:pt>
                <c:pt idx="3466">
                  <c:v>6.8</c:v>
                </c:pt>
                <c:pt idx="3467">
                  <c:v>7.1</c:v>
                </c:pt>
                <c:pt idx="3468">
                  <c:v>6.6</c:v>
                </c:pt>
                <c:pt idx="3469">
                  <c:v>5.5</c:v>
                </c:pt>
                <c:pt idx="3470">
                  <c:v>7.1</c:v>
                </c:pt>
                <c:pt idx="3471">
                  <c:v>7.8</c:v>
                </c:pt>
                <c:pt idx="3472">
                  <c:v>6.3</c:v>
                </c:pt>
                <c:pt idx="3473">
                  <c:v>7.8</c:v>
                </c:pt>
                <c:pt idx="3474">
                  <c:v>7.4</c:v>
                </c:pt>
                <c:pt idx="3475">
                  <c:v>7.4</c:v>
                </c:pt>
                <c:pt idx="3476">
                  <c:v>7.3</c:v>
                </c:pt>
                <c:pt idx="3477">
                  <c:v>6.1</c:v>
                </c:pt>
                <c:pt idx="3478">
                  <c:v>7.7</c:v>
                </c:pt>
                <c:pt idx="3479">
                  <c:v>5.7</c:v>
                </c:pt>
                <c:pt idx="3480">
                  <c:v>8.3000000000000007</c:v>
                </c:pt>
                <c:pt idx="3481">
                  <c:v>7.8</c:v>
                </c:pt>
                <c:pt idx="3482">
                  <c:v>6.7</c:v>
                </c:pt>
                <c:pt idx="3483">
                  <c:v>7.4</c:v>
                </c:pt>
                <c:pt idx="3484">
                  <c:v>5.7</c:v>
                </c:pt>
                <c:pt idx="3485">
                  <c:v>5.5</c:v>
                </c:pt>
                <c:pt idx="3486">
                  <c:v>7.8</c:v>
                </c:pt>
                <c:pt idx="3487">
                  <c:v>7.8</c:v>
                </c:pt>
                <c:pt idx="3488">
                  <c:v>6.6</c:v>
                </c:pt>
                <c:pt idx="3489">
                  <c:v>7.4</c:v>
                </c:pt>
                <c:pt idx="3490">
                  <c:v>4.0999999999999996</c:v>
                </c:pt>
                <c:pt idx="3491">
                  <c:v>7.3</c:v>
                </c:pt>
                <c:pt idx="3492">
                  <c:v>6.8</c:v>
                </c:pt>
                <c:pt idx="3493">
                  <c:v>6.9</c:v>
                </c:pt>
                <c:pt idx="3494">
                  <c:v>5.8</c:v>
                </c:pt>
                <c:pt idx="3495">
                  <c:v>5.9</c:v>
                </c:pt>
                <c:pt idx="3496">
                  <c:v>7.8</c:v>
                </c:pt>
                <c:pt idx="3497">
                  <c:v>5.9</c:v>
                </c:pt>
                <c:pt idx="3498">
                  <c:v>6.6</c:v>
                </c:pt>
                <c:pt idx="3499">
                  <c:v>6.4</c:v>
                </c:pt>
                <c:pt idx="3500">
                  <c:v>8</c:v>
                </c:pt>
                <c:pt idx="3501">
                  <c:v>7.1</c:v>
                </c:pt>
                <c:pt idx="3502">
                  <c:v>3.4</c:v>
                </c:pt>
                <c:pt idx="3503">
                  <c:v>5.6</c:v>
                </c:pt>
                <c:pt idx="3504">
                  <c:v>7.3</c:v>
                </c:pt>
                <c:pt idx="3505">
                  <c:v>3.7</c:v>
                </c:pt>
                <c:pt idx="3506">
                  <c:v>5.4</c:v>
                </c:pt>
                <c:pt idx="3507">
                  <c:v>5.9</c:v>
                </c:pt>
                <c:pt idx="3508">
                  <c:v>6.8</c:v>
                </c:pt>
                <c:pt idx="3509">
                  <c:v>5.0999999999999996</c:v>
                </c:pt>
                <c:pt idx="3510">
                  <c:v>5.8</c:v>
                </c:pt>
                <c:pt idx="3511">
                  <c:v>4.5</c:v>
                </c:pt>
                <c:pt idx="3512">
                  <c:v>6.1</c:v>
                </c:pt>
                <c:pt idx="3513">
                  <c:v>6.5</c:v>
                </c:pt>
                <c:pt idx="3514">
                  <c:v>6.6</c:v>
                </c:pt>
                <c:pt idx="3515">
                  <c:v>7</c:v>
                </c:pt>
                <c:pt idx="3516">
                  <c:v>7.4</c:v>
                </c:pt>
                <c:pt idx="3517">
                  <c:v>7.2</c:v>
                </c:pt>
                <c:pt idx="3518">
                  <c:v>4.4000000000000004</c:v>
                </c:pt>
                <c:pt idx="3519">
                  <c:v>5</c:v>
                </c:pt>
                <c:pt idx="3520">
                  <c:v>5.7</c:v>
                </c:pt>
                <c:pt idx="3521">
                  <c:v>8</c:v>
                </c:pt>
                <c:pt idx="3522">
                  <c:v>6.5</c:v>
                </c:pt>
                <c:pt idx="3523">
                  <c:v>7</c:v>
                </c:pt>
                <c:pt idx="3524">
                  <c:v>7</c:v>
                </c:pt>
                <c:pt idx="3525">
                  <c:v>5.0999999999999996</c:v>
                </c:pt>
                <c:pt idx="3526">
                  <c:v>8.6</c:v>
                </c:pt>
                <c:pt idx="3527">
                  <c:v>7.6</c:v>
                </c:pt>
                <c:pt idx="3528">
                  <c:v>6.3</c:v>
                </c:pt>
                <c:pt idx="3529">
                  <c:v>5.9</c:v>
                </c:pt>
                <c:pt idx="3530">
                  <c:v>5.7</c:v>
                </c:pt>
                <c:pt idx="3531">
                  <c:v>7.7</c:v>
                </c:pt>
                <c:pt idx="3532">
                  <c:v>8</c:v>
                </c:pt>
                <c:pt idx="3533">
                  <c:v>6.4</c:v>
                </c:pt>
                <c:pt idx="3534">
                  <c:v>8.1999999999999993</c:v>
                </c:pt>
                <c:pt idx="3535">
                  <c:v>5.8</c:v>
                </c:pt>
                <c:pt idx="3536">
                  <c:v>7</c:v>
                </c:pt>
                <c:pt idx="3537">
                  <c:v>5.3</c:v>
                </c:pt>
                <c:pt idx="3538">
                  <c:v>8</c:v>
                </c:pt>
                <c:pt idx="3539">
                  <c:v>5.6</c:v>
                </c:pt>
                <c:pt idx="3540">
                  <c:v>6.5</c:v>
                </c:pt>
                <c:pt idx="3541">
                  <c:v>3.4</c:v>
                </c:pt>
                <c:pt idx="3542">
                  <c:v>7.3</c:v>
                </c:pt>
                <c:pt idx="3543">
                  <c:v>7.6</c:v>
                </c:pt>
                <c:pt idx="3544">
                  <c:v>9.3000000000000007</c:v>
                </c:pt>
                <c:pt idx="3545">
                  <c:v>7.5</c:v>
                </c:pt>
                <c:pt idx="3546">
                  <c:v>6.4</c:v>
                </c:pt>
                <c:pt idx="3547">
                  <c:v>6.1</c:v>
                </c:pt>
                <c:pt idx="3548">
                  <c:v>6.2</c:v>
                </c:pt>
                <c:pt idx="3549">
                  <c:v>7.4</c:v>
                </c:pt>
                <c:pt idx="3550">
                  <c:v>5.5</c:v>
                </c:pt>
                <c:pt idx="3551">
                  <c:v>7.8</c:v>
                </c:pt>
                <c:pt idx="3552">
                  <c:v>6.8</c:v>
                </c:pt>
                <c:pt idx="3553">
                  <c:v>4.8</c:v>
                </c:pt>
                <c:pt idx="3554">
                  <c:v>6.5</c:v>
                </c:pt>
                <c:pt idx="3555">
                  <c:v>6.4</c:v>
                </c:pt>
                <c:pt idx="3556">
                  <c:v>7.1</c:v>
                </c:pt>
                <c:pt idx="3557">
                  <c:v>6.3</c:v>
                </c:pt>
                <c:pt idx="3558">
                  <c:v>5.7</c:v>
                </c:pt>
                <c:pt idx="3559">
                  <c:v>6.9</c:v>
                </c:pt>
                <c:pt idx="3560">
                  <c:v>6.5</c:v>
                </c:pt>
                <c:pt idx="3561">
                  <c:v>5.0999999999999996</c:v>
                </c:pt>
                <c:pt idx="3562">
                  <c:v>6.9</c:v>
                </c:pt>
                <c:pt idx="3563">
                  <c:v>6.4</c:v>
                </c:pt>
                <c:pt idx="3564">
                  <c:v>7.3</c:v>
                </c:pt>
                <c:pt idx="3565">
                  <c:v>7.3</c:v>
                </c:pt>
                <c:pt idx="3566">
                  <c:v>6.2</c:v>
                </c:pt>
                <c:pt idx="3567">
                  <c:v>6.4</c:v>
                </c:pt>
                <c:pt idx="3568">
                  <c:v>6.6</c:v>
                </c:pt>
                <c:pt idx="3570">
                  <c:v>6.6</c:v>
                </c:pt>
                <c:pt idx="3571">
                  <c:v>6.9</c:v>
                </c:pt>
                <c:pt idx="3572">
                  <c:v>7</c:v>
                </c:pt>
                <c:pt idx="3573">
                  <c:v>5.8</c:v>
                </c:pt>
                <c:pt idx="3574">
                  <c:v>6.8</c:v>
                </c:pt>
                <c:pt idx="3575">
                  <c:v>5.6</c:v>
                </c:pt>
                <c:pt idx="3576">
                  <c:v>6.6</c:v>
                </c:pt>
                <c:pt idx="3577">
                  <c:v>6.9</c:v>
                </c:pt>
                <c:pt idx="3578">
                  <c:v>7.1</c:v>
                </c:pt>
                <c:pt idx="3579">
                  <c:v>3.5</c:v>
                </c:pt>
                <c:pt idx="3580">
                  <c:v>5.3</c:v>
                </c:pt>
                <c:pt idx="3581">
                  <c:v>7.5</c:v>
                </c:pt>
                <c:pt idx="3582">
                  <c:v>5.4</c:v>
                </c:pt>
                <c:pt idx="3583">
                  <c:v>6.7</c:v>
                </c:pt>
                <c:pt idx="3584">
                  <c:v>5.8</c:v>
                </c:pt>
                <c:pt idx="3585">
                  <c:v>6.3</c:v>
                </c:pt>
                <c:pt idx="3586">
                  <c:v>7.6</c:v>
                </c:pt>
                <c:pt idx="3587">
                  <c:v>7.6</c:v>
                </c:pt>
                <c:pt idx="3588">
                  <c:v>5.9</c:v>
                </c:pt>
                <c:pt idx="3589">
                  <c:v>6.5</c:v>
                </c:pt>
                <c:pt idx="3590">
                  <c:v>7.1</c:v>
                </c:pt>
                <c:pt idx="3591">
                  <c:v>5.0999999999999996</c:v>
                </c:pt>
                <c:pt idx="3592">
                  <c:v>7.3</c:v>
                </c:pt>
                <c:pt idx="3593">
                  <c:v>6.7</c:v>
                </c:pt>
                <c:pt idx="3594">
                  <c:v>6.6</c:v>
                </c:pt>
                <c:pt idx="3595">
                  <c:v>7.4</c:v>
                </c:pt>
                <c:pt idx="3596">
                  <c:v>7.5</c:v>
                </c:pt>
                <c:pt idx="3597">
                  <c:v>8.4</c:v>
                </c:pt>
                <c:pt idx="3598">
                  <c:v>6.2</c:v>
                </c:pt>
                <c:pt idx="3599">
                  <c:v>7.5</c:v>
                </c:pt>
                <c:pt idx="3600">
                  <c:v>6.3</c:v>
                </c:pt>
                <c:pt idx="3601">
                  <c:v>5.9</c:v>
                </c:pt>
                <c:pt idx="3602">
                  <c:v>4.8</c:v>
                </c:pt>
                <c:pt idx="3604">
                  <c:v>6</c:v>
                </c:pt>
                <c:pt idx="3605">
                  <c:v>5.6</c:v>
                </c:pt>
                <c:pt idx="3606">
                  <c:v>7.4</c:v>
                </c:pt>
                <c:pt idx="3607">
                  <c:v>8.1999999999999993</c:v>
                </c:pt>
                <c:pt idx="3608">
                  <c:v>8.5</c:v>
                </c:pt>
                <c:pt idx="3609">
                  <c:v>6.6</c:v>
                </c:pt>
                <c:pt idx="3610">
                  <c:v>7.4</c:v>
                </c:pt>
                <c:pt idx="3611">
                  <c:v>7.6</c:v>
                </c:pt>
                <c:pt idx="3612">
                  <c:v>6.2</c:v>
                </c:pt>
                <c:pt idx="3613">
                  <c:v>7.6</c:v>
                </c:pt>
                <c:pt idx="3614">
                  <c:v>5</c:v>
                </c:pt>
                <c:pt idx="3615">
                  <c:v>6.5</c:v>
                </c:pt>
                <c:pt idx="3616">
                  <c:v>7.4</c:v>
                </c:pt>
                <c:pt idx="3617">
                  <c:v>5.9</c:v>
                </c:pt>
                <c:pt idx="3618">
                  <c:v>7.4</c:v>
                </c:pt>
                <c:pt idx="3619">
                  <c:v>6.2</c:v>
                </c:pt>
                <c:pt idx="3620">
                  <c:v>7.3</c:v>
                </c:pt>
                <c:pt idx="3621">
                  <c:v>5.5</c:v>
                </c:pt>
                <c:pt idx="3622">
                  <c:v>6.6</c:v>
                </c:pt>
                <c:pt idx="3623">
                  <c:v>8.1999999999999993</c:v>
                </c:pt>
                <c:pt idx="3624">
                  <c:v>7.1</c:v>
                </c:pt>
                <c:pt idx="3625">
                  <c:v>7.2</c:v>
                </c:pt>
                <c:pt idx="3626">
                  <c:v>7.9</c:v>
                </c:pt>
                <c:pt idx="3627">
                  <c:v>5.3</c:v>
                </c:pt>
                <c:pt idx="3628">
                  <c:v>7</c:v>
                </c:pt>
                <c:pt idx="3629">
                  <c:v>6.7</c:v>
                </c:pt>
                <c:pt idx="3630">
                  <c:v>5.5</c:v>
                </c:pt>
                <c:pt idx="3631">
                  <c:v>7</c:v>
                </c:pt>
                <c:pt idx="3632">
                  <c:v>7.2</c:v>
                </c:pt>
                <c:pt idx="3633">
                  <c:v>7.6</c:v>
                </c:pt>
                <c:pt idx="3634">
                  <c:v>6.8</c:v>
                </c:pt>
                <c:pt idx="3635">
                  <c:v>5.4</c:v>
                </c:pt>
                <c:pt idx="3636">
                  <c:v>7</c:v>
                </c:pt>
                <c:pt idx="3637">
                  <c:v>5.3</c:v>
                </c:pt>
                <c:pt idx="3638">
                  <c:v>6.9</c:v>
                </c:pt>
                <c:pt idx="3639">
                  <c:v>5.8</c:v>
                </c:pt>
                <c:pt idx="3640">
                  <c:v>5.8</c:v>
                </c:pt>
                <c:pt idx="3641">
                  <c:v>7.2</c:v>
                </c:pt>
                <c:pt idx="3642">
                  <c:v>6.7</c:v>
                </c:pt>
                <c:pt idx="3643">
                  <c:v>8.1</c:v>
                </c:pt>
                <c:pt idx="3644">
                  <c:v>6.3</c:v>
                </c:pt>
                <c:pt idx="3645">
                  <c:v>6.1</c:v>
                </c:pt>
                <c:pt idx="3646">
                  <c:v>7.3</c:v>
                </c:pt>
                <c:pt idx="3647">
                  <c:v>7.3</c:v>
                </c:pt>
                <c:pt idx="3648">
                  <c:v>7.7</c:v>
                </c:pt>
                <c:pt idx="3649">
                  <c:v>7.1</c:v>
                </c:pt>
                <c:pt idx="3650">
                  <c:v>4.8</c:v>
                </c:pt>
                <c:pt idx="3651">
                  <c:v>7.9</c:v>
                </c:pt>
                <c:pt idx="3652">
                  <c:v>6.6</c:v>
                </c:pt>
                <c:pt idx="3653">
                  <c:v>6.5</c:v>
                </c:pt>
                <c:pt idx="3654">
                  <c:v>7.3</c:v>
                </c:pt>
                <c:pt idx="3655">
                  <c:v>4.7</c:v>
                </c:pt>
                <c:pt idx="3656">
                  <c:v>7.4</c:v>
                </c:pt>
                <c:pt idx="3657">
                  <c:v>5.8</c:v>
                </c:pt>
                <c:pt idx="3658">
                  <c:v>6.4</c:v>
                </c:pt>
                <c:pt idx="3659">
                  <c:v>5.6</c:v>
                </c:pt>
                <c:pt idx="3660">
                  <c:v>7.2</c:v>
                </c:pt>
                <c:pt idx="3661">
                  <c:v>6.5</c:v>
                </c:pt>
                <c:pt idx="3662">
                  <c:v>5.6</c:v>
                </c:pt>
                <c:pt idx="3663">
                  <c:v>5.8</c:v>
                </c:pt>
                <c:pt idx="3664">
                  <c:v>4.5999999999999996</c:v>
                </c:pt>
                <c:pt idx="3665">
                  <c:v>5.4</c:v>
                </c:pt>
                <c:pt idx="3666">
                  <c:v>6.2</c:v>
                </c:pt>
                <c:pt idx="3667">
                  <c:v>6.8</c:v>
                </c:pt>
                <c:pt idx="3668">
                  <c:v>6.7</c:v>
                </c:pt>
                <c:pt idx="3669">
                  <c:v>6</c:v>
                </c:pt>
                <c:pt idx="3670">
                  <c:v>6.3</c:v>
                </c:pt>
                <c:pt idx="3671">
                  <c:v>7.4</c:v>
                </c:pt>
                <c:pt idx="3672">
                  <c:v>6</c:v>
                </c:pt>
                <c:pt idx="3673">
                  <c:v>6.5</c:v>
                </c:pt>
                <c:pt idx="3674">
                  <c:v>5.2</c:v>
                </c:pt>
                <c:pt idx="3675">
                  <c:v>7</c:v>
                </c:pt>
                <c:pt idx="3676">
                  <c:v>6.4</c:v>
                </c:pt>
                <c:pt idx="3677">
                  <c:v>7.1</c:v>
                </c:pt>
                <c:pt idx="3678">
                  <c:v>6.7</c:v>
                </c:pt>
                <c:pt idx="3679">
                  <c:v>7.9</c:v>
                </c:pt>
                <c:pt idx="3680">
                  <c:v>5.8</c:v>
                </c:pt>
                <c:pt idx="3681">
                  <c:v>7.9</c:v>
                </c:pt>
                <c:pt idx="3682">
                  <c:v>8.1</c:v>
                </c:pt>
                <c:pt idx="3683">
                  <c:v>4.5</c:v>
                </c:pt>
                <c:pt idx="3684">
                  <c:v>6.7</c:v>
                </c:pt>
                <c:pt idx="3685">
                  <c:v>4.2</c:v>
                </c:pt>
                <c:pt idx="3686">
                  <c:v>6.4</c:v>
                </c:pt>
                <c:pt idx="3687">
                  <c:v>6.4</c:v>
                </c:pt>
                <c:pt idx="3688">
                  <c:v>6</c:v>
                </c:pt>
                <c:pt idx="3689">
                  <c:v>3.9</c:v>
                </c:pt>
                <c:pt idx="3690">
                  <c:v>6.7</c:v>
                </c:pt>
                <c:pt idx="3691">
                  <c:v>5.5</c:v>
                </c:pt>
                <c:pt idx="3692">
                  <c:v>8</c:v>
                </c:pt>
                <c:pt idx="3693">
                  <c:v>5.3</c:v>
                </c:pt>
                <c:pt idx="3694">
                  <c:v>6.8</c:v>
                </c:pt>
                <c:pt idx="3695">
                  <c:v>6.2</c:v>
                </c:pt>
                <c:pt idx="3696">
                  <c:v>5.9</c:v>
                </c:pt>
                <c:pt idx="3697">
                  <c:v>3.7</c:v>
                </c:pt>
                <c:pt idx="3698">
                  <c:v>7.6</c:v>
                </c:pt>
                <c:pt idx="3699">
                  <c:v>6.6</c:v>
                </c:pt>
                <c:pt idx="3700">
                  <c:v>7.4</c:v>
                </c:pt>
                <c:pt idx="3701">
                  <c:v>6.3</c:v>
                </c:pt>
                <c:pt idx="3702">
                  <c:v>6</c:v>
                </c:pt>
                <c:pt idx="3703">
                  <c:v>6.2</c:v>
                </c:pt>
                <c:pt idx="3704">
                  <c:v>6.2</c:v>
                </c:pt>
                <c:pt idx="3705">
                  <c:v>6</c:v>
                </c:pt>
                <c:pt idx="3706">
                  <c:v>6.9</c:v>
                </c:pt>
                <c:pt idx="3707">
                  <c:v>5.8</c:v>
                </c:pt>
                <c:pt idx="3708">
                  <c:v>5.8</c:v>
                </c:pt>
                <c:pt idx="3709">
                  <c:v>3.9</c:v>
                </c:pt>
                <c:pt idx="3710">
                  <c:v>5.9</c:v>
                </c:pt>
                <c:pt idx="3711">
                  <c:v>7</c:v>
                </c:pt>
                <c:pt idx="3712">
                  <c:v>7.4</c:v>
                </c:pt>
                <c:pt idx="3714">
                  <c:v>7.2</c:v>
                </c:pt>
                <c:pt idx="3715">
                  <c:v>7.2</c:v>
                </c:pt>
                <c:pt idx="3716">
                  <c:v>7.3</c:v>
                </c:pt>
                <c:pt idx="3717">
                  <c:v>4.9000000000000004</c:v>
                </c:pt>
                <c:pt idx="3718">
                  <c:v>7.1</c:v>
                </c:pt>
                <c:pt idx="3719">
                  <c:v>8.1</c:v>
                </c:pt>
                <c:pt idx="3720">
                  <c:v>7.8</c:v>
                </c:pt>
                <c:pt idx="3721">
                  <c:v>5.9</c:v>
                </c:pt>
                <c:pt idx="3722">
                  <c:v>6.5</c:v>
                </c:pt>
                <c:pt idx="3723">
                  <c:v>7.4</c:v>
                </c:pt>
                <c:pt idx="3724">
                  <c:v>7.5</c:v>
                </c:pt>
                <c:pt idx="3725">
                  <c:v>4.5</c:v>
                </c:pt>
                <c:pt idx="3726">
                  <c:v>7.2</c:v>
                </c:pt>
                <c:pt idx="3727">
                  <c:v>6.6</c:v>
                </c:pt>
                <c:pt idx="3728">
                  <c:v>7</c:v>
                </c:pt>
                <c:pt idx="3729">
                  <c:v>5.2</c:v>
                </c:pt>
                <c:pt idx="3730">
                  <c:v>5.4</c:v>
                </c:pt>
                <c:pt idx="3731">
                  <c:v>7.6</c:v>
                </c:pt>
                <c:pt idx="3732">
                  <c:v>7.1</c:v>
                </c:pt>
                <c:pt idx="3733">
                  <c:v>5.6</c:v>
                </c:pt>
                <c:pt idx="3734">
                  <c:v>5.6</c:v>
                </c:pt>
                <c:pt idx="3735">
                  <c:v>4.9000000000000004</c:v>
                </c:pt>
                <c:pt idx="3736">
                  <c:v>4.4000000000000004</c:v>
                </c:pt>
                <c:pt idx="3737">
                  <c:v>4.9000000000000004</c:v>
                </c:pt>
                <c:pt idx="3738">
                  <c:v>5.2</c:v>
                </c:pt>
                <c:pt idx="3739">
                  <c:v>7.3</c:v>
                </c:pt>
                <c:pt idx="3740">
                  <c:v>7</c:v>
                </c:pt>
                <c:pt idx="3741">
                  <c:v>5.0999999999999996</c:v>
                </c:pt>
                <c:pt idx="3742">
                  <c:v>6.1</c:v>
                </c:pt>
                <c:pt idx="3743">
                  <c:v>6.8</c:v>
                </c:pt>
                <c:pt idx="3744">
                  <c:v>6.8</c:v>
                </c:pt>
                <c:pt idx="3745">
                  <c:v>7.3</c:v>
                </c:pt>
                <c:pt idx="3746">
                  <c:v>7.1</c:v>
                </c:pt>
                <c:pt idx="3747">
                  <c:v>6</c:v>
                </c:pt>
                <c:pt idx="3748">
                  <c:v>5.3</c:v>
                </c:pt>
                <c:pt idx="3749">
                  <c:v>5.0999999999999996</c:v>
                </c:pt>
                <c:pt idx="3750">
                  <c:v>5.5</c:v>
                </c:pt>
                <c:pt idx="3751">
                  <c:v>6.3</c:v>
                </c:pt>
                <c:pt idx="3752">
                  <c:v>6.3</c:v>
                </c:pt>
                <c:pt idx="3753">
                  <c:v>5.2</c:v>
                </c:pt>
                <c:pt idx="3754">
                  <c:v>7.7</c:v>
                </c:pt>
                <c:pt idx="3755">
                  <c:v>4.3</c:v>
                </c:pt>
                <c:pt idx="3756">
                  <c:v>5.8</c:v>
                </c:pt>
                <c:pt idx="3757">
                  <c:v>7.1</c:v>
                </c:pt>
                <c:pt idx="3758">
                  <c:v>5</c:v>
                </c:pt>
                <c:pt idx="3759">
                  <c:v>6.4</c:v>
                </c:pt>
                <c:pt idx="3760">
                  <c:v>5.4</c:v>
                </c:pt>
                <c:pt idx="3761">
                  <c:v>7.7</c:v>
                </c:pt>
                <c:pt idx="3763">
                  <c:v>3.8</c:v>
                </c:pt>
                <c:pt idx="3764">
                  <c:v>6.1</c:v>
                </c:pt>
                <c:pt idx="3765">
                  <c:v>7.2</c:v>
                </c:pt>
                <c:pt idx="3766">
                  <c:v>2.6</c:v>
                </c:pt>
                <c:pt idx="3767">
                  <c:v>7.2</c:v>
                </c:pt>
                <c:pt idx="3768">
                  <c:v>7.5</c:v>
                </c:pt>
                <c:pt idx="3769">
                  <c:v>5.7</c:v>
                </c:pt>
                <c:pt idx="3770">
                  <c:v>6.3</c:v>
                </c:pt>
                <c:pt idx="3771">
                  <c:v>6.8</c:v>
                </c:pt>
                <c:pt idx="3772">
                  <c:v>7.8</c:v>
                </c:pt>
                <c:pt idx="3773">
                  <c:v>7.5</c:v>
                </c:pt>
                <c:pt idx="3774">
                  <c:v>5.6</c:v>
                </c:pt>
                <c:pt idx="3775">
                  <c:v>4.9000000000000004</c:v>
                </c:pt>
                <c:pt idx="3776">
                  <c:v>8.1</c:v>
                </c:pt>
                <c:pt idx="3777">
                  <c:v>6.8</c:v>
                </c:pt>
                <c:pt idx="3778">
                  <c:v>7</c:v>
                </c:pt>
                <c:pt idx="3779">
                  <c:v>6.8</c:v>
                </c:pt>
                <c:pt idx="3780">
                  <c:v>3.4</c:v>
                </c:pt>
                <c:pt idx="3781">
                  <c:v>6.9</c:v>
                </c:pt>
                <c:pt idx="3782">
                  <c:v>5.0999999999999996</c:v>
                </c:pt>
                <c:pt idx="3783">
                  <c:v>6.5</c:v>
                </c:pt>
                <c:pt idx="3784">
                  <c:v>7.3</c:v>
                </c:pt>
                <c:pt idx="3785">
                  <c:v>6.4</c:v>
                </c:pt>
                <c:pt idx="3786">
                  <c:v>5.6</c:v>
                </c:pt>
                <c:pt idx="3787">
                  <c:v>5.9</c:v>
                </c:pt>
                <c:pt idx="3788">
                  <c:v>7.9</c:v>
                </c:pt>
                <c:pt idx="3789">
                  <c:v>7.3</c:v>
                </c:pt>
                <c:pt idx="3790">
                  <c:v>5.3</c:v>
                </c:pt>
                <c:pt idx="3791">
                  <c:v>2.8</c:v>
                </c:pt>
                <c:pt idx="3792">
                  <c:v>7.5</c:v>
                </c:pt>
                <c:pt idx="3793">
                  <c:v>5.9</c:v>
                </c:pt>
                <c:pt idx="3794">
                  <c:v>6.3</c:v>
                </c:pt>
                <c:pt idx="3795">
                  <c:v>5.9</c:v>
                </c:pt>
                <c:pt idx="3796">
                  <c:v>6.4</c:v>
                </c:pt>
                <c:pt idx="3797">
                  <c:v>5.4</c:v>
                </c:pt>
                <c:pt idx="3798">
                  <c:v>6</c:v>
                </c:pt>
                <c:pt idx="3799">
                  <c:v>4.5999999999999996</c:v>
                </c:pt>
                <c:pt idx="3800">
                  <c:v>4.5999999999999996</c:v>
                </c:pt>
                <c:pt idx="3801">
                  <c:v>7.5</c:v>
                </c:pt>
                <c:pt idx="3802">
                  <c:v>8.5</c:v>
                </c:pt>
                <c:pt idx="3803">
                  <c:v>6.3</c:v>
                </c:pt>
                <c:pt idx="3804">
                  <c:v>7.2</c:v>
                </c:pt>
                <c:pt idx="3805">
                  <c:v>5.6</c:v>
                </c:pt>
                <c:pt idx="3806">
                  <c:v>5.5</c:v>
                </c:pt>
                <c:pt idx="3807">
                  <c:v>5.4</c:v>
                </c:pt>
                <c:pt idx="3808">
                  <c:v>6.1</c:v>
                </c:pt>
                <c:pt idx="3809">
                  <c:v>6.7</c:v>
                </c:pt>
                <c:pt idx="3810">
                  <c:v>6.3</c:v>
                </c:pt>
                <c:pt idx="3811">
                  <c:v>7.1</c:v>
                </c:pt>
                <c:pt idx="3812">
                  <c:v>5.4</c:v>
                </c:pt>
                <c:pt idx="3813">
                  <c:v>6.8</c:v>
                </c:pt>
                <c:pt idx="3814">
                  <c:v>7.6</c:v>
                </c:pt>
                <c:pt idx="3815">
                  <c:v>5.5</c:v>
                </c:pt>
                <c:pt idx="3816">
                  <c:v>6.7</c:v>
                </c:pt>
                <c:pt idx="3817">
                  <c:v>8.3000000000000007</c:v>
                </c:pt>
                <c:pt idx="3818">
                  <c:v>6.5</c:v>
                </c:pt>
                <c:pt idx="3819">
                  <c:v>6.7</c:v>
                </c:pt>
                <c:pt idx="3820">
                  <c:v>2.4</c:v>
                </c:pt>
                <c:pt idx="3821">
                  <c:v>5.7</c:v>
                </c:pt>
                <c:pt idx="3822">
                  <c:v>5.7</c:v>
                </c:pt>
                <c:pt idx="3823">
                  <c:v>7.5</c:v>
                </c:pt>
                <c:pt idx="3824">
                  <c:v>7.5</c:v>
                </c:pt>
                <c:pt idx="3826">
                  <c:v>6.7</c:v>
                </c:pt>
                <c:pt idx="3827">
                  <c:v>6.4</c:v>
                </c:pt>
                <c:pt idx="3828">
                  <c:v>7.2</c:v>
                </c:pt>
                <c:pt idx="3829">
                  <c:v>5.4</c:v>
                </c:pt>
                <c:pt idx="3830">
                  <c:v>5.2</c:v>
                </c:pt>
                <c:pt idx="3831">
                  <c:v>5.0999999999999996</c:v>
                </c:pt>
                <c:pt idx="3832">
                  <c:v>2.7</c:v>
                </c:pt>
                <c:pt idx="3833">
                  <c:v>7.2</c:v>
                </c:pt>
                <c:pt idx="3834">
                  <c:v>5.8</c:v>
                </c:pt>
                <c:pt idx="3835">
                  <c:v>5.2</c:v>
                </c:pt>
                <c:pt idx="3836">
                  <c:v>7.7</c:v>
                </c:pt>
                <c:pt idx="3837">
                  <c:v>6.7</c:v>
                </c:pt>
                <c:pt idx="3838">
                  <c:v>4.5</c:v>
                </c:pt>
                <c:pt idx="3839">
                  <c:v>7.6</c:v>
                </c:pt>
                <c:pt idx="3840">
                  <c:v>5.3</c:v>
                </c:pt>
                <c:pt idx="3841">
                  <c:v>4.9000000000000004</c:v>
                </c:pt>
                <c:pt idx="3842">
                  <c:v>4.5999999999999996</c:v>
                </c:pt>
                <c:pt idx="3843">
                  <c:v>3.4</c:v>
                </c:pt>
                <c:pt idx="3844">
                  <c:v>5.6</c:v>
                </c:pt>
                <c:pt idx="3845">
                  <c:v>8.1999999999999993</c:v>
                </c:pt>
                <c:pt idx="3846">
                  <c:v>5</c:v>
                </c:pt>
                <c:pt idx="3847">
                  <c:v>7.6</c:v>
                </c:pt>
                <c:pt idx="3848">
                  <c:v>7.3</c:v>
                </c:pt>
                <c:pt idx="3849">
                  <c:v>7.7</c:v>
                </c:pt>
                <c:pt idx="3850">
                  <c:v>6.5</c:v>
                </c:pt>
                <c:pt idx="3851">
                  <c:v>7.3</c:v>
                </c:pt>
                <c:pt idx="3852">
                  <c:v>6.8</c:v>
                </c:pt>
                <c:pt idx="3853">
                  <c:v>5.0999999999999996</c:v>
                </c:pt>
                <c:pt idx="3854">
                  <c:v>5.6</c:v>
                </c:pt>
                <c:pt idx="3855">
                  <c:v>8.4</c:v>
                </c:pt>
                <c:pt idx="3856">
                  <c:v>7.4</c:v>
                </c:pt>
                <c:pt idx="3857">
                  <c:v>3.8</c:v>
                </c:pt>
                <c:pt idx="3858">
                  <c:v>5</c:v>
                </c:pt>
                <c:pt idx="3859">
                  <c:v>4.8</c:v>
                </c:pt>
                <c:pt idx="3860">
                  <c:v>5.8</c:v>
                </c:pt>
                <c:pt idx="3861">
                  <c:v>6</c:v>
                </c:pt>
                <c:pt idx="3862">
                  <c:v>4.9000000000000004</c:v>
                </c:pt>
                <c:pt idx="3863">
                  <c:v>6.5</c:v>
                </c:pt>
                <c:pt idx="3864">
                  <c:v>3.9</c:v>
                </c:pt>
                <c:pt idx="3865">
                  <c:v>6.6</c:v>
                </c:pt>
                <c:pt idx="3866">
                  <c:v>5.8</c:v>
                </c:pt>
                <c:pt idx="3867">
                  <c:v>5.0999999999999996</c:v>
                </c:pt>
                <c:pt idx="3868">
                  <c:v>5.8</c:v>
                </c:pt>
                <c:pt idx="3869">
                  <c:v>5.3</c:v>
                </c:pt>
                <c:pt idx="3870">
                  <c:v>6.5</c:v>
                </c:pt>
                <c:pt idx="3871">
                  <c:v>5.2</c:v>
                </c:pt>
                <c:pt idx="3872">
                  <c:v>6.3</c:v>
                </c:pt>
                <c:pt idx="3873">
                  <c:v>6.6</c:v>
                </c:pt>
                <c:pt idx="3874">
                  <c:v>4.3</c:v>
                </c:pt>
                <c:pt idx="3875">
                  <c:v>4.9000000000000004</c:v>
                </c:pt>
                <c:pt idx="3876">
                  <c:v>7.2</c:v>
                </c:pt>
                <c:pt idx="3877">
                  <c:v>4.8</c:v>
                </c:pt>
                <c:pt idx="3878">
                  <c:v>6.3</c:v>
                </c:pt>
                <c:pt idx="3879">
                  <c:v>5.3</c:v>
                </c:pt>
                <c:pt idx="3880">
                  <c:v>7.3</c:v>
                </c:pt>
                <c:pt idx="3881">
                  <c:v>5.0999999999999996</c:v>
                </c:pt>
                <c:pt idx="3882">
                  <c:v>6.5</c:v>
                </c:pt>
                <c:pt idx="3883">
                  <c:v>5.0999999999999996</c:v>
                </c:pt>
                <c:pt idx="3884">
                  <c:v>7.2</c:v>
                </c:pt>
                <c:pt idx="3885">
                  <c:v>3.3</c:v>
                </c:pt>
                <c:pt idx="3886">
                  <c:v>6.6</c:v>
                </c:pt>
                <c:pt idx="3887">
                  <c:v>8.6999999999999993</c:v>
                </c:pt>
                <c:pt idx="3888">
                  <c:v>5.9</c:v>
                </c:pt>
                <c:pt idx="3889">
                  <c:v>4.5</c:v>
                </c:pt>
                <c:pt idx="3890">
                  <c:v>6.8</c:v>
                </c:pt>
                <c:pt idx="3891">
                  <c:v>6.1</c:v>
                </c:pt>
                <c:pt idx="3892">
                  <c:v>6.2</c:v>
                </c:pt>
                <c:pt idx="3893">
                  <c:v>7.3</c:v>
                </c:pt>
                <c:pt idx="3894">
                  <c:v>6.1</c:v>
                </c:pt>
                <c:pt idx="3895">
                  <c:v>5.7</c:v>
                </c:pt>
                <c:pt idx="3896">
                  <c:v>6.9</c:v>
                </c:pt>
                <c:pt idx="3897">
                  <c:v>6.5</c:v>
                </c:pt>
                <c:pt idx="3898">
                  <c:v>3.5</c:v>
                </c:pt>
                <c:pt idx="3899">
                  <c:v>6.8</c:v>
                </c:pt>
                <c:pt idx="3900">
                  <c:v>5.6</c:v>
                </c:pt>
                <c:pt idx="3901">
                  <c:v>6.9</c:v>
                </c:pt>
                <c:pt idx="3902">
                  <c:v>5.3</c:v>
                </c:pt>
                <c:pt idx="3903">
                  <c:v>2.5</c:v>
                </c:pt>
                <c:pt idx="3905">
                  <c:v>6.1</c:v>
                </c:pt>
                <c:pt idx="3906">
                  <c:v>8.1999999999999993</c:v>
                </c:pt>
                <c:pt idx="3907">
                  <c:v>5.6</c:v>
                </c:pt>
                <c:pt idx="3908">
                  <c:v>5</c:v>
                </c:pt>
                <c:pt idx="3909">
                  <c:v>7.4</c:v>
                </c:pt>
                <c:pt idx="3910">
                  <c:v>5</c:v>
                </c:pt>
                <c:pt idx="3911">
                  <c:v>6.3</c:v>
                </c:pt>
                <c:pt idx="3912">
                  <c:v>7.8</c:v>
                </c:pt>
                <c:pt idx="3913">
                  <c:v>3.4</c:v>
                </c:pt>
                <c:pt idx="3914">
                  <c:v>8</c:v>
                </c:pt>
                <c:pt idx="3915">
                  <c:v>7.1</c:v>
                </c:pt>
                <c:pt idx="3916">
                  <c:v>6.9</c:v>
                </c:pt>
                <c:pt idx="3917">
                  <c:v>6.6</c:v>
                </c:pt>
                <c:pt idx="3918">
                  <c:v>6</c:v>
                </c:pt>
                <c:pt idx="3919">
                  <c:v>5.2</c:v>
                </c:pt>
                <c:pt idx="3920">
                  <c:v>5.3</c:v>
                </c:pt>
                <c:pt idx="3921">
                  <c:v>6.6</c:v>
                </c:pt>
                <c:pt idx="3922">
                  <c:v>6.6</c:v>
                </c:pt>
                <c:pt idx="3923">
                  <c:v>4.5999999999999996</c:v>
                </c:pt>
                <c:pt idx="3924">
                  <c:v>6.8</c:v>
                </c:pt>
                <c:pt idx="3925">
                  <c:v>6.4</c:v>
                </c:pt>
                <c:pt idx="3926">
                  <c:v>7.9</c:v>
                </c:pt>
                <c:pt idx="3927">
                  <c:v>8.1999999999999993</c:v>
                </c:pt>
                <c:pt idx="3928">
                  <c:v>7.2</c:v>
                </c:pt>
                <c:pt idx="3929">
                  <c:v>6.8</c:v>
                </c:pt>
                <c:pt idx="3930">
                  <c:v>7.6</c:v>
                </c:pt>
                <c:pt idx="3931">
                  <c:v>6.7</c:v>
                </c:pt>
                <c:pt idx="3932">
                  <c:v>4.7</c:v>
                </c:pt>
                <c:pt idx="3933">
                  <c:v>7.5</c:v>
                </c:pt>
                <c:pt idx="3934">
                  <c:v>6.6</c:v>
                </c:pt>
                <c:pt idx="3935">
                  <c:v>5.2</c:v>
                </c:pt>
                <c:pt idx="3936">
                  <c:v>7.2</c:v>
                </c:pt>
                <c:pt idx="3937">
                  <c:v>7</c:v>
                </c:pt>
                <c:pt idx="3938">
                  <c:v>5</c:v>
                </c:pt>
                <c:pt idx="3939">
                  <c:v>2.6</c:v>
                </c:pt>
                <c:pt idx="3940">
                  <c:v>5.0999999999999996</c:v>
                </c:pt>
                <c:pt idx="3941">
                  <c:v>6.9</c:v>
                </c:pt>
                <c:pt idx="3942">
                  <c:v>6.4</c:v>
                </c:pt>
                <c:pt idx="3943">
                  <c:v>6.4</c:v>
                </c:pt>
                <c:pt idx="3944">
                  <c:v>7.9</c:v>
                </c:pt>
                <c:pt idx="3945">
                  <c:v>6.2</c:v>
                </c:pt>
                <c:pt idx="3946">
                  <c:v>7.5</c:v>
                </c:pt>
                <c:pt idx="3947">
                  <c:v>4.5999999999999996</c:v>
                </c:pt>
                <c:pt idx="3948">
                  <c:v>6.4</c:v>
                </c:pt>
                <c:pt idx="3949">
                  <c:v>4</c:v>
                </c:pt>
                <c:pt idx="3950">
                  <c:v>6.6</c:v>
                </c:pt>
                <c:pt idx="3951">
                  <c:v>7.2</c:v>
                </c:pt>
                <c:pt idx="3952">
                  <c:v>3.6</c:v>
                </c:pt>
                <c:pt idx="3953">
                  <c:v>6.5</c:v>
                </c:pt>
                <c:pt idx="3954">
                  <c:v>6.9</c:v>
                </c:pt>
                <c:pt idx="3955">
                  <c:v>8</c:v>
                </c:pt>
                <c:pt idx="3956">
                  <c:v>7.6</c:v>
                </c:pt>
                <c:pt idx="3957">
                  <c:v>6.5</c:v>
                </c:pt>
                <c:pt idx="3958">
                  <c:v>5.4</c:v>
                </c:pt>
                <c:pt idx="3959">
                  <c:v>5.4</c:v>
                </c:pt>
                <c:pt idx="3960">
                  <c:v>6.2</c:v>
                </c:pt>
                <c:pt idx="3961">
                  <c:v>5.7</c:v>
                </c:pt>
                <c:pt idx="3962">
                  <c:v>5.6</c:v>
                </c:pt>
                <c:pt idx="3963">
                  <c:v>5.7</c:v>
                </c:pt>
                <c:pt idx="3964">
                  <c:v>6.4</c:v>
                </c:pt>
                <c:pt idx="3965">
                  <c:v>6.4</c:v>
                </c:pt>
                <c:pt idx="3966">
                  <c:v>7</c:v>
                </c:pt>
                <c:pt idx="3967">
                  <c:v>6.5</c:v>
                </c:pt>
                <c:pt idx="3968">
                  <c:v>7.2</c:v>
                </c:pt>
                <c:pt idx="3969">
                  <c:v>6.6</c:v>
                </c:pt>
                <c:pt idx="3970">
                  <c:v>7.1</c:v>
                </c:pt>
                <c:pt idx="3971">
                  <c:v>5.5</c:v>
                </c:pt>
                <c:pt idx="3972">
                  <c:v>6.1</c:v>
                </c:pt>
                <c:pt idx="3973">
                  <c:v>7.3</c:v>
                </c:pt>
                <c:pt idx="3974">
                  <c:v>6.3</c:v>
                </c:pt>
                <c:pt idx="3975">
                  <c:v>5.9</c:v>
                </c:pt>
                <c:pt idx="3976">
                  <c:v>7.1</c:v>
                </c:pt>
                <c:pt idx="3977">
                  <c:v>5.0999999999999996</c:v>
                </c:pt>
                <c:pt idx="3978">
                  <c:v>6.8</c:v>
                </c:pt>
                <c:pt idx="3979">
                  <c:v>5.0999999999999996</c:v>
                </c:pt>
                <c:pt idx="3980">
                  <c:v>6.7</c:v>
                </c:pt>
                <c:pt idx="3981">
                  <c:v>5.5</c:v>
                </c:pt>
                <c:pt idx="3982">
                  <c:v>6.2</c:v>
                </c:pt>
                <c:pt idx="3983">
                  <c:v>4.3</c:v>
                </c:pt>
                <c:pt idx="3984">
                  <c:v>5.9</c:v>
                </c:pt>
                <c:pt idx="3985">
                  <c:v>6.9</c:v>
                </c:pt>
                <c:pt idx="3986">
                  <c:v>7.6</c:v>
                </c:pt>
                <c:pt idx="3987">
                  <c:v>6.9</c:v>
                </c:pt>
                <c:pt idx="3988">
                  <c:v>4.5999999999999996</c:v>
                </c:pt>
                <c:pt idx="3989">
                  <c:v>5.2</c:v>
                </c:pt>
                <c:pt idx="3990">
                  <c:v>3.9</c:v>
                </c:pt>
                <c:pt idx="3991">
                  <c:v>6.3</c:v>
                </c:pt>
                <c:pt idx="3992">
                  <c:v>3.8</c:v>
                </c:pt>
                <c:pt idx="3993">
                  <c:v>6.8</c:v>
                </c:pt>
                <c:pt idx="3995">
                  <c:v>5.4</c:v>
                </c:pt>
                <c:pt idx="3996">
                  <c:v>7.1</c:v>
                </c:pt>
                <c:pt idx="3997">
                  <c:v>4</c:v>
                </c:pt>
                <c:pt idx="3998">
                  <c:v>6.4</c:v>
                </c:pt>
                <c:pt idx="3999">
                  <c:v>3</c:v>
                </c:pt>
                <c:pt idx="4000">
                  <c:v>6.7</c:v>
                </c:pt>
                <c:pt idx="4001">
                  <c:v>3.1</c:v>
                </c:pt>
                <c:pt idx="4002">
                  <c:v>7</c:v>
                </c:pt>
                <c:pt idx="4003">
                  <c:v>3.7</c:v>
                </c:pt>
                <c:pt idx="4004">
                  <c:v>4.7</c:v>
                </c:pt>
                <c:pt idx="4005">
                  <c:v>8.1</c:v>
                </c:pt>
                <c:pt idx="4006">
                  <c:v>5.9</c:v>
                </c:pt>
                <c:pt idx="4007">
                  <c:v>5.7</c:v>
                </c:pt>
                <c:pt idx="4008">
                  <c:v>4.3</c:v>
                </c:pt>
                <c:pt idx="4009">
                  <c:v>7.1</c:v>
                </c:pt>
                <c:pt idx="4010">
                  <c:v>5.3</c:v>
                </c:pt>
                <c:pt idx="4011">
                  <c:v>6.6</c:v>
                </c:pt>
                <c:pt idx="4012">
                  <c:v>6.2</c:v>
                </c:pt>
                <c:pt idx="4013">
                  <c:v>7.3</c:v>
                </c:pt>
                <c:pt idx="4014">
                  <c:v>6</c:v>
                </c:pt>
                <c:pt idx="4015">
                  <c:v>6.3</c:v>
                </c:pt>
                <c:pt idx="4016">
                  <c:v>5.8</c:v>
                </c:pt>
                <c:pt idx="4017">
                  <c:v>6.4</c:v>
                </c:pt>
                <c:pt idx="4018">
                  <c:v>6.1</c:v>
                </c:pt>
                <c:pt idx="4019">
                  <c:v>4.3</c:v>
                </c:pt>
                <c:pt idx="4020">
                  <c:v>6.4</c:v>
                </c:pt>
                <c:pt idx="4021">
                  <c:v>7.5</c:v>
                </c:pt>
                <c:pt idx="4022">
                  <c:v>5.8</c:v>
                </c:pt>
                <c:pt idx="4023">
                  <c:v>6.5</c:v>
                </c:pt>
                <c:pt idx="4024">
                  <c:v>8</c:v>
                </c:pt>
                <c:pt idx="4025">
                  <c:v>7</c:v>
                </c:pt>
                <c:pt idx="4026">
                  <c:v>4.3</c:v>
                </c:pt>
                <c:pt idx="4027">
                  <c:v>3.8</c:v>
                </c:pt>
                <c:pt idx="4028">
                  <c:v>4.8</c:v>
                </c:pt>
                <c:pt idx="4029">
                  <c:v>5.5</c:v>
                </c:pt>
                <c:pt idx="4030">
                  <c:v>6.2</c:v>
                </c:pt>
                <c:pt idx="4031">
                  <c:v>7.6</c:v>
                </c:pt>
                <c:pt idx="4032">
                  <c:v>6.9</c:v>
                </c:pt>
                <c:pt idx="4033">
                  <c:v>7.2</c:v>
                </c:pt>
                <c:pt idx="4034">
                  <c:v>6.5</c:v>
                </c:pt>
                <c:pt idx="4035">
                  <c:v>5.8</c:v>
                </c:pt>
                <c:pt idx="4036">
                  <c:v>6</c:v>
                </c:pt>
                <c:pt idx="4037">
                  <c:v>5.3</c:v>
                </c:pt>
                <c:pt idx="4038">
                  <c:v>3.5</c:v>
                </c:pt>
                <c:pt idx="4039">
                  <c:v>5.5</c:v>
                </c:pt>
                <c:pt idx="4040">
                  <c:v>8</c:v>
                </c:pt>
                <c:pt idx="4041">
                  <c:v>5.4</c:v>
                </c:pt>
                <c:pt idx="4042">
                  <c:v>8.1</c:v>
                </c:pt>
                <c:pt idx="4043">
                  <c:v>7.2</c:v>
                </c:pt>
                <c:pt idx="4044">
                  <c:v>6.9</c:v>
                </c:pt>
                <c:pt idx="4045">
                  <c:v>5.7</c:v>
                </c:pt>
                <c:pt idx="4046">
                  <c:v>6.5</c:v>
                </c:pt>
                <c:pt idx="4047">
                  <c:v>6.9</c:v>
                </c:pt>
                <c:pt idx="4048">
                  <c:v>7.2</c:v>
                </c:pt>
                <c:pt idx="4049">
                  <c:v>5.9</c:v>
                </c:pt>
                <c:pt idx="4050">
                  <c:v>6.5</c:v>
                </c:pt>
                <c:pt idx="4051">
                  <c:v>6.2</c:v>
                </c:pt>
                <c:pt idx="4052">
                  <c:v>5</c:v>
                </c:pt>
                <c:pt idx="4053">
                  <c:v>6.4</c:v>
                </c:pt>
                <c:pt idx="4054">
                  <c:v>6.2</c:v>
                </c:pt>
                <c:pt idx="4055">
                  <c:v>6</c:v>
                </c:pt>
                <c:pt idx="4056">
                  <c:v>8</c:v>
                </c:pt>
                <c:pt idx="4057">
                  <c:v>5.8</c:v>
                </c:pt>
                <c:pt idx="4058">
                  <c:v>6.5</c:v>
                </c:pt>
                <c:pt idx="4059">
                  <c:v>7.5</c:v>
                </c:pt>
                <c:pt idx="4060">
                  <c:v>5.9</c:v>
                </c:pt>
                <c:pt idx="4061">
                  <c:v>6.3</c:v>
                </c:pt>
                <c:pt idx="4062">
                  <c:v>4.8</c:v>
                </c:pt>
                <c:pt idx="4063">
                  <c:v>4.7</c:v>
                </c:pt>
                <c:pt idx="4064">
                  <c:v>6</c:v>
                </c:pt>
                <c:pt idx="4065">
                  <c:v>7.2</c:v>
                </c:pt>
                <c:pt idx="4066">
                  <c:v>6.7</c:v>
                </c:pt>
                <c:pt idx="4067">
                  <c:v>5.0999999999999996</c:v>
                </c:pt>
                <c:pt idx="4068">
                  <c:v>6.1</c:v>
                </c:pt>
                <c:pt idx="4069">
                  <c:v>6.8</c:v>
                </c:pt>
                <c:pt idx="4070">
                  <c:v>7.3</c:v>
                </c:pt>
                <c:pt idx="4071">
                  <c:v>7</c:v>
                </c:pt>
                <c:pt idx="4072">
                  <c:v>6.2</c:v>
                </c:pt>
                <c:pt idx="4073">
                  <c:v>6.4</c:v>
                </c:pt>
                <c:pt idx="4074">
                  <c:v>5.7</c:v>
                </c:pt>
                <c:pt idx="4075">
                  <c:v>5.5</c:v>
                </c:pt>
                <c:pt idx="4076">
                  <c:v>7.2</c:v>
                </c:pt>
                <c:pt idx="4077">
                  <c:v>6</c:v>
                </c:pt>
                <c:pt idx="4078">
                  <c:v>5.5</c:v>
                </c:pt>
                <c:pt idx="4079">
                  <c:v>4.4000000000000004</c:v>
                </c:pt>
                <c:pt idx="4080">
                  <c:v>4.4000000000000004</c:v>
                </c:pt>
                <c:pt idx="4081">
                  <c:v>7.6</c:v>
                </c:pt>
                <c:pt idx="4082">
                  <c:v>6.2</c:v>
                </c:pt>
                <c:pt idx="4083">
                  <c:v>3.2</c:v>
                </c:pt>
                <c:pt idx="4084">
                  <c:v>5.7</c:v>
                </c:pt>
                <c:pt idx="4085">
                  <c:v>7.8</c:v>
                </c:pt>
                <c:pt idx="4086">
                  <c:v>7.2</c:v>
                </c:pt>
                <c:pt idx="4087">
                  <c:v>7.1</c:v>
                </c:pt>
                <c:pt idx="4088">
                  <c:v>7</c:v>
                </c:pt>
                <c:pt idx="4089">
                  <c:v>7.4</c:v>
                </c:pt>
                <c:pt idx="4090">
                  <c:v>5.8</c:v>
                </c:pt>
                <c:pt idx="4091">
                  <c:v>6.7</c:v>
                </c:pt>
                <c:pt idx="4092">
                  <c:v>3.8</c:v>
                </c:pt>
                <c:pt idx="4093">
                  <c:v>7.3</c:v>
                </c:pt>
                <c:pt idx="4094">
                  <c:v>6.7</c:v>
                </c:pt>
                <c:pt idx="4095">
                  <c:v>6.6</c:v>
                </c:pt>
                <c:pt idx="4096">
                  <c:v>6.5</c:v>
                </c:pt>
                <c:pt idx="4097">
                  <c:v>5</c:v>
                </c:pt>
                <c:pt idx="4098">
                  <c:v>8.3000000000000007</c:v>
                </c:pt>
                <c:pt idx="4099">
                  <c:v>5.7</c:v>
                </c:pt>
                <c:pt idx="4100">
                  <c:v>5.2</c:v>
                </c:pt>
                <c:pt idx="4101">
                  <c:v>5.8</c:v>
                </c:pt>
                <c:pt idx="4102">
                  <c:v>5.8</c:v>
                </c:pt>
                <c:pt idx="4103">
                  <c:v>4</c:v>
                </c:pt>
                <c:pt idx="4104">
                  <c:v>7.7</c:v>
                </c:pt>
                <c:pt idx="4105">
                  <c:v>4.7</c:v>
                </c:pt>
                <c:pt idx="4106">
                  <c:v>5.3</c:v>
                </c:pt>
                <c:pt idx="4107">
                  <c:v>6.8</c:v>
                </c:pt>
                <c:pt idx="4108">
                  <c:v>4</c:v>
                </c:pt>
                <c:pt idx="4109">
                  <c:v>7</c:v>
                </c:pt>
                <c:pt idx="4110">
                  <c:v>5.8</c:v>
                </c:pt>
                <c:pt idx="4111">
                  <c:v>5</c:v>
                </c:pt>
                <c:pt idx="4112">
                  <c:v>7.5</c:v>
                </c:pt>
                <c:pt idx="4113">
                  <c:v>6.2</c:v>
                </c:pt>
                <c:pt idx="4114">
                  <c:v>6.8</c:v>
                </c:pt>
                <c:pt idx="4115">
                  <c:v>7.7</c:v>
                </c:pt>
                <c:pt idx="4116">
                  <c:v>6.8</c:v>
                </c:pt>
                <c:pt idx="4117">
                  <c:v>4.5</c:v>
                </c:pt>
                <c:pt idx="4118">
                  <c:v>6.2</c:v>
                </c:pt>
                <c:pt idx="4119">
                  <c:v>6.9</c:v>
                </c:pt>
                <c:pt idx="4120">
                  <c:v>3</c:v>
                </c:pt>
                <c:pt idx="4121">
                  <c:v>6.5</c:v>
                </c:pt>
                <c:pt idx="4122">
                  <c:v>5.9</c:v>
                </c:pt>
                <c:pt idx="4123">
                  <c:v>6.7</c:v>
                </c:pt>
                <c:pt idx="4124">
                  <c:v>6.2</c:v>
                </c:pt>
                <c:pt idx="4125">
                  <c:v>5.5</c:v>
                </c:pt>
                <c:pt idx="4126">
                  <c:v>4.7</c:v>
                </c:pt>
                <c:pt idx="4127">
                  <c:v>7.2</c:v>
                </c:pt>
                <c:pt idx="4128">
                  <c:v>4.2</c:v>
                </c:pt>
                <c:pt idx="4129">
                  <c:v>6.8</c:v>
                </c:pt>
                <c:pt idx="4130">
                  <c:v>8</c:v>
                </c:pt>
                <c:pt idx="4131">
                  <c:v>4.5999999999999996</c:v>
                </c:pt>
                <c:pt idx="4132">
                  <c:v>7.5</c:v>
                </c:pt>
                <c:pt idx="4133">
                  <c:v>7.3</c:v>
                </c:pt>
                <c:pt idx="4134">
                  <c:v>6.6</c:v>
                </c:pt>
                <c:pt idx="4135">
                  <c:v>5.3</c:v>
                </c:pt>
                <c:pt idx="4136">
                  <c:v>2.7</c:v>
                </c:pt>
                <c:pt idx="4137">
                  <c:v>7</c:v>
                </c:pt>
                <c:pt idx="4138">
                  <c:v>6.1</c:v>
                </c:pt>
                <c:pt idx="4139">
                  <c:v>4.9000000000000004</c:v>
                </c:pt>
                <c:pt idx="4140">
                  <c:v>4.5</c:v>
                </c:pt>
                <c:pt idx="4141">
                  <c:v>7.4</c:v>
                </c:pt>
                <c:pt idx="4142">
                  <c:v>6.4</c:v>
                </c:pt>
                <c:pt idx="4143">
                  <c:v>7</c:v>
                </c:pt>
                <c:pt idx="4144">
                  <c:v>7</c:v>
                </c:pt>
                <c:pt idx="4145">
                  <c:v>6.9</c:v>
                </c:pt>
                <c:pt idx="4146">
                  <c:v>5.7</c:v>
                </c:pt>
                <c:pt idx="4147">
                  <c:v>7.6</c:v>
                </c:pt>
                <c:pt idx="4148">
                  <c:v>5.5</c:v>
                </c:pt>
                <c:pt idx="4149">
                  <c:v>5.9</c:v>
                </c:pt>
                <c:pt idx="4150">
                  <c:v>4.3</c:v>
                </c:pt>
                <c:pt idx="4151">
                  <c:v>4.3</c:v>
                </c:pt>
                <c:pt idx="4152">
                  <c:v>7.9</c:v>
                </c:pt>
                <c:pt idx="4153">
                  <c:v>6.4</c:v>
                </c:pt>
                <c:pt idx="4154">
                  <c:v>6.7</c:v>
                </c:pt>
                <c:pt idx="4155">
                  <c:v>8.5</c:v>
                </c:pt>
                <c:pt idx="4156">
                  <c:v>4.5999999999999996</c:v>
                </c:pt>
                <c:pt idx="4157">
                  <c:v>6.5</c:v>
                </c:pt>
                <c:pt idx="4158">
                  <c:v>2.9</c:v>
                </c:pt>
                <c:pt idx="4159">
                  <c:v>4.9000000000000004</c:v>
                </c:pt>
                <c:pt idx="4160">
                  <c:v>6.5</c:v>
                </c:pt>
                <c:pt idx="4161">
                  <c:v>6.3</c:v>
                </c:pt>
                <c:pt idx="4162">
                  <c:v>7.7</c:v>
                </c:pt>
                <c:pt idx="4163">
                  <c:v>8.1</c:v>
                </c:pt>
                <c:pt idx="4164">
                  <c:v>6.8</c:v>
                </c:pt>
                <c:pt idx="4165">
                  <c:v>6.8</c:v>
                </c:pt>
                <c:pt idx="4166">
                  <c:v>3.7</c:v>
                </c:pt>
                <c:pt idx="4167">
                  <c:v>6.7</c:v>
                </c:pt>
                <c:pt idx="4168">
                  <c:v>8.1</c:v>
                </c:pt>
                <c:pt idx="4169">
                  <c:v>5.8</c:v>
                </c:pt>
                <c:pt idx="4170">
                  <c:v>8.4</c:v>
                </c:pt>
                <c:pt idx="4171">
                  <c:v>7.8</c:v>
                </c:pt>
                <c:pt idx="4172">
                  <c:v>8.3000000000000007</c:v>
                </c:pt>
                <c:pt idx="4173">
                  <c:v>6.9</c:v>
                </c:pt>
                <c:pt idx="4174">
                  <c:v>5.8</c:v>
                </c:pt>
                <c:pt idx="4175">
                  <c:v>5.5</c:v>
                </c:pt>
                <c:pt idx="4176">
                  <c:v>7.4</c:v>
                </c:pt>
                <c:pt idx="4177">
                  <c:v>5.9</c:v>
                </c:pt>
                <c:pt idx="4178">
                  <c:v>5.3</c:v>
                </c:pt>
                <c:pt idx="4179">
                  <c:v>3.3</c:v>
                </c:pt>
                <c:pt idx="4180">
                  <c:v>5.5</c:v>
                </c:pt>
                <c:pt idx="4181">
                  <c:v>7.4</c:v>
                </c:pt>
                <c:pt idx="4182">
                  <c:v>7.5</c:v>
                </c:pt>
                <c:pt idx="4183">
                  <c:v>6.2</c:v>
                </c:pt>
                <c:pt idx="4184">
                  <c:v>5.7</c:v>
                </c:pt>
                <c:pt idx="4185">
                  <c:v>8.1</c:v>
                </c:pt>
                <c:pt idx="4186">
                  <c:v>7.3</c:v>
                </c:pt>
                <c:pt idx="4187">
                  <c:v>6.8</c:v>
                </c:pt>
                <c:pt idx="4188">
                  <c:v>4.2</c:v>
                </c:pt>
                <c:pt idx="4189">
                  <c:v>7.1</c:v>
                </c:pt>
                <c:pt idx="4190">
                  <c:v>7</c:v>
                </c:pt>
                <c:pt idx="4191">
                  <c:v>5.5</c:v>
                </c:pt>
                <c:pt idx="4192">
                  <c:v>4.7</c:v>
                </c:pt>
                <c:pt idx="4193">
                  <c:v>6.4</c:v>
                </c:pt>
                <c:pt idx="4194">
                  <c:v>5.2</c:v>
                </c:pt>
                <c:pt idx="4195">
                  <c:v>6.4</c:v>
                </c:pt>
                <c:pt idx="4196">
                  <c:v>6.2</c:v>
                </c:pt>
                <c:pt idx="4197">
                  <c:v>6.5</c:v>
                </c:pt>
                <c:pt idx="4198">
                  <c:v>6.2</c:v>
                </c:pt>
                <c:pt idx="4199">
                  <c:v>7</c:v>
                </c:pt>
                <c:pt idx="4200">
                  <c:v>6.6</c:v>
                </c:pt>
                <c:pt idx="4202">
                  <c:v>5.7</c:v>
                </c:pt>
                <c:pt idx="4203">
                  <c:v>4.9000000000000004</c:v>
                </c:pt>
                <c:pt idx="4204">
                  <c:v>6.1</c:v>
                </c:pt>
                <c:pt idx="4205">
                  <c:v>5.9</c:v>
                </c:pt>
                <c:pt idx="4206">
                  <c:v>5.3</c:v>
                </c:pt>
                <c:pt idx="4207">
                  <c:v>5.6</c:v>
                </c:pt>
                <c:pt idx="4208">
                  <c:v>5.9</c:v>
                </c:pt>
                <c:pt idx="4210">
                  <c:v>7.2</c:v>
                </c:pt>
                <c:pt idx="4211">
                  <c:v>6.4</c:v>
                </c:pt>
                <c:pt idx="4212">
                  <c:v>4.8</c:v>
                </c:pt>
                <c:pt idx="4213">
                  <c:v>4.7</c:v>
                </c:pt>
                <c:pt idx="4214">
                  <c:v>6.9</c:v>
                </c:pt>
                <c:pt idx="4216">
                  <c:v>6.6</c:v>
                </c:pt>
                <c:pt idx="4217">
                  <c:v>6.4</c:v>
                </c:pt>
                <c:pt idx="4218">
                  <c:v>5.5</c:v>
                </c:pt>
                <c:pt idx="4219">
                  <c:v>6.9</c:v>
                </c:pt>
                <c:pt idx="4220">
                  <c:v>5.2</c:v>
                </c:pt>
                <c:pt idx="4221">
                  <c:v>7.1</c:v>
                </c:pt>
                <c:pt idx="4222">
                  <c:v>5.9</c:v>
                </c:pt>
                <c:pt idx="4223">
                  <c:v>7.2</c:v>
                </c:pt>
                <c:pt idx="4224">
                  <c:v>3.7</c:v>
                </c:pt>
                <c:pt idx="4225">
                  <c:v>5</c:v>
                </c:pt>
                <c:pt idx="4227">
                  <c:v>5.5</c:v>
                </c:pt>
                <c:pt idx="4228">
                  <c:v>7</c:v>
                </c:pt>
                <c:pt idx="4229">
                  <c:v>5</c:v>
                </c:pt>
                <c:pt idx="4230">
                  <c:v>6.3</c:v>
                </c:pt>
                <c:pt idx="4231">
                  <c:v>7.2</c:v>
                </c:pt>
                <c:pt idx="4232">
                  <c:v>6.2</c:v>
                </c:pt>
                <c:pt idx="4233">
                  <c:v>5.0999999999999996</c:v>
                </c:pt>
                <c:pt idx="4235">
                  <c:v>7</c:v>
                </c:pt>
                <c:pt idx="4236">
                  <c:v>6.3</c:v>
                </c:pt>
                <c:pt idx="4237">
                  <c:v>6.6</c:v>
                </c:pt>
                <c:pt idx="4238">
                  <c:v>6.6</c:v>
                </c:pt>
                <c:pt idx="4239">
                  <c:v>6.1</c:v>
                </c:pt>
                <c:pt idx="4240">
                  <c:v>5.2</c:v>
                </c:pt>
                <c:pt idx="4241">
                  <c:v>4.5</c:v>
                </c:pt>
                <c:pt idx="4242">
                  <c:v>5.8</c:v>
                </c:pt>
                <c:pt idx="4243">
                  <c:v>5</c:v>
                </c:pt>
                <c:pt idx="4244">
                  <c:v>5.6</c:v>
                </c:pt>
                <c:pt idx="4245">
                  <c:v>2.5</c:v>
                </c:pt>
                <c:pt idx="4246">
                  <c:v>5.8</c:v>
                </c:pt>
                <c:pt idx="4247">
                  <c:v>7.1</c:v>
                </c:pt>
                <c:pt idx="4248">
                  <c:v>8.4</c:v>
                </c:pt>
                <c:pt idx="4249">
                  <c:v>5.0999999999999996</c:v>
                </c:pt>
                <c:pt idx="4250">
                  <c:v>4.3</c:v>
                </c:pt>
                <c:pt idx="4251">
                  <c:v>5.6</c:v>
                </c:pt>
                <c:pt idx="4252">
                  <c:v>7</c:v>
                </c:pt>
                <c:pt idx="4253">
                  <c:v>6.6</c:v>
                </c:pt>
                <c:pt idx="4254">
                  <c:v>5.6</c:v>
                </c:pt>
                <c:pt idx="4255">
                  <c:v>6.2</c:v>
                </c:pt>
                <c:pt idx="4256">
                  <c:v>6.2</c:v>
                </c:pt>
                <c:pt idx="4257">
                  <c:v>7.5</c:v>
                </c:pt>
                <c:pt idx="4258">
                  <c:v>8</c:v>
                </c:pt>
                <c:pt idx="4259">
                  <c:v>5.4</c:v>
                </c:pt>
                <c:pt idx="4260">
                  <c:v>4.9000000000000004</c:v>
                </c:pt>
                <c:pt idx="4261">
                  <c:v>7.7</c:v>
                </c:pt>
                <c:pt idx="4262">
                  <c:v>7.8</c:v>
                </c:pt>
                <c:pt idx="4263">
                  <c:v>5.9</c:v>
                </c:pt>
                <c:pt idx="4264">
                  <c:v>7.8</c:v>
                </c:pt>
                <c:pt idx="4267">
                  <c:v>7.4</c:v>
                </c:pt>
                <c:pt idx="4268">
                  <c:v>6.8</c:v>
                </c:pt>
                <c:pt idx="4269">
                  <c:v>6.2</c:v>
                </c:pt>
                <c:pt idx="4270">
                  <c:v>7.4</c:v>
                </c:pt>
                <c:pt idx="4271">
                  <c:v>6.3</c:v>
                </c:pt>
                <c:pt idx="4272">
                  <c:v>7.4</c:v>
                </c:pt>
                <c:pt idx="4273">
                  <c:v>6.1</c:v>
                </c:pt>
                <c:pt idx="4274">
                  <c:v>7.1</c:v>
                </c:pt>
                <c:pt idx="4275">
                  <c:v>6.8</c:v>
                </c:pt>
                <c:pt idx="4276">
                  <c:v>7.8</c:v>
                </c:pt>
                <c:pt idx="4277">
                  <c:v>6.8</c:v>
                </c:pt>
                <c:pt idx="4278">
                  <c:v>5.9</c:v>
                </c:pt>
                <c:pt idx="4279">
                  <c:v>6.9</c:v>
                </c:pt>
                <c:pt idx="4280">
                  <c:v>2.8</c:v>
                </c:pt>
                <c:pt idx="4281">
                  <c:v>5.7</c:v>
                </c:pt>
                <c:pt idx="4282">
                  <c:v>2.6</c:v>
                </c:pt>
                <c:pt idx="4283">
                  <c:v>7.1</c:v>
                </c:pt>
                <c:pt idx="4284">
                  <c:v>6.4</c:v>
                </c:pt>
                <c:pt idx="4285">
                  <c:v>5.5</c:v>
                </c:pt>
                <c:pt idx="4286">
                  <c:v>6.4</c:v>
                </c:pt>
                <c:pt idx="4287">
                  <c:v>4.4000000000000004</c:v>
                </c:pt>
                <c:pt idx="4288">
                  <c:v>5</c:v>
                </c:pt>
                <c:pt idx="4289">
                  <c:v>7</c:v>
                </c:pt>
                <c:pt idx="4290">
                  <c:v>8.9</c:v>
                </c:pt>
                <c:pt idx="4291">
                  <c:v>6.1</c:v>
                </c:pt>
                <c:pt idx="4293">
                  <c:v>6.8</c:v>
                </c:pt>
                <c:pt idx="4294">
                  <c:v>6.7</c:v>
                </c:pt>
                <c:pt idx="4295">
                  <c:v>6.9</c:v>
                </c:pt>
                <c:pt idx="4296">
                  <c:v>6.9</c:v>
                </c:pt>
                <c:pt idx="4297">
                  <c:v>6.4</c:v>
                </c:pt>
                <c:pt idx="4298">
                  <c:v>4.7</c:v>
                </c:pt>
                <c:pt idx="4299">
                  <c:v>6.7</c:v>
                </c:pt>
                <c:pt idx="4300">
                  <c:v>7.2</c:v>
                </c:pt>
                <c:pt idx="4301">
                  <c:v>4.7</c:v>
                </c:pt>
                <c:pt idx="4302">
                  <c:v>5.6</c:v>
                </c:pt>
                <c:pt idx="4303">
                  <c:v>7</c:v>
                </c:pt>
                <c:pt idx="4304">
                  <c:v>7.1</c:v>
                </c:pt>
                <c:pt idx="4305">
                  <c:v>9.1</c:v>
                </c:pt>
                <c:pt idx="4306">
                  <c:v>5.7</c:v>
                </c:pt>
                <c:pt idx="4307">
                  <c:v>7.5</c:v>
                </c:pt>
                <c:pt idx="4308">
                  <c:v>6.1</c:v>
                </c:pt>
                <c:pt idx="4309">
                  <c:v>5.8</c:v>
                </c:pt>
                <c:pt idx="4310">
                  <c:v>7.7</c:v>
                </c:pt>
                <c:pt idx="4311">
                  <c:v>7.2</c:v>
                </c:pt>
                <c:pt idx="4312">
                  <c:v>6.9</c:v>
                </c:pt>
                <c:pt idx="4313">
                  <c:v>7.5</c:v>
                </c:pt>
                <c:pt idx="4314">
                  <c:v>5.4</c:v>
                </c:pt>
                <c:pt idx="4315">
                  <c:v>7.3</c:v>
                </c:pt>
                <c:pt idx="4316">
                  <c:v>6.1</c:v>
                </c:pt>
                <c:pt idx="4317">
                  <c:v>6.3</c:v>
                </c:pt>
                <c:pt idx="4318">
                  <c:v>7.3</c:v>
                </c:pt>
                <c:pt idx="4319">
                  <c:v>6.2</c:v>
                </c:pt>
                <c:pt idx="4320">
                  <c:v>6.7</c:v>
                </c:pt>
                <c:pt idx="4321">
                  <c:v>8</c:v>
                </c:pt>
                <c:pt idx="4322">
                  <c:v>6.2</c:v>
                </c:pt>
                <c:pt idx="4323">
                  <c:v>5.6</c:v>
                </c:pt>
                <c:pt idx="4324">
                  <c:v>6.1</c:v>
                </c:pt>
                <c:pt idx="4325">
                  <c:v>6.5</c:v>
                </c:pt>
                <c:pt idx="4326">
                  <c:v>6.7</c:v>
                </c:pt>
                <c:pt idx="4327">
                  <c:v>2.5</c:v>
                </c:pt>
                <c:pt idx="4328">
                  <c:v>4.9000000000000004</c:v>
                </c:pt>
                <c:pt idx="4329">
                  <c:v>7.6</c:v>
                </c:pt>
                <c:pt idx="4330">
                  <c:v>6.3</c:v>
                </c:pt>
                <c:pt idx="4331">
                  <c:v>6.9</c:v>
                </c:pt>
                <c:pt idx="4332">
                  <c:v>8.4</c:v>
                </c:pt>
                <c:pt idx="4333">
                  <c:v>6.3</c:v>
                </c:pt>
                <c:pt idx="4334">
                  <c:v>7</c:v>
                </c:pt>
                <c:pt idx="4335">
                  <c:v>7.6</c:v>
                </c:pt>
                <c:pt idx="4336">
                  <c:v>7.5</c:v>
                </c:pt>
                <c:pt idx="4337">
                  <c:v>8</c:v>
                </c:pt>
                <c:pt idx="4338">
                  <c:v>6.5</c:v>
                </c:pt>
                <c:pt idx="4339">
                  <c:v>6.5</c:v>
                </c:pt>
                <c:pt idx="4340">
                  <c:v>7.1</c:v>
                </c:pt>
                <c:pt idx="4341">
                  <c:v>7.2</c:v>
                </c:pt>
                <c:pt idx="4342">
                  <c:v>7.5</c:v>
                </c:pt>
                <c:pt idx="4343">
                  <c:v>7</c:v>
                </c:pt>
                <c:pt idx="4344">
                  <c:v>6.8</c:v>
                </c:pt>
                <c:pt idx="4345">
                  <c:v>7.3</c:v>
                </c:pt>
                <c:pt idx="4346">
                  <c:v>5.6</c:v>
                </c:pt>
                <c:pt idx="4347">
                  <c:v>7.2</c:v>
                </c:pt>
                <c:pt idx="4348">
                  <c:v>7</c:v>
                </c:pt>
                <c:pt idx="4349">
                  <c:v>5.7</c:v>
                </c:pt>
                <c:pt idx="4350">
                  <c:v>6</c:v>
                </c:pt>
                <c:pt idx="4351">
                  <c:v>7.7</c:v>
                </c:pt>
                <c:pt idx="4352">
                  <c:v>5.4</c:v>
                </c:pt>
                <c:pt idx="4353">
                  <c:v>7.1</c:v>
                </c:pt>
                <c:pt idx="4354">
                  <c:v>7.5</c:v>
                </c:pt>
                <c:pt idx="4355">
                  <c:v>5.7</c:v>
                </c:pt>
                <c:pt idx="4356">
                  <c:v>4.3</c:v>
                </c:pt>
                <c:pt idx="4357">
                  <c:v>7.4</c:v>
                </c:pt>
                <c:pt idx="4358">
                  <c:v>7.5</c:v>
                </c:pt>
                <c:pt idx="4359">
                  <c:v>7.1</c:v>
                </c:pt>
                <c:pt idx="4360">
                  <c:v>6.3</c:v>
                </c:pt>
                <c:pt idx="4361">
                  <c:v>5.7</c:v>
                </c:pt>
                <c:pt idx="4362">
                  <c:v>7.2</c:v>
                </c:pt>
                <c:pt idx="4363">
                  <c:v>6.9</c:v>
                </c:pt>
                <c:pt idx="4364">
                  <c:v>7.8</c:v>
                </c:pt>
                <c:pt idx="4365">
                  <c:v>5.8</c:v>
                </c:pt>
                <c:pt idx="4366">
                  <c:v>7.2</c:v>
                </c:pt>
                <c:pt idx="4367">
                  <c:v>8.1</c:v>
                </c:pt>
                <c:pt idx="4368">
                  <c:v>6.6</c:v>
                </c:pt>
                <c:pt idx="4369">
                  <c:v>6.2</c:v>
                </c:pt>
                <c:pt idx="4370">
                  <c:v>6.1</c:v>
                </c:pt>
                <c:pt idx="4371">
                  <c:v>7.8</c:v>
                </c:pt>
                <c:pt idx="4372">
                  <c:v>7.7</c:v>
                </c:pt>
                <c:pt idx="4374">
                  <c:v>6.8</c:v>
                </c:pt>
                <c:pt idx="4375">
                  <c:v>7.4</c:v>
                </c:pt>
                <c:pt idx="4376">
                  <c:v>4.8</c:v>
                </c:pt>
                <c:pt idx="4377">
                  <c:v>6.7</c:v>
                </c:pt>
                <c:pt idx="4378">
                  <c:v>7.4</c:v>
                </c:pt>
                <c:pt idx="4379">
                  <c:v>7.6</c:v>
                </c:pt>
                <c:pt idx="4380">
                  <c:v>7.3</c:v>
                </c:pt>
                <c:pt idx="4381">
                  <c:v>5.6</c:v>
                </c:pt>
                <c:pt idx="4382">
                  <c:v>6.4</c:v>
                </c:pt>
                <c:pt idx="4383">
                  <c:v>6</c:v>
                </c:pt>
                <c:pt idx="4384">
                  <c:v>5.5</c:v>
                </c:pt>
                <c:pt idx="4385">
                  <c:v>7.8</c:v>
                </c:pt>
                <c:pt idx="4386">
                  <c:v>7.2</c:v>
                </c:pt>
                <c:pt idx="4387">
                  <c:v>6.9</c:v>
                </c:pt>
                <c:pt idx="4388">
                  <c:v>7.7</c:v>
                </c:pt>
                <c:pt idx="4389">
                  <c:v>6.9</c:v>
                </c:pt>
                <c:pt idx="4390">
                  <c:v>5.7</c:v>
                </c:pt>
                <c:pt idx="4391">
                  <c:v>8.4</c:v>
                </c:pt>
                <c:pt idx="4392">
                  <c:v>8.1</c:v>
                </c:pt>
                <c:pt idx="4393">
                  <c:v>7.5</c:v>
                </c:pt>
                <c:pt idx="4394">
                  <c:v>7.8</c:v>
                </c:pt>
                <c:pt idx="4395">
                  <c:v>7.5</c:v>
                </c:pt>
                <c:pt idx="4396">
                  <c:v>6.8</c:v>
                </c:pt>
                <c:pt idx="4397">
                  <c:v>8.6999999999999993</c:v>
                </c:pt>
                <c:pt idx="4398">
                  <c:v>8.3000000000000007</c:v>
                </c:pt>
                <c:pt idx="4399">
                  <c:v>6.5</c:v>
                </c:pt>
                <c:pt idx="4400">
                  <c:v>7.3</c:v>
                </c:pt>
                <c:pt idx="4401">
                  <c:v>5.8</c:v>
                </c:pt>
                <c:pt idx="4402">
                  <c:v>7.7</c:v>
                </c:pt>
                <c:pt idx="4403">
                  <c:v>7.6</c:v>
                </c:pt>
                <c:pt idx="4404">
                  <c:v>7.9</c:v>
                </c:pt>
                <c:pt idx="4405">
                  <c:v>7.1</c:v>
                </c:pt>
                <c:pt idx="4408">
                  <c:v>5.4</c:v>
                </c:pt>
                <c:pt idx="4409">
                  <c:v>6.3</c:v>
                </c:pt>
                <c:pt idx="4410">
                  <c:v>7</c:v>
                </c:pt>
                <c:pt idx="4411">
                  <c:v>6.2</c:v>
                </c:pt>
                <c:pt idx="4412">
                  <c:v>6.8</c:v>
                </c:pt>
                <c:pt idx="4413">
                  <c:v>7</c:v>
                </c:pt>
                <c:pt idx="4414">
                  <c:v>5</c:v>
                </c:pt>
                <c:pt idx="4415">
                  <c:v>5.5</c:v>
                </c:pt>
                <c:pt idx="4416">
                  <c:v>7</c:v>
                </c:pt>
                <c:pt idx="4417">
                  <c:v>8.6999999999999993</c:v>
                </c:pt>
                <c:pt idx="4418">
                  <c:v>6.2</c:v>
                </c:pt>
                <c:pt idx="4419">
                  <c:v>5.7</c:v>
                </c:pt>
                <c:pt idx="4420">
                  <c:v>7.4</c:v>
                </c:pt>
                <c:pt idx="4421">
                  <c:v>6.2</c:v>
                </c:pt>
                <c:pt idx="4422">
                  <c:v>8</c:v>
                </c:pt>
                <c:pt idx="4423">
                  <c:v>5</c:v>
                </c:pt>
                <c:pt idx="4424">
                  <c:v>5.3</c:v>
                </c:pt>
                <c:pt idx="4425">
                  <c:v>5.3</c:v>
                </c:pt>
                <c:pt idx="4426">
                  <c:v>5.7</c:v>
                </c:pt>
                <c:pt idx="4427">
                  <c:v>6.9</c:v>
                </c:pt>
                <c:pt idx="4428">
                  <c:v>4.7</c:v>
                </c:pt>
                <c:pt idx="4429">
                  <c:v>5.8</c:v>
                </c:pt>
                <c:pt idx="4430">
                  <c:v>8.1999999999999993</c:v>
                </c:pt>
                <c:pt idx="4431">
                  <c:v>6</c:v>
                </c:pt>
                <c:pt idx="4432">
                  <c:v>7</c:v>
                </c:pt>
                <c:pt idx="4433">
                  <c:v>7</c:v>
                </c:pt>
                <c:pt idx="4434">
                  <c:v>5.9</c:v>
                </c:pt>
                <c:pt idx="4435">
                  <c:v>4.5999999999999996</c:v>
                </c:pt>
                <c:pt idx="4436">
                  <c:v>7.8</c:v>
                </c:pt>
                <c:pt idx="4437">
                  <c:v>5.3</c:v>
                </c:pt>
                <c:pt idx="4438">
                  <c:v>8</c:v>
                </c:pt>
                <c:pt idx="4439">
                  <c:v>6.2</c:v>
                </c:pt>
                <c:pt idx="4440">
                  <c:v>6.4</c:v>
                </c:pt>
                <c:pt idx="4441">
                  <c:v>7.4</c:v>
                </c:pt>
                <c:pt idx="4442">
                  <c:v>4.5999999999999996</c:v>
                </c:pt>
                <c:pt idx="4443">
                  <c:v>6.4</c:v>
                </c:pt>
                <c:pt idx="4444">
                  <c:v>7.8</c:v>
                </c:pt>
                <c:pt idx="4445">
                  <c:v>5.2</c:v>
                </c:pt>
                <c:pt idx="4446">
                  <c:v>7.1</c:v>
                </c:pt>
                <c:pt idx="4447">
                  <c:v>8.1</c:v>
                </c:pt>
                <c:pt idx="4448">
                  <c:v>5.3</c:v>
                </c:pt>
                <c:pt idx="4449">
                  <c:v>7.5</c:v>
                </c:pt>
                <c:pt idx="4450">
                  <c:v>6.3</c:v>
                </c:pt>
                <c:pt idx="4451">
                  <c:v>6.6</c:v>
                </c:pt>
                <c:pt idx="4452">
                  <c:v>7.2</c:v>
                </c:pt>
                <c:pt idx="4453">
                  <c:v>7.3</c:v>
                </c:pt>
                <c:pt idx="4454">
                  <c:v>4.8</c:v>
                </c:pt>
                <c:pt idx="4455">
                  <c:v>4.9000000000000004</c:v>
                </c:pt>
                <c:pt idx="4456">
                  <c:v>8.4</c:v>
                </c:pt>
                <c:pt idx="4457">
                  <c:v>6.1</c:v>
                </c:pt>
                <c:pt idx="4458">
                  <c:v>6.8</c:v>
                </c:pt>
                <c:pt idx="4459">
                  <c:v>6.3</c:v>
                </c:pt>
                <c:pt idx="4460">
                  <c:v>5.7</c:v>
                </c:pt>
                <c:pt idx="4461">
                  <c:v>5.3</c:v>
                </c:pt>
                <c:pt idx="4462">
                  <c:v>6.8</c:v>
                </c:pt>
                <c:pt idx="4463">
                  <c:v>2.5</c:v>
                </c:pt>
                <c:pt idx="4464">
                  <c:v>7.1</c:v>
                </c:pt>
                <c:pt idx="4465">
                  <c:v>6.8</c:v>
                </c:pt>
                <c:pt idx="4466">
                  <c:v>6.8</c:v>
                </c:pt>
                <c:pt idx="4467">
                  <c:v>7.2</c:v>
                </c:pt>
                <c:pt idx="4468">
                  <c:v>6.7</c:v>
                </c:pt>
                <c:pt idx="4469">
                  <c:v>7.5</c:v>
                </c:pt>
                <c:pt idx="4470">
                  <c:v>6.7</c:v>
                </c:pt>
                <c:pt idx="4471">
                  <c:v>5.6</c:v>
                </c:pt>
                <c:pt idx="4472">
                  <c:v>7.2</c:v>
                </c:pt>
                <c:pt idx="4473">
                  <c:v>6.2</c:v>
                </c:pt>
                <c:pt idx="4474">
                  <c:v>4</c:v>
                </c:pt>
                <c:pt idx="4476">
                  <c:v>8.1</c:v>
                </c:pt>
                <c:pt idx="4477">
                  <c:v>5.4</c:v>
                </c:pt>
                <c:pt idx="4478">
                  <c:v>5.9</c:v>
                </c:pt>
                <c:pt idx="4479">
                  <c:v>6.5</c:v>
                </c:pt>
                <c:pt idx="4480">
                  <c:v>7.1</c:v>
                </c:pt>
                <c:pt idx="4481">
                  <c:v>5.5</c:v>
                </c:pt>
                <c:pt idx="4482">
                  <c:v>5.6</c:v>
                </c:pt>
                <c:pt idx="4483">
                  <c:v>7</c:v>
                </c:pt>
                <c:pt idx="4484">
                  <c:v>3</c:v>
                </c:pt>
                <c:pt idx="4485">
                  <c:v>7.1</c:v>
                </c:pt>
                <c:pt idx="4486">
                  <c:v>6.3</c:v>
                </c:pt>
                <c:pt idx="4487">
                  <c:v>7.9</c:v>
                </c:pt>
                <c:pt idx="4488">
                  <c:v>8.5</c:v>
                </c:pt>
                <c:pt idx="4489">
                  <c:v>5.6</c:v>
                </c:pt>
                <c:pt idx="4490">
                  <c:v>5.3</c:v>
                </c:pt>
                <c:pt idx="4491">
                  <c:v>4.5</c:v>
                </c:pt>
                <c:pt idx="4492">
                  <c:v>7.2</c:v>
                </c:pt>
                <c:pt idx="4493">
                  <c:v>7.1</c:v>
                </c:pt>
                <c:pt idx="4494">
                  <c:v>6.1</c:v>
                </c:pt>
                <c:pt idx="4495">
                  <c:v>6.5</c:v>
                </c:pt>
                <c:pt idx="4496">
                  <c:v>6.6</c:v>
                </c:pt>
                <c:pt idx="4497">
                  <c:v>6</c:v>
                </c:pt>
                <c:pt idx="4498">
                  <c:v>8</c:v>
                </c:pt>
                <c:pt idx="4499">
                  <c:v>7.1</c:v>
                </c:pt>
                <c:pt idx="4500">
                  <c:v>6.8</c:v>
                </c:pt>
                <c:pt idx="4501">
                  <c:v>5.7</c:v>
                </c:pt>
                <c:pt idx="4502">
                  <c:v>6.2</c:v>
                </c:pt>
                <c:pt idx="4503">
                  <c:v>9.1999999999999993</c:v>
                </c:pt>
                <c:pt idx="4504">
                  <c:v>7.9</c:v>
                </c:pt>
                <c:pt idx="4505">
                  <c:v>8</c:v>
                </c:pt>
                <c:pt idx="4506">
                  <c:v>6.5</c:v>
                </c:pt>
                <c:pt idx="4507">
                  <c:v>6.9</c:v>
                </c:pt>
                <c:pt idx="4508">
                  <c:v>4.5999999999999996</c:v>
                </c:pt>
                <c:pt idx="4509">
                  <c:v>6.7</c:v>
                </c:pt>
                <c:pt idx="4510">
                  <c:v>6</c:v>
                </c:pt>
                <c:pt idx="4511">
                  <c:v>7.1</c:v>
                </c:pt>
                <c:pt idx="4512">
                  <c:v>6.4</c:v>
                </c:pt>
                <c:pt idx="4513">
                  <c:v>7</c:v>
                </c:pt>
                <c:pt idx="4514">
                  <c:v>8</c:v>
                </c:pt>
                <c:pt idx="4515">
                  <c:v>4.8</c:v>
                </c:pt>
                <c:pt idx="4516">
                  <c:v>5.8</c:v>
                </c:pt>
                <c:pt idx="4517">
                  <c:v>6.6</c:v>
                </c:pt>
                <c:pt idx="4518">
                  <c:v>7.1</c:v>
                </c:pt>
                <c:pt idx="4519">
                  <c:v>8.1</c:v>
                </c:pt>
                <c:pt idx="4520">
                  <c:v>1.6</c:v>
                </c:pt>
                <c:pt idx="4521">
                  <c:v>6.6</c:v>
                </c:pt>
                <c:pt idx="4522">
                  <c:v>5.8</c:v>
                </c:pt>
                <c:pt idx="4523">
                  <c:v>6.7</c:v>
                </c:pt>
                <c:pt idx="4524">
                  <c:v>7.4</c:v>
                </c:pt>
                <c:pt idx="4525">
                  <c:v>6.4</c:v>
                </c:pt>
                <c:pt idx="4526">
                  <c:v>6.5</c:v>
                </c:pt>
                <c:pt idx="4527">
                  <c:v>5.4</c:v>
                </c:pt>
                <c:pt idx="4528">
                  <c:v>7</c:v>
                </c:pt>
                <c:pt idx="4529">
                  <c:v>6.5</c:v>
                </c:pt>
                <c:pt idx="4530">
                  <c:v>6.5</c:v>
                </c:pt>
                <c:pt idx="4531">
                  <c:v>7.3</c:v>
                </c:pt>
                <c:pt idx="4532">
                  <c:v>5.6</c:v>
                </c:pt>
                <c:pt idx="4533">
                  <c:v>6.3</c:v>
                </c:pt>
                <c:pt idx="4534">
                  <c:v>6.6</c:v>
                </c:pt>
                <c:pt idx="4536">
                  <c:v>6.2</c:v>
                </c:pt>
                <c:pt idx="4537">
                  <c:v>5.5</c:v>
                </c:pt>
                <c:pt idx="4538">
                  <c:v>5.6</c:v>
                </c:pt>
                <c:pt idx="4539">
                  <c:v>5.6</c:v>
                </c:pt>
                <c:pt idx="4540">
                  <c:v>7.1</c:v>
                </c:pt>
                <c:pt idx="4541">
                  <c:v>6.9</c:v>
                </c:pt>
                <c:pt idx="4542">
                  <c:v>7.4</c:v>
                </c:pt>
                <c:pt idx="4543">
                  <c:v>7.3</c:v>
                </c:pt>
                <c:pt idx="4544">
                  <c:v>6.8</c:v>
                </c:pt>
                <c:pt idx="4545">
                  <c:v>7</c:v>
                </c:pt>
                <c:pt idx="4546">
                  <c:v>5.2</c:v>
                </c:pt>
                <c:pt idx="4547">
                  <c:v>5.7</c:v>
                </c:pt>
                <c:pt idx="4548">
                  <c:v>8</c:v>
                </c:pt>
                <c:pt idx="4549">
                  <c:v>6.2</c:v>
                </c:pt>
                <c:pt idx="4550">
                  <c:v>7.6</c:v>
                </c:pt>
                <c:pt idx="4552">
                  <c:v>5.4</c:v>
                </c:pt>
                <c:pt idx="4553">
                  <c:v>5.6</c:v>
                </c:pt>
                <c:pt idx="4554">
                  <c:v>5.3</c:v>
                </c:pt>
                <c:pt idx="4555">
                  <c:v>6.3</c:v>
                </c:pt>
                <c:pt idx="4556">
                  <c:v>6.2</c:v>
                </c:pt>
                <c:pt idx="4557">
                  <c:v>7.1</c:v>
                </c:pt>
                <c:pt idx="4558">
                  <c:v>7.4</c:v>
                </c:pt>
                <c:pt idx="4559">
                  <c:v>7.9</c:v>
                </c:pt>
                <c:pt idx="4560">
                  <c:v>5.3</c:v>
                </c:pt>
                <c:pt idx="4562">
                  <c:v>7.4</c:v>
                </c:pt>
                <c:pt idx="4563">
                  <c:v>5.7</c:v>
                </c:pt>
                <c:pt idx="4564">
                  <c:v>7.7</c:v>
                </c:pt>
                <c:pt idx="4565">
                  <c:v>5.5</c:v>
                </c:pt>
                <c:pt idx="4566">
                  <c:v>6.5</c:v>
                </c:pt>
                <c:pt idx="4567">
                  <c:v>5.5</c:v>
                </c:pt>
                <c:pt idx="4568">
                  <c:v>5.8</c:v>
                </c:pt>
                <c:pt idx="4569">
                  <c:v>7.2</c:v>
                </c:pt>
                <c:pt idx="4570">
                  <c:v>6.4</c:v>
                </c:pt>
                <c:pt idx="4571">
                  <c:v>6.7</c:v>
                </c:pt>
                <c:pt idx="4572">
                  <c:v>6.6</c:v>
                </c:pt>
                <c:pt idx="4573">
                  <c:v>5.5</c:v>
                </c:pt>
                <c:pt idx="4574">
                  <c:v>8</c:v>
                </c:pt>
                <c:pt idx="4575">
                  <c:v>6.1</c:v>
                </c:pt>
                <c:pt idx="4576">
                  <c:v>7.8</c:v>
                </c:pt>
                <c:pt idx="4577">
                  <c:v>7.7</c:v>
                </c:pt>
                <c:pt idx="4578">
                  <c:v>6.4</c:v>
                </c:pt>
                <c:pt idx="4579">
                  <c:v>7.6</c:v>
                </c:pt>
                <c:pt idx="4580">
                  <c:v>5.7</c:v>
                </c:pt>
                <c:pt idx="4581">
                  <c:v>7.4</c:v>
                </c:pt>
                <c:pt idx="4582">
                  <c:v>7.2</c:v>
                </c:pt>
                <c:pt idx="4583">
                  <c:v>8.4</c:v>
                </c:pt>
                <c:pt idx="4584">
                  <c:v>6.8</c:v>
                </c:pt>
                <c:pt idx="4585">
                  <c:v>6.6</c:v>
                </c:pt>
                <c:pt idx="4586">
                  <c:v>6.5</c:v>
                </c:pt>
                <c:pt idx="4587">
                  <c:v>7.6</c:v>
                </c:pt>
                <c:pt idx="4588">
                  <c:v>7.1</c:v>
                </c:pt>
                <c:pt idx="4589">
                  <c:v>7.2</c:v>
                </c:pt>
                <c:pt idx="4590">
                  <c:v>5.6</c:v>
                </c:pt>
                <c:pt idx="4591">
                  <c:v>5.2</c:v>
                </c:pt>
                <c:pt idx="4592">
                  <c:v>3.9</c:v>
                </c:pt>
                <c:pt idx="4594">
                  <c:v>6.8</c:v>
                </c:pt>
                <c:pt idx="4595">
                  <c:v>3.6</c:v>
                </c:pt>
                <c:pt idx="4596">
                  <c:v>7</c:v>
                </c:pt>
                <c:pt idx="4597">
                  <c:v>6.6</c:v>
                </c:pt>
                <c:pt idx="4598">
                  <c:v>6.9</c:v>
                </c:pt>
                <c:pt idx="4599">
                  <c:v>7.1</c:v>
                </c:pt>
                <c:pt idx="4600">
                  <c:v>6.6</c:v>
                </c:pt>
                <c:pt idx="4601">
                  <c:v>7.2</c:v>
                </c:pt>
                <c:pt idx="4602">
                  <c:v>6.1</c:v>
                </c:pt>
                <c:pt idx="4603">
                  <c:v>7.3</c:v>
                </c:pt>
                <c:pt idx="4604">
                  <c:v>6.6</c:v>
                </c:pt>
                <c:pt idx="4605">
                  <c:v>8.1</c:v>
                </c:pt>
                <c:pt idx="4606">
                  <c:v>6.7</c:v>
                </c:pt>
                <c:pt idx="4607">
                  <c:v>6.1</c:v>
                </c:pt>
                <c:pt idx="4608">
                  <c:v>6.4</c:v>
                </c:pt>
                <c:pt idx="4609">
                  <c:v>6.3</c:v>
                </c:pt>
                <c:pt idx="4610">
                  <c:v>7.4</c:v>
                </c:pt>
                <c:pt idx="4611">
                  <c:v>4.3</c:v>
                </c:pt>
                <c:pt idx="4612">
                  <c:v>5.8</c:v>
                </c:pt>
                <c:pt idx="4613">
                  <c:v>6.7</c:v>
                </c:pt>
                <c:pt idx="4614">
                  <c:v>6.1</c:v>
                </c:pt>
                <c:pt idx="4615">
                  <c:v>3.9</c:v>
                </c:pt>
                <c:pt idx="4616">
                  <c:v>7.3</c:v>
                </c:pt>
                <c:pt idx="4617">
                  <c:v>7</c:v>
                </c:pt>
                <c:pt idx="4618">
                  <c:v>6.6</c:v>
                </c:pt>
                <c:pt idx="4619">
                  <c:v>7.5</c:v>
                </c:pt>
                <c:pt idx="4620">
                  <c:v>7</c:v>
                </c:pt>
                <c:pt idx="4621">
                  <c:v>6.3</c:v>
                </c:pt>
                <c:pt idx="4622">
                  <c:v>8.1</c:v>
                </c:pt>
                <c:pt idx="4623">
                  <c:v>7.7</c:v>
                </c:pt>
                <c:pt idx="4624">
                  <c:v>4.2</c:v>
                </c:pt>
                <c:pt idx="4625">
                  <c:v>4.5999999999999996</c:v>
                </c:pt>
                <c:pt idx="4626">
                  <c:v>6.4</c:v>
                </c:pt>
                <c:pt idx="4627">
                  <c:v>5.4</c:v>
                </c:pt>
                <c:pt idx="4628">
                  <c:v>4.3</c:v>
                </c:pt>
                <c:pt idx="4629">
                  <c:v>7.6</c:v>
                </c:pt>
                <c:pt idx="4630">
                  <c:v>7.3</c:v>
                </c:pt>
                <c:pt idx="4631">
                  <c:v>7.4</c:v>
                </c:pt>
                <c:pt idx="4632">
                  <c:v>6.8</c:v>
                </c:pt>
                <c:pt idx="4633">
                  <c:v>6.5</c:v>
                </c:pt>
                <c:pt idx="4634">
                  <c:v>6.2</c:v>
                </c:pt>
                <c:pt idx="4635">
                  <c:v>8.6999999999999993</c:v>
                </c:pt>
                <c:pt idx="4636">
                  <c:v>6.5</c:v>
                </c:pt>
                <c:pt idx="4637">
                  <c:v>6.4</c:v>
                </c:pt>
                <c:pt idx="4639">
                  <c:v>6.2</c:v>
                </c:pt>
                <c:pt idx="4640">
                  <c:v>7.4</c:v>
                </c:pt>
                <c:pt idx="4642">
                  <c:v>6.5</c:v>
                </c:pt>
                <c:pt idx="4643">
                  <c:v>7</c:v>
                </c:pt>
                <c:pt idx="4644">
                  <c:v>6.7</c:v>
                </c:pt>
                <c:pt idx="4645">
                  <c:v>4.7</c:v>
                </c:pt>
                <c:pt idx="4646">
                  <c:v>5.7</c:v>
                </c:pt>
                <c:pt idx="4647">
                  <c:v>2.6</c:v>
                </c:pt>
                <c:pt idx="4648">
                  <c:v>6.5</c:v>
                </c:pt>
                <c:pt idx="4649">
                  <c:v>6.7</c:v>
                </c:pt>
                <c:pt idx="4650">
                  <c:v>4.8</c:v>
                </c:pt>
                <c:pt idx="4651">
                  <c:v>7.4</c:v>
                </c:pt>
                <c:pt idx="4652">
                  <c:v>6.1</c:v>
                </c:pt>
                <c:pt idx="4653">
                  <c:v>4.5</c:v>
                </c:pt>
                <c:pt idx="4654">
                  <c:v>5.5</c:v>
                </c:pt>
                <c:pt idx="4655">
                  <c:v>4.4000000000000004</c:v>
                </c:pt>
                <c:pt idx="4656">
                  <c:v>6.7</c:v>
                </c:pt>
                <c:pt idx="4657">
                  <c:v>7</c:v>
                </c:pt>
                <c:pt idx="4658">
                  <c:v>6.4</c:v>
                </c:pt>
                <c:pt idx="4659">
                  <c:v>8.6</c:v>
                </c:pt>
                <c:pt idx="4660">
                  <c:v>7.2</c:v>
                </c:pt>
                <c:pt idx="4661">
                  <c:v>7.4</c:v>
                </c:pt>
                <c:pt idx="4662">
                  <c:v>7.2</c:v>
                </c:pt>
                <c:pt idx="4663">
                  <c:v>5.5</c:v>
                </c:pt>
                <c:pt idx="4664">
                  <c:v>5.4</c:v>
                </c:pt>
                <c:pt idx="4665">
                  <c:v>6.2</c:v>
                </c:pt>
                <c:pt idx="4666">
                  <c:v>6.9</c:v>
                </c:pt>
                <c:pt idx="4667">
                  <c:v>8.3000000000000007</c:v>
                </c:pt>
                <c:pt idx="4668">
                  <c:v>7.5</c:v>
                </c:pt>
                <c:pt idx="4669">
                  <c:v>7</c:v>
                </c:pt>
                <c:pt idx="4670">
                  <c:v>7.1</c:v>
                </c:pt>
                <c:pt idx="4671">
                  <c:v>6.6</c:v>
                </c:pt>
                <c:pt idx="4672">
                  <c:v>6.6</c:v>
                </c:pt>
                <c:pt idx="4673">
                  <c:v>7.4</c:v>
                </c:pt>
                <c:pt idx="4674">
                  <c:v>7.2</c:v>
                </c:pt>
                <c:pt idx="4675">
                  <c:v>7.1</c:v>
                </c:pt>
                <c:pt idx="4676">
                  <c:v>5.4</c:v>
                </c:pt>
                <c:pt idx="4677">
                  <c:v>7.9</c:v>
                </c:pt>
                <c:pt idx="4678">
                  <c:v>7</c:v>
                </c:pt>
                <c:pt idx="4679">
                  <c:v>7.3</c:v>
                </c:pt>
                <c:pt idx="4680">
                  <c:v>6.7</c:v>
                </c:pt>
                <c:pt idx="4681">
                  <c:v>6.3</c:v>
                </c:pt>
                <c:pt idx="4682">
                  <c:v>6.7</c:v>
                </c:pt>
                <c:pt idx="4683">
                  <c:v>5.5</c:v>
                </c:pt>
                <c:pt idx="4684">
                  <c:v>6.3</c:v>
                </c:pt>
                <c:pt idx="4685">
                  <c:v>6.7</c:v>
                </c:pt>
                <c:pt idx="4686">
                  <c:v>8.4</c:v>
                </c:pt>
                <c:pt idx="4687">
                  <c:v>6</c:v>
                </c:pt>
                <c:pt idx="4688">
                  <c:v>6.4</c:v>
                </c:pt>
                <c:pt idx="4689">
                  <c:v>5.4</c:v>
                </c:pt>
                <c:pt idx="4690">
                  <c:v>5.9</c:v>
                </c:pt>
                <c:pt idx="4691">
                  <c:v>7.4</c:v>
                </c:pt>
                <c:pt idx="4692">
                  <c:v>4.7</c:v>
                </c:pt>
                <c:pt idx="4693">
                  <c:v>7.9</c:v>
                </c:pt>
                <c:pt idx="4694">
                  <c:v>5.7</c:v>
                </c:pt>
                <c:pt idx="4695">
                  <c:v>6.9</c:v>
                </c:pt>
                <c:pt idx="4696">
                  <c:v>7</c:v>
                </c:pt>
                <c:pt idx="4697">
                  <c:v>7.2</c:v>
                </c:pt>
                <c:pt idx="4698">
                  <c:v>6.3</c:v>
                </c:pt>
                <c:pt idx="4699">
                  <c:v>4.3</c:v>
                </c:pt>
                <c:pt idx="4700">
                  <c:v>6.2</c:v>
                </c:pt>
                <c:pt idx="4701">
                  <c:v>7.5</c:v>
                </c:pt>
                <c:pt idx="4702">
                  <c:v>6.4</c:v>
                </c:pt>
                <c:pt idx="4703">
                  <c:v>7.7</c:v>
                </c:pt>
                <c:pt idx="4704">
                  <c:v>7.2</c:v>
                </c:pt>
                <c:pt idx="4705">
                  <c:v>6.9</c:v>
                </c:pt>
                <c:pt idx="4706">
                  <c:v>5.5</c:v>
                </c:pt>
                <c:pt idx="4707">
                  <c:v>7.8</c:v>
                </c:pt>
                <c:pt idx="4708">
                  <c:v>7.2</c:v>
                </c:pt>
                <c:pt idx="4709">
                  <c:v>6.6</c:v>
                </c:pt>
                <c:pt idx="4710">
                  <c:v>5.5</c:v>
                </c:pt>
                <c:pt idx="4711">
                  <c:v>7.5</c:v>
                </c:pt>
                <c:pt idx="4712">
                  <c:v>4.4000000000000004</c:v>
                </c:pt>
                <c:pt idx="4713">
                  <c:v>5.0999999999999996</c:v>
                </c:pt>
                <c:pt idx="4714">
                  <c:v>5.5</c:v>
                </c:pt>
                <c:pt idx="4715">
                  <c:v>5.7</c:v>
                </c:pt>
                <c:pt idx="4716">
                  <c:v>6.6</c:v>
                </c:pt>
                <c:pt idx="4717">
                  <c:v>6.2</c:v>
                </c:pt>
                <c:pt idx="4718">
                  <c:v>7.4</c:v>
                </c:pt>
                <c:pt idx="4719">
                  <c:v>6.9</c:v>
                </c:pt>
                <c:pt idx="4720">
                  <c:v>6.5</c:v>
                </c:pt>
                <c:pt idx="4721">
                  <c:v>8.1</c:v>
                </c:pt>
                <c:pt idx="4722">
                  <c:v>7.4</c:v>
                </c:pt>
                <c:pt idx="4723">
                  <c:v>7</c:v>
                </c:pt>
                <c:pt idx="4724">
                  <c:v>6.1</c:v>
                </c:pt>
                <c:pt idx="4725">
                  <c:v>6.2</c:v>
                </c:pt>
                <c:pt idx="4726">
                  <c:v>7.4</c:v>
                </c:pt>
                <c:pt idx="4727">
                  <c:v>7.3</c:v>
                </c:pt>
                <c:pt idx="4728">
                  <c:v>4.5999999999999996</c:v>
                </c:pt>
                <c:pt idx="4729">
                  <c:v>5.3</c:v>
                </c:pt>
                <c:pt idx="4730">
                  <c:v>6.6</c:v>
                </c:pt>
                <c:pt idx="4731">
                  <c:v>6.8</c:v>
                </c:pt>
                <c:pt idx="4732">
                  <c:v>6.9</c:v>
                </c:pt>
                <c:pt idx="4733">
                  <c:v>4.7</c:v>
                </c:pt>
                <c:pt idx="4734">
                  <c:v>7.9</c:v>
                </c:pt>
                <c:pt idx="4735">
                  <c:v>6.8</c:v>
                </c:pt>
                <c:pt idx="4736">
                  <c:v>7.4</c:v>
                </c:pt>
                <c:pt idx="4737">
                  <c:v>5.5</c:v>
                </c:pt>
                <c:pt idx="4738">
                  <c:v>7.4</c:v>
                </c:pt>
                <c:pt idx="4739">
                  <c:v>5.5</c:v>
                </c:pt>
                <c:pt idx="4740">
                  <c:v>6.9</c:v>
                </c:pt>
                <c:pt idx="4741">
                  <c:v>6.3</c:v>
                </c:pt>
                <c:pt idx="4742">
                  <c:v>6.7</c:v>
                </c:pt>
                <c:pt idx="4743">
                  <c:v>4.8</c:v>
                </c:pt>
                <c:pt idx="4744">
                  <c:v>3.9</c:v>
                </c:pt>
                <c:pt idx="4745">
                  <c:v>6.6</c:v>
                </c:pt>
                <c:pt idx="4746">
                  <c:v>4.2</c:v>
                </c:pt>
                <c:pt idx="4747">
                  <c:v>6.3</c:v>
                </c:pt>
                <c:pt idx="4748">
                  <c:v>5.4</c:v>
                </c:pt>
                <c:pt idx="4749">
                  <c:v>6.6</c:v>
                </c:pt>
                <c:pt idx="4750">
                  <c:v>6.3</c:v>
                </c:pt>
                <c:pt idx="4751">
                  <c:v>6.5</c:v>
                </c:pt>
                <c:pt idx="4752">
                  <c:v>7</c:v>
                </c:pt>
                <c:pt idx="4753">
                  <c:v>7.5</c:v>
                </c:pt>
                <c:pt idx="4754">
                  <c:v>5.3</c:v>
                </c:pt>
                <c:pt idx="4755">
                  <c:v>7.5</c:v>
                </c:pt>
                <c:pt idx="4756">
                  <c:v>7.8</c:v>
                </c:pt>
                <c:pt idx="4757">
                  <c:v>6.4</c:v>
                </c:pt>
                <c:pt idx="4758">
                  <c:v>5.0999999999999996</c:v>
                </c:pt>
                <c:pt idx="4759">
                  <c:v>5.6</c:v>
                </c:pt>
                <c:pt idx="4760">
                  <c:v>7</c:v>
                </c:pt>
                <c:pt idx="4761">
                  <c:v>5.3</c:v>
                </c:pt>
                <c:pt idx="4762">
                  <c:v>7.7</c:v>
                </c:pt>
                <c:pt idx="4763">
                  <c:v>7.5</c:v>
                </c:pt>
                <c:pt idx="4764">
                  <c:v>6.1</c:v>
                </c:pt>
                <c:pt idx="4765">
                  <c:v>5.6</c:v>
                </c:pt>
                <c:pt idx="4766">
                  <c:v>6.1</c:v>
                </c:pt>
                <c:pt idx="4767">
                  <c:v>6.5</c:v>
                </c:pt>
                <c:pt idx="4768">
                  <c:v>6.2</c:v>
                </c:pt>
                <c:pt idx="4769">
                  <c:v>6.5</c:v>
                </c:pt>
                <c:pt idx="4770">
                  <c:v>4.8</c:v>
                </c:pt>
                <c:pt idx="4771">
                  <c:v>6.7</c:v>
                </c:pt>
                <c:pt idx="4772">
                  <c:v>4.4000000000000004</c:v>
                </c:pt>
                <c:pt idx="4773">
                  <c:v>7</c:v>
                </c:pt>
                <c:pt idx="4774">
                  <c:v>7</c:v>
                </c:pt>
                <c:pt idx="4775">
                  <c:v>7.3</c:v>
                </c:pt>
                <c:pt idx="4776">
                  <c:v>7.7</c:v>
                </c:pt>
                <c:pt idx="4777">
                  <c:v>7.1</c:v>
                </c:pt>
                <c:pt idx="4778">
                  <c:v>4.3</c:v>
                </c:pt>
                <c:pt idx="4779">
                  <c:v>6.9</c:v>
                </c:pt>
                <c:pt idx="4780">
                  <c:v>7.2</c:v>
                </c:pt>
                <c:pt idx="4781">
                  <c:v>7.7</c:v>
                </c:pt>
                <c:pt idx="4782">
                  <c:v>5.4</c:v>
                </c:pt>
                <c:pt idx="4783">
                  <c:v>6.2</c:v>
                </c:pt>
                <c:pt idx="4784">
                  <c:v>5.4</c:v>
                </c:pt>
                <c:pt idx="4785">
                  <c:v>3.4</c:v>
                </c:pt>
                <c:pt idx="4786">
                  <c:v>6</c:v>
                </c:pt>
                <c:pt idx="4787">
                  <c:v>6.5</c:v>
                </c:pt>
                <c:pt idx="4788">
                  <c:v>5.7</c:v>
                </c:pt>
                <c:pt idx="4789">
                  <c:v>6.3</c:v>
                </c:pt>
                <c:pt idx="4790">
                  <c:v>6.6</c:v>
                </c:pt>
                <c:pt idx="4791">
                  <c:v>8.1999999999999993</c:v>
                </c:pt>
                <c:pt idx="4792">
                  <c:v>6.2</c:v>
                </c:pt>
                <c:pt idx="4793">
                  <c:v>5.2</c:v>
                </c:pt>
                <c:pt idx="4794">
                  <c:v>6.1</c:v>
                </c:pt>
                <c:pt idx="4795">
                  <c:v>7.2</c:v>
                </c:pt>
                <c:pt idx="4796">
                  <c:v>5.9</c:v>
                </c:pt>
                <c:pt idx="4797">
                  <c:v>6.5</c:v>
                </c:pt>
                <c:pt idx="4798">
                  <c:v>6.7</c:v>
                </c:pt>
                <c:pt idx="4799">
                  <c:v>5.3</c:v>
                </c:pt>
                <c:pt idx="4800">
                  <c:v>6.8</c:v>
                </c:pt>
                <c:pt idx="4801">
                  <c:v>7.6</c:v>
                </c:pt>
                <c:pt idx="4802">
                  <c:v>7.7</c:v>
                </c:pt>
                <c:pt idx="4803">
                  <c:v>7.2</c:v>
                </c:pt>
                <c:pt idx="4804">
                  <c:v>4.7</c:v>
                </c:pt>
                <c:pt idx="4805">
                  <c:v>6.5</c:v>
                </c:pt>
                <c:pt idx="4806">
                  <c:v>6.1</c:v>
                </c:pt>
                <c:pt idx="4807">
                  <c:v>4.2</c:v>
                </c:pt>
                <c:pt idx="4808">
                  <c:v>5.2</c:v>
                </c:pt>
                <c:pt idx="4809">
                  <c:v>5.6</c:v>
                </c:pt>
                <c:pt idx="4810">
                  <c:v>5.2</c:v>
                </c:pt>
                <c:pt idx="4811">
                  <c:v>6.5</c:v>
                </c:pt>
                <c:pt idx="4812">
                  <c:v>4.3</c:v>
                </c:pt>
                <c:pt idx="4813">
                  <c:v>7.5</c:v>
                </c:pt>
                <c:pt idx="4814">
                  <c:v>6.6</c:v>
                </c:pt>
                <c:pt idx="4815">
                  <c:v>4.0999999999999996</c:v>
                </c:pt>
                <c:pt idx="4816">
                  <c:v>7.8</c:v>
                </c:pt>
                <c:pt idx="4817">
                  <c:v>7.9</c:v>
                </c:pt>
                <c:pt idx="4818">
                  <c:v>6.2</c:v>
                </c:pt>
                <c:pt idx="4819">
                  <c:v>6.3</c:v>
                </c:pt>
                <c:pt idx="4820">
                  <c:v>8.1</c:v>
                </c:pt>
                <c:pt idx="4821">
                  <c:v>5.5</c:v>
                </c:pt>
                <c:pt idx="4822">
                  <c:v>6.1</c:v>
                </c:pt>
                <c:pt idx="4823">
                  <c:v>5.5</c:v>
                </c:pt>
                <c:pt idx="4824">
                  <c:v>5.8</c:v>
                </c:pt>
                <c:pt idx="4825">
                  <c:v>6.9</c:v>
                </c:pt>
                <c:pt idx="4826">
                  <c:v>6.9</c:v>
                </c:pt>
                <c:pt idx="4827">
                  <c:v>5.9</c:v>
                </c:pt>
                <c:pt idx="4829">
                  <c:v>5.2</c:v>
                </c:pt>
                <c:pt idx="4830">
                  <c:v>4.8</c:v>
                </c:pt>
                <c:pt idx="4831">
                  <c:v>7.8</c:v>
                </c:pt>
                <c:pt idx="4832">
                  <c:v>7.6</c:v>
                </c:pt>
                <c:pt idx="4833">
                  <c:v>5.4</c:v>
                </c:pt>
                <c:pt idx="4834">
                  <c:v>6.8</c:v>
                </c:pt>
                <c:pt idx="4835">
                  <c:v>5.6</c:v>
                </c:pt>
                <c:pt idx="4836">
                  <c:v>5.5</c:v>
                </c:pt>
                <c:pt idx="4837">
                  <c:v>6.8</c:v>
                </c:pt>
                <c:pt idx="4838">
                  <c:v>6.1</c:v>
                </c:pt>
                <c:pt idx="4839">
                  <c:v>6.1</c:v>
                </c:pt>
                <c:pt idx="4840">
                  <c:v>4.4000000000000004</c:v>
                </c:pt>
                <c:pt idx="4841">
                  <c:v>7.3</c:v>
                </c:pt>
                <c:pt idx="4842">
                  <c:v>7.2</c:v>
                </c:pt>
                <c:pt idx="4843">
                  <c:v>7.9</c:v>
                </c:pt>
                <c:pt idx="4844">
                  <c:v>6</c:v>
                </c:pt>
                <c:pt idx="4845">
                  <c:v>6.4</c:v>
                </c:pt>
                <c:pt idx="4846">
                  <c:v>6.8</c:v>
                </c:pt>
                <c:pt idx="4847">
                  <c:v>6.5</c:v>
                </c:pt>
                <c:pt idx="4848">
                  <c:v>5.0999999999999996</c:v>
                </c:pt>
                <c:pt idx="4849">
                  <c:v>5.4</c:v>
                </c:pt>
                <c:pt idx="4850">
                  <c:v>5.5</c:v>
                </c:pt>
                <c:pt idx="4851">
                  <c:v>5.4</c:v>
                </c:pt>
                <c:pt idx="4852">
                  <c:v>6.8</c:v>
                </c:pt>
                <c:pt idx="4853">
                  <c:v>8.8000000000000007</c:v>
                </c:pt>
                <c:pt idx="4854">
                  <c:v>5.0999999999999996</c:v>
                </c:pt>
                <c:pt idx="4856">
                  <c:v>4.5</c:v>
                </c:pt>
                <c:pt idx="4857">
                  <c:v>2.2999999999999998</c:v>
                </c:pt>
                <c:pt idx="4858">
                  <c:v>6.3</c:v>
                </c:pt>
                <c:pt idx="4859">
                  <c:v>7.3</c:v>
                </c:pt>
                <c:pt idx="4860">
                  <c:v>7</c:v>
                </c:pt>
                <c:pt idx="4861">
                  <c:v>5.0999999999999996</c:v>
                </c:pt>
                <c:pt idx="4862">
                  <c:v>5.5</c:v>
                </c:pt>
                <c:pt idx="4863">
                  <c:v>6.5</c:v>
                </c:pt>
                <c:pt idx="4864">
                  <c:v>7.5</c:v>
                </c:pt>
                <c:pt idx="4865">
                  <c:v>5.5</c:v>
                </c:pt>
                <c:pt idx="4866">
                  <c:v>6.1</c:v>
                </c:pt>
                <c:pt idx="4867">
                  <c:v>4.7</c:v>
                </c:pt>
                <c:pt idx="4868">
                  <c:v>6.8</c:v>
                </c:pt>
                <c:pt idx="4869">
                  <c:v>6.9</c:v>
                </c:pt>
                <c:pt idx="4870">
                  <c:v>5.9</c:v>
                </c:pt>
                <c:pt idx="4871">
                  <c:v>5.2</c:v>
                </c:pt>
                <c:pt idx="4872">
                  <c:v>6.9</c:v>
                </c:pt>
                <c:pt idx="4873">
                  <c:v>7.2</c:v>
                </c:pt>
                <c:pt idx="4874">
                  <c:v>6.8</c:v>
                </c:pt>
                <c:pt idx="4875">
                  <c:v>6.8</c:v>
                </c:pt>
                <c:pt idx="4876">
                  <c:v>6.8</c:v>
                </c:pt>
                <c:pt idx="4878">
                  <c:v>5.2</c:v>
                </c:pt>
                <c:pt idx="4879">
                  <c:v>5.8</c:v>
                </c:pt>
                <c:pt idx="4880">
                  <c:v>6.4</c:v>
                </c:pt>
                <c:pt idx="4881">
                  <c:v>5.0999999999999996</c:v>
                </c:pt>
                <c:pt idx="4882">
                  <c:v>7.2</c:v>
                </c:pt>
                <c:pt idx="4883">
                  <c:v>6.7</c:v>
                </c:pt>
                <c:pt idx="4884">
                  <c:v>7.5</c:v>
                </c:pt>
                <c:pt idx="4885">
                  <c:v>4.7</c:v>
                </c:pt>
                <c:pt idx="4886">
                  <c:v>7.1</c:v>
                </c:pt>
                <c:pt idx="4887">
                  <c:v>5.5</c:v>
                </c:pt>
                <c:pt idx="4888">
                  <c:v>7</c:v>
                </c:pt>
                <c:pt idx="4889">
                  <c:v>1.8</c:v>
                </c:pt>
                <c:pt idx="4890">
                  <c:v>6.8</c:v>
                </c:pt>
                <c:pt idx="4891">
                  <c:v>6.3</c:v>
                </c:pt>
                <c:pt idx="4892">
                  <c:v>8</c:v>
                </c:pt>
                <c:pt idx="4894">
                  <c:v>6.2</c:v>
                </c:pt>
                <c:pt idx="4895">
                  <c:v>6.2</c:v>
                </c:pt>
                <c:pt idx="4896">
                  <c:v>8.6</c:v>
                </c:pt>
                <c:pt idx="4897">
                  <c:v>6.5</c:v>
                </c:pt>
                <c:pt idx="4898">
                  <c:v>6.5</c:v>
                </c:pt>
                <c:pt idx="4899">
                  <c:v>6.5</c:v>
                </c:pt>
                <c:pt idx="4900">
                  <c:v>5.7</c:v>
                </c:pt>
                <c:pt idx="4902">
                  <c:v>6.4</c:v>
                </c:pt>
                <c:pt idx="4903">
                  <c:v>6.2</c:v>
                </c:pt>
                <c:pt idx="4904">
                  <c:v>6.5</c:v>
                </c:pt>
                <c:pt idx="4906">
                  <c:v>7.4</c:v>
                </c:pt>
                <c:pt idx="4907">
                  <c:v>7</c:v>
                </c:pt>
                <c:pt idx="4908">
                  <c:v>6.7</c:v>
                </c:pt>
                <c:pt idx="4909">
                  <c:v>2.5</c:v>
                </c:pt>
                <c:pt idx="4910">
                  <c:v>6.7</c:v>
                </c:pt>
                <c:pt idx="4911">
                  <c:v>7</c:v>
                </c:pt>
                <c:pt idx="4912">
                  <c:v>4.4000000000000004</c:v>
                </c:pt>
                <c:pt idx="4913">
                  <c:v>3.9</c:v>
                </c:pt>
                <c:pt idx="4914">
                  <c:v>5.3</c:v>
                </c:pt>
                <c:pt idx="4915">
                  <c:v>6.2</c:v>
                </c:pt>
                <c:pt idx="4916">
                  <c:v>5.5</c:v>
                </c:pt>
                <c:pt idx="4917">
                  <c:v>6.7</c:v>
                </c:pt>
                <c:pt idx="4918">
                  <c:v>6.6</c:v>
                </c:pt>
                <c:pt idx="4919">
                  <c:v>8.3000000000000007</c:v>
                </c:pt>
                <c:pt idx="4920">
                  <c:v>6.2</c:v>
                </c:pt>
                <c:pt idx="4921">
                  <c:v>3.4</c:v>
                </c:pt>
                <c:pt idx="4922">
                  <c:v>7.5</c:v>
                </c:pt>
                <c:pt idx="4923">
                  <c:v>5.6</c:v>
                </c:pt>
                <c:pt idx="4924">
                  <c:v>7</c:v>
                </c:pt>
                <c:pt idx="4925">
                  <c:v>5.0999999999999996</c:v>
                </c:pt>
                <c:pt idx="4926">
                  <c:v>6.9</c:v>
                </c:pt>
                <c:pt idx="4927">
                  <c:v>5.7</c:v>
                </c:pt>
                <c:pt idx="4928">
                  <c:v>7.9</c:v>
                </c:pt>
                <c:pt idx="4929">
                  <c:v>5.7</c:v>
                </c:pt>
                <c:pt idx="4930">
                  <c:v>5.9</c:v>
                </c:pt>
                <c:pt idx="4931">
                  <c:v>5.5</c:v>
                </c:pt>
                <c:pt idx="4932">
                  <c:v>6.3</c:v>
                </c:pt>
                <c:pt idx="4933">
                  <c:v>6.2</c:v>
                </c:pt>
                <c:pt idx="4934">
                  <c:v>4.9000000000000004</c:v>
                </c:pt>
                <c:pt idx="4935">
                  <c:v>5.3</c:v>
                </c:pt>
                <c:pt idx="4936">
                  <c:v>6.4</c:v>
                </c:pt>
                <c:pt idx="4937">
                  <c:v>6.4</c:v>
                </c:pt>
                <c:pt idx="4938">
                  <c:v>6.3</c:v>
                </c:pt>
                <c:pt idx="4939">
                  <c:v>6</c:v>
                </c:pt>
                <c:pt idx="4940">
                  <c:v>5.8</c:v>
                </c:pt>
                <c:pt idx="4941">
                  <c:v>4.9000000000000004</c:v>
                </c:pt>
                <c:pt idx="4942">
                  <c:v>5.2</c:v>
                </c:pt>
                <c:pt idx="4943">
                  <c:v>5.3</c:v>
                </c:pt>
                <c:pt idx="4944">
                  <c:v>8.4</c:v>
                </c:pt>
                <c:pt idx="4945">
                  <c:v>7.1</c:v>
                </c:pt>
                <c:pt idx="4946">
                  <c:v>8.1</c:v>
                </c:pt>
                <c:pt idx="4947">
                  <c:v>5.8</c:v>
                </c:pt>
                <c:pt idx="4948">
                  <c:v>5.0999999999999996</c:v>
                </c:pt>
                <c:pt idx="4949">
                  <c:v>4.4000000000000004</c:v>
                </c:pt>
                <c:pt idx="4950">
                  <c:v>6.2</c:v>
                </c:pt>
                <c:pt idx="4951">
                  <c:v>5.9</c:v>
                </c:pt>
                <c:pt idx="4952">
                  <c:v>7.1</c:v>
                </c:pt>
                <c:pt idx="4953">
                  <c:v>5.5</c:v>
                </c:pt>
                <c:pt idx="4954">
                  <c:v>6.9</c:v>
                </c:pt>
                <c:pt idx="4955">
                  <c:v>6.9</c:v>
                </c:pt>
                <c:pt idx="4956">
                  <c:v>6.3</c:v>
                </c:pt>
                <c:pt idx="4957">
                  <c:v>6.6</c:v>
                </c:pt>
                <c:pt idx="4958">
                  <c:v>6.9</c:v>
                </c:pt>
                <c:pt idx="4959">
                  <c:v>6.5</c:v>
                </c:pt>
                <c:pt idx="4960">
                  <c:v>6.1</c:v>
                </c:pt>
                <c:pt idx="4961">
                  <c:v>8.3000000000000007</c:v>
                </c:pt>
                <c:pt idx="4962">
                  <c:v>5</c:v>
                </c:pt>
                <c:pt idx="4963">
                  <c:v>5.5</c:v>
                </c:pt>
                <c:pt idx="4964">
                  <c:v>5.9</c:v>
                </c:pt>
                <c:pt idx="4965">
                  <c:v>5.7</c:v>
                </c:pt>
                <c:pt idx="4966">
                  <c:v>4.5999999999999996</c:v>
                </c:pt>
                <c:pt idx="4967">
                  <c:v>6.7</c:v>
                </c:pt>
                <c:pt idx="4968">
                  <c:v>6.9</c:v>
                </c:pt>
                <c:pt idx="4969">
                  <c:v>7.4</c:v>
                </c:pt>
                <c:pt idx="4970">
                  <c:v>4.5</c:v>
                </c:pt>
                <c:pt idx="4971">
                  <c:v>6.7</c:v>
                </c:pt>
                <c:pt idx="4972">
                  <c:v>7</c:v>
                </c:pt>
                <c:pt idx="4973">
                  <c:v>5.3</c:v>
                </c:pt>
                <c:pt idx="4974">
                  <c:v>6.5</c:v>
                </c:pt>
                <c:pt idx="4975">
                  <c:v>6.5</c:v>
                </c:pt>
                <c:pt idx="4976">
                  <c:v>4.4000000000000004</c:v>
                </c:pt>
                <c:pt idx="4977">
                  <c:v>7.6</c:v>
                </c:pt>
                <c:pt idx="4978">
                  <c:v>5.3</c:v>
                </c:pt>
                <c:pt idx="4979">
                  <c:v>5.6</c:v>
                </c:pt>
                <c:pt idx="4980">
                  <c:v>7.2</c:v>
                </c:pt>
                <c:pt idx="4981">
                  <c:v>5.3</c:v>
                </c:pt>
                <c:pt idx="4982">
                  <c:v>6.6</c:v>
                </c:pt>
                <c:pt idx="4983">
                  <c:v>7.8</c:v>
                </c:pt>
                <c:pt idx="4984">
                  <c:v>6</c:v>
                </c:pt>
                <c:pt idx="4985">
                  <c:v>5</c:v>
                </c:pt>
                <c:pt idx="4986">
                  <c:v>6.1</c:v>
                </c:pt>
                <c:pt idx="4987">
                  <c:v>7.2</c:v>
                </c:pt>
                <c:pt idx="4988">
                  <c:v>5.4</c:v>
                </c:pt>
                <c:pt idx="4989">
                  <c:v>5.6</c:v>
                </c:pt>
                <c:pt idx="4990">
                  <c:v>5.6</c:v>
                </c:pt>
                <c:pt idx="4991">
                  <c:v>4.2</c:v>
                </c:pt>
                <c:pt idx="4992">
                  <c:v>6</c:v>
                </c:pt>
                <c:pt idx="4993">
                  <c:v>5.3</c:v>
                </c:pt>
                <c:pt idx="4994">
                  <c:v>7.5</c:v>
                </c:pt>
                <c:pt idx="4995">
                  <c:v>5.3</c:v>
                </c:pt>
                <c:pt idx="4996">
                  <c:v>6.8</c:v>
                </c:pt>
                <c:pt idx="4997">
                  <c:v>4</c:v>
                </c:pt>
                <c:pt idx="4998">
                  <c:v>6.4</c:v>
                </c:pt>
                <c:pt idx="4999">
                  <c:v>5.3</c:v>
                </c:pt>
                <c:pt idx="5000">
                  <c:v>7.5</c:v>
                </c:pt>
                <c:pt idx="5001">
                  <c:v>6.6</c:v>
                </c:pt>
                <c:pt idx="5002">
                  <c:v>6.9</c:v>
                </c:pt>
                <c:pt idx="5003">
                  <c:v>6.8</c:v>
                </c:pt>
                <c:pt idx="5004">
                  <c:v>7.4</c:v>
                </c:pt>
                <c:pt idx="5005">
                  <c:v>5.4</c:v>
                </c:pt>
                <c:pt idx="5006">
                  <c:v>5.9</c:v>
                </c:pt>
                <c:pt idx="5007">
                  <c:v>6.1</c:v>
                </c:pt>
                <c:pt idx="5008">
                  <c:v>5.0999999999999996</c:v>
                </c:pt>
                <c:pt idx="5009">
                  <c:v>4.4000000000000004</c:v>
                </c:pt>
                <c:pt idx="5011">
                  <c:v>8</c:v>
                </c:pt>
                <c:pt idx="5012">
                  <c:v>4.9000000000000004</c:v>
                </c:pt>
                <c:pt idx="5013">
                  <c:v>6.7</c:v>
                </c:pt>
                <c:pt idx="5014">
                  <c:v>6.3</c:v>
                </c:pt>
                <c:pt idx="5015">
                  <c:v>6.6</c:v>
                </c:pt>
                <c:pt idx="5016">
                  <c:v>5.8</c:v>
                </c:pt>
                <c:pt idx="5017">
                  <c:v>4.2</c:v>
                </c:pt>
                <c:pt idx="5018">
                  <c:v>6.2</c:v>
                </c:pt>
                <c:pt idx="5019">
                  <c:v>6.8</c:v>
                </c:pt>
                <c:pt idx="5020">
                  <c:v>8.1</c:v>
                </c:pt>
                <c:pt idx="5021">
                  <c:v>3.9</c:v>
                </c:pt>
                <c:pt idx="5022">
                  <c:v>6.4</c:v>
                </c:pt>
                <c:pt idx="5023">
                  <c:v>7.4</c:v>
                </c:pt>
                <c:pt idx="5024">
                  <c:v>7.7</c:v>
                </c:pt>
                <c:pt idx="5025">
                  <c:v>5.7</c:v>
                </c:pt>
                <c:pt idx="5026">
                  <c:v>7.5</c:v>
                </c:pt>
                <c:pt idx="5027">
                  <c:v>6.5</c:v>
                </c:pt>
                <c:pt idx="5028">
                  <c:v>4.4000000000000004</c:v>
                </c:pt>
                <c:pt idx="5029">
                  <c:v>8.1999999999999993</c:v>
                </c:pt>
                <c:pt idx="5030">
                  <c:v>5.6</c:v>
                </c:pt>
                <c:pt idx="5031">
                  <c:v>7</c:v>
                </c:pt>
                <c:pt idx="5032">
                  <c:v>7.1</c:v>
                </c:pt>
                <c:pt idx="5033">
                  <c:v>6.6</c:v>
                </c:pt>
                <c:pt idx="5034">
                  <c:v>6.6</c:v>
                </c:pt>
                <c:pt idx="5035">
                  <c:v>5.3</c:v>
                </c:pt>
                <c:pt idx="5036">
                  <c:v>5.8</c:v>
                </c:pt>
                <c:pt idx="5037">
                  <c:v>7.2</c:v>
                </c:pt>
                <c:pt idx="5038">
                  <c:v>5.2</c:v>
                </c:pt>
                <c:pt idx="5039">
                  <c:v>3</c:v>
                </c:pt>
                <c:pt idx="5041">
                  <c:v>7.2</c:v>
                </c:pt>
                <c:pt idx="5042">
                  <c:v>5.3</c:v>
                </c:pt>
                <c:pt idx="5043">
                  <c:v>6.2</c:v>
                </c:pt>
                <c:pt idx="5044">
                  <c:v>6.3</c:v>
                </c:pt>
                <c:pt idx="5045">
                  <c:v>5.9</c:v>
                </c:pt>
                <c:pt idx="5046">
                  <c:v>7.1</c:v>
                </c:pt>
                <c:pt idx="5047">
                  <c:v>6.1</c:v>
                </c:pt>
                <c:pt idx="5048">
                  <c:v>6.2</c:v>
                </c:pt>
                <c:pt idx="5049">
                  <c:v>3.9</c:v>
                </c:pt>
                <c:pt idx="5050">
                  <c:v>5.4</c:v>
                </c:pt>
                <c:pt idx="5051">
                  <c:v>6.5</c:v>
                </c:pt>
                <c:pt idx="5052">
                  <c:v>6.4</c:v>
                </c:pt>
                <c:pt idx="5053">
                  <c:v>7.3</c:v>
                </c:pt>
                <c:pt idx="5054">
                  <c:v>7</c:v>
                </c:pt>
                <c:pt idx="5055">
                  <c:v>5.3</c:v>
                </c:pt>
                <c:pt idx="5057">
                  <c:v>7.5</c:v>
                </c:pt>
                <c:pt idx="5058">
                  <c:v>6.6</c:v>
                </c:pt>
                <c:pt idx="5059">
                  <c:v>3.7</c:v>
                </c:pt>
                <c:pt idx="5060">
                  <c:v>6.1</c:v>
                </c:pt>
                <c:pt idx="5061">
                  <c:v>7</c:v>
                </c:pt>
                <c:pt idx="5062">
                  <c:v>5</c:v>
                </c:pt>
                <c:pt idx="5063">
                  <c:v>6.7</c:v>
                </c:pt>
                <c:pt idx="5064">
                  <c:v>4.3</c:v>
                </c:pt>
                <c:pt idx="5065">
                  <c:v>3.8</c:v>
                </c:pt>
                <c:pt idx="5066">
                  <c:v>6</c:v>
                </c:pt>
                <c:pt idx="5067">
                  <c:v>6.8</c:v>
                </c:pt>
                <c:pt idx="5068">
                  <c:v>5.5</c:v>
                </c:pt>
                <c:pt idx="5069">
                  <c:v>5.4</c:v>
                </c:pt>
                <c:pt idx="5070">
                  <c:v>6.9</c:v>
                </c:pt>
                <c:pt idx="5071">
                  <c:v>5.7</c:v>
                </c:pt>
                <c:pt idx="5072">
                  <c:v>5.2</c:v>
                </c:pt>
                <c:pt idx="5073">
                  <c:v>4.9000000000000004</c:v>
                </c:pt>
                <c:pt idx="5074">
                  <c:v>5.4</c:v>
                </c:pt>
                <c:pt idx="5075">
                  <c:v>5.6</c:v>
                </c:pt>
                <c:pt idx="5076">
                  <c:v>5</c:v>
                </c:pt>
                <c:pt idx="5077">
                  <c:v>8</c:v>
                </c:pt>
                <c:pt idx="5078">
                  <c:v>3.4</c:v>
                </c:pt>
                <c:pt idx="5079">
                  <c:v>6.2</c:v>
                </c:pt>
                <c:pt idx="5080">
                  <c:v>5.9</c:v>
                </c:pt>
                <c:pt idx="5081">
                  <c:v>7.8</c:v>
                </c:pt>
                <c:pt idx="5082">
                  <c:v>5</c:v>
                </c:pt>
                <c:pt idx="5083">
                  <c:v>6.9</c:v>
                </c:pt>
                <c:pt idx="5084">
                  <c:v>4.8</c:v>
                </c:pt>
                <c:pt idx="5085">
                  <c:v>3.8</c:v>
                </c:pt>
                <c:pt idx="5086">
                  <c:v>6.6</c:v>
                </c:pt>
                <c:pt idx="5087">
                  <c:v>4.7</c:v>
                </c:pt>
                <c:pt idx="5088">
                  <c:v>3.3</c:v>
                </c:pt>
                <c:pt idx="5089">
                  <c:v>6</c:v>
                </c:pt>
                <c:pt idx="5090">
                  <c:v>4.3</c:v>
                </c:pt>
                <c:pt idx="5091">
                  <c:v>5.6</c:v>
                </c:pt>
                <c:pt idx="5092">
                  <c:v>4.5999999999999996</c:v>
                </c:pt>
                <c:pt idx="5093">
                  <c:v>5.8</c:v>
                </c:pt>
                <c:pt idx="5094">
                  <c:v>5.5</c:v>
                </c:pt>
                <c:pt idx="5095">
                  <c:v>7.3</c:v>
                </c:pt>
                <c:pt idx="5096">
                  <c:v>6.6</c:v>
                </c:pt>
                <c:pt idx="5097">
                  <c:v>6</c:v>
                </c:pt>
                <c:pt idx="5098">
                  <c:v>7.1</c:v>
                </c:pt>
                <c:pt idx="5099">
                  <c:v>4.9000000000000004</c:v>
                </c:pt>
                <c:pt idx="5101">
                  <c:v>2.2999999999999998</c:v>
                </c:pt>
                <c:pt idx="5102">
                  <c:v>4.0999999999999996</c:v>
                </c:pt>
                <c:pt idx="5103">
                  <c:v>7</c:v>
                </c:pt>
                <c:pt idx="5104">
                  <c:v>5.7</c:v>
                </c:pt>
                <c:pt idx="5105">
                  <c:v>6.9</c:v>
                </c:pt>
                <c:pt idx="5106">
                  <c:v>5.0999999999999996</c:v>
                </c:pt>
                <c:pt idx="5107">
                  <c:v>5.8</c:v>
                </c:pt>
                <c:pt idx="5108">
                  <c:v>5.4</c:v>
                </c:pt>
                <c:pt idx="5109">
                  <c:v>6.1</c:v>
                </c:pt>
                <c:pt idx="5110">
                  <c:v>4.2</c:v>
                </c:pt>
                <c:pt idx="5111">
                  <c:v>4.5</c:v>
                </c:pt>
                <c:pt idx="5112">
                  <c:v>4.9000000000000004</c:v>
                </c:pt>
                <c:pt idx="5113">
                  <c:v>6.2</c:v>
                </c:pt>
                <c:pt idx="5114">
                  <c:v>4.5999999999999996</c:v>
                </c:pt>
                <c:pt idx="5115">
                  <c:v>7.2</c:v>
                </c:pt>
                <c:pt idx="5116">
                  <c:v>2.2000000000000002</c:v>
                </c:pt>
                <c:pt idx="5117">
                  <c:v>5.8</c:v>
                </c:pt>
                <c:pt idx="5118">
                  <c:v>6.9</c:v>
                </c:pt>
                <c:pt idx="5119">
                  <c:v>6.5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FD9-4DAD-A95E-3F0E6BDC60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61146800"/>
        <c:axId val="1761145360"/>
      </c:scatterChart>
      <c:valAx>
        <c:axId val="17611468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IMDB_VOTES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1145360"/>
        <c:crosses val="autoZero"/>
        <c:crossBetween val="midCat"/>
      </c:valAx>
      <c:valAx>
        <c:axId val="1761145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IMDB_SCORE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11468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2">
        <a:lumMod val="10000"/>
        <a:lumOff val="9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1">
          <a:solidFill>
            <a:schemeClr val="tx1">
              <a:lumMod val="95000"/>
              <a:lumOff val="5000"/>
            </a:schemeClr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 PIVOT TABLE AND CHARTS-1'!$AE$5:$AE$5124</cx:f>
        <cx:lvl ptCount="5120">
          <cx:pt idx="0">MOVIE</cx:pt>
          <cx:pt idx="1">MOVIE</cx:pt>
          <cx:pt idx="2">MOVIE</cx:pt>
          <cx:pt idx="3">MOVIE</cx:pt>
          <cx:pt idx="4">SHOW</cx:pt>
          <cx:pt idx="5">MOVIE</cx:pt>
          <cx:pt idx="6">MOVIE</cx:pt>
          <cx:pt idx="7">MOVIE</cx:pt>
          <cx:pt idx="8">MOVIE</cx:pt>
          <cx:pt idx="9">MOVIE</cx:pt>
          <cx:pt idx="10">MOVIE</cx:pt>
          <cx:pt idx="11">MOVIE</cx:pt>
          <cx:pt idx="12">MOVIE</cx:pt>
          <cx:pt idx="13">MOVIE</cx:pt>
          <cx:pt idx="14">MOVIE</cx:pt>
          <cx:pt idx="15">MOVIE</cx:pt>
          <cx:pt idx="16">MOVIE</cx:pt>
          <cx:pt idx="17">MOVIE</cx:pt>
          <cx:pt idx="18">MOVIE</cx:pt>
          <cx:pt idx="19">MOVIE</cx:pt>
          <cx:pt idx="20">MOVIE</cx:pt>
          <cx:pt idx="21">MOVIE</cx:pt>
          <cx:pt idx="22">MOVIE</cx:pt>
          <cx:pt idx="23">MOVIE</cx:pt>
          <cx:pt idx="24">MOVIE</cx:pt>
          <cx:pt idx="25">MOVIE</cx:pt>
          <cx:pt idx="26">MOVIE</cx:pt>
          <cx:pt idx="27">MOVIE</cx:pt>
          <cx:pt idx="28">MOVIE</cx:pt>
          <cx:pt idx="29">MOVIE</cx:pt>
          <cx:pt idx="30">MOVIE</cx:pt>
          <cx:pt idx="31">MOVIE</cx:pt>
          <cx:pt idx="32">MOVIE</cx:pt>
          <cx:pt idx="33">MOVIE</cx:pt>
          <cx:pt idx="34">MOVIE</cx:pt>
          <cx:pt idx="35">MOVIE</cx:pt>
          <cx:pt idx="36">MOVIE</cx:pt>
          <cx:pt idx="37">MOVIE</cx:pt>
          <cx:pt idx="38">MOVIE</cx:pt>
          <cx:pt idx="39">MOVIE</cx:pt>
          <cx:pt idx="40">MOVIE</cx:pt>
          <cx:pt idx="41">MOVIE</cx:pt>
          <cx:pt idx="42">SHOW</cx:pt>
          <cx:pt idx="43">MOVIE</cx:pt>
          <cx:pt idx="44">MOVIE</cx:pt>
          <cx:pt idx="45">MOVIE</cx:pt>
          <cx:pt idx="46">MOVIE</cx:pt>
          <cx:pt idx="47">MOVIE</cx:pt>
          <cx:pt idx="48">MOVIE</cx:pt>
          <cx:pt idx="49">MOVIE</cx:pt>
          <cx:pt idx="50">SHOW</cx:pt>
          <cx:pt idx="51">MOVIE</cx:pt>
          <cx:pt idx="52">SHOW</cx:pt>
          <cx:pt idx="53">MOVIE</cx:pt>
          <cx:pt idx="54">MOVIE</cx:pt>
          <cx:pt idx="55">SHOW</cx:pt>
          <cx:pt idx="56">MOVIE</cx:pt>
          <cx:pt idx="57">MOVIE</cx:pt>
          <cx:pt idx="58">MOVIE</cx:pt>
          <cx:pt idx="59">SHOW</cx:pt>
          <cx:pt idx="60">SHOW</cx:pt>
          <cx:pt idx="61">SHOW</cx:pt>
          <cx:pt idx="62">SHOW</cx:pt>
          <cx:pt idx="63">MOVIE</cx:pt>
          <cx:pt idx="64">MOVIE</cx:pt>
          <cx:pt idx="65">MOVIE</cx:pt>
          <cx:pt idx="66">MOVIE</cx:pt>
          <cx:pt idx="67">MOVIE</cx:pt>
          <cx:pt idx="68">MOVIE</cx:pt>
          <cx:pt idx="69">MOVIE</cx:pt>
          <cx:pt idx="70">MOVIE</cx:pt>
          <cx:pt idx="71">MOVIE</cx:pt>
          <cx:pt idx="72">MOVIE</cx:pt>
          <cx:pt idx="73">MOVIE</cx:pt>
          <cx:pt idx="74">MOVIE</cx:pt>
          <cx:pt idx="75">MOVIE</cx:pt>
          <cx:pt idx="76">MOVIE</cx:pt>
          <cx:pt idx="77">MOVIE</cx:pt>
          <cx:pt idx="78">MOVIE</cx:pt>
          <cx:pt idx="79">MOVIE</cx:pt>
          <cx:pt idx="80">MOVIE</cx:pt>
          <cx:pt idx="81">MOVIE</cx:pt>
          <cx:pt idx="82">MOVIE</cx:pt>
          <cx:pt idx="83">MOVIE</cx:pt>
          <cx:pt idx="84">MOVIE</cx:pt>
          <cx:pt idx="85">MOVIE</cx:pt>
          <cx:pt idx="86">MOVIE</cx:pt>
          <cx:pt idx="87">MOVIE</cx:pt>
          <cx:pt idx="88">MOVIE</cx:pt>
          <cx:pt idx="89">MOVIE</cx:pt>
          <cx:pt idx="90">SHOW</cx:pt>
          <cx:pt idx="91">MOVIE</cx:pt>
          <cx:pt idx="92">MOVIE</cx:pt>
          <cx:pt idx="93">MOVIE</cx:pt>
          <cx:pt idx="94">MOVIE</cx:pt>
          <cx:pt idx="95">MOVIE</cx:pt>
          <cx:pt idx="96">MOVIE</cx:pt>
          <cx:pt idx="97">SHOW</cx:pt>
          <cx:pt idx="98">SHOW</cx:pt>
          <cx:pt idx="99">SHOW</cx:pt>
          <cx:pt idx="100">MOVIE</cx:pt>
          <cx:pt idx="101">MOVIE</cx:pt>
          <cx:pt idx="102">SHOW</cx:pt>
          <cx:pt idx="103">MOVIE</cx:pt>
          <cx:pt idx="104">SHOW</cx:pt>
          <cx:pt idx="105">SHOW</cx:pt>
          <cx:pt idx="106">SHOW</cx:pt>
          <cx:pt idx="107">MOVIE</cx:pt>
          <cx:pt idx="108">SHOW</cx:pt>
          <cx:pt idx="109">MOVIE</cx:pt>
          <cx:pt idx="110">MOVIE</cx:pt>
          <cx:pt idx="111">MOVIE</cx:pt>
          <cx:pt idx="112">SHOW</cx:pt>
          <cx:pt idx="113">SHOW</cx:pt>
          <cx:pt idx="114">MOVIE</cx:pt>
          <cx:pt idx="115">SHOW</cx:pt>
          <cx:pt idx="116">MOVIE</cx:pt>
          <cx:pt idx="117">SHOW</cx:pt>
          <cx:pt idx="118">MOVIE</cx:pt>
          <cx:pt idx="119">MOVIE</cx:pt>
          <cx:pt idx="120">MOVIE</cx:pt>
          <cx:pt idx="121">MOVIE</cx:pt>
          <cx:pt idx="122">MOVIE</cx:pt>
          <cx:pt idx="123">MOVIE</cx:pt>
          <cx:pt idx="124">SHOW</cx:pt>
          <cx:pt idx="125">SHOW</cx:pt>
          <cx:pt idx="126">SHOW</cx:pt>
          <cx:pt idx="127">MOVIE</cx:pt>
          <cx:pt idx="128">MOVIE</cx:pt>
          <cx:pt idx="129">MOVIE</cx:pt>
          <cx:pt idx="130">MOVIE</cx:pt>
          <cx:pt idx="131">MOVIE</cx:pt>
          <cx:pt idx="132">MOVIE</cx:pt>
          <cx:pt idx="133">MOVIE</cx:pt>
          <cx:pt idx="134">MOVIE</cx:pt>
          <cx:pt idx="135">MOVIE</cx:pt>
          <cx:pt idx="136">MOVIE</cx:pt>
          <cx:pt idx="137">MOVIE</cx:pt>
          <cx:pt idx="138">MOVIE</cx:pt>
          <cx:pt idx="139">MOVIE</cx:pt>
          <cx:pt idx="140">MOVIE</cx:pt>
          <cx:pt idx="141">MOVIE</cx:pt>
          <cx:pt idx="142">MOVIE</cx:pt>
          <cx:pt idx="143">MOVIE</cx:pt>
          <cx:pt idx="144">SHOW</cx:pt>
          <cx:pt idx="145">MOVIE</cx:pt>
          <cx:pt idx="146">MOVIE</cx:pt>
          <cx:pt idx="147">MOVIE</cx:pt>
          <cx:pt idx="148">MOVIE</cx:pt>
          <cx:pt idx="149">MOVIE</cx:pt>
          <cx:pt idx="150">MOVIE</cx:pt>
          <cx:pt idx="151">MOVIE</cx:pt>
          <cx:pt idx="152">MOVIE</cx:pt>
          <cx:pt idx="153">MOVIE</cx:pt>
          <cx:pt idx="154">MOVIE</cx:pt>
          <cx:pt idx="155">MOVIE</cx:pt>
          <cx:pt idx="156">MOVIE</cx:pt>
          <cx:pt idx="157">MOVIE</cx:pt>
          <cx:pt idx="158">MOVIE</cx:pt>
          <cx:pt idx="159">SHOW</cx:pt>
          <cx:pt idx="160">SHOW</cx:pt>
          <cx:pt idx="161">SHOW</cx:pt>
          <cx:pt idx="162">MOVIE</cx:pt>
          <cx:pt idx="163">MOVIE</cx:pt>
          <cx:pt idx="164">SHOW</cx:pt>
          <cx:pt idx="165">MOVIE</cx:pt>
          <cx:pt idx="166">MOVIE</cx:pt>
          <cx:pt idx="167">SHOW</cx:pt>
          <cx:pt idx="168">MOVIE</cx:pt>
          <cx:pt idx="169">MOVIE</cx:pt>
          <cx:pt idx="170">MOVIE</cx:pt>
          <cx:pt idx="171">MOVIE</cx:pt>
          <cx:pt idx="172">MOVIE</cx:pt>
          <cx:pt idx="173">MOVIE</cx:pt>
          <cx:pt idx="174">MOVIE</cx:pt>
          <cx:pt idx="175">SHOW</cx:pt>
          <cx:pt idx="176">SHOW</cx:pt>
          <cx:pt idx="177">MOVIE</cx:pt>
          <cx:pt idx="178">MOVIE</cx:pt>
          <cx:pt idx="179">SHOW</cx:pt>
          <cx:pt idx="180">MOVIE</cx:pt>
          <cx:pt idx="181">MOVIE</cx:pt>
          <cx:pt idx="182">MOVIE</cx:pt>
          <cx:pt idx="183">MOVIE</cx:pt>
          <cx:pt idx="184">MOVIE</cx:pt>
          <cx:pt idx="185">MOVIE</cx:pt>
          <cx:pt idx="186">MOVIE</cx:pt>
          <cx:pt idx="187">MOVIE</cx:pt>
          <cx:pt idx="188">MOVIE</cx:pt>
          <cx:pt idx="189">MOVIE</cx:pt>
          <cx:pt idx="190">MOVIE</cx:pt>
          <cx:pt idx="191">MOVIE</cx:pt>
          <cx:pt idx="192">SHOW</cx:pt>
          <cx:pt idx="193">MOVIE</cx:pt>
          <cx:pt idx="194">MOVIE</cx:pt>
          <cx:pt idx="195">MOVIE</cx:pt>
          <cx:pt idx="196">MOVIE</cx:pt>
          <cx:pt idx="197">MOVIE</cx:pt>
          <cx:pt idx="198">MOVIE</cx:pt>
          <cx:pt idx="199">MOVIE</cx:pt>
          <cx:pt idx="200">MOVIE</cx:pt>
          <cx:pt idx="201">MOVIE</cx:pt>
          <cx:pt idx="202">MOVIE</cx:pt>
          <cx:pt idx="203">MOVIE</cx:pt>
          <cx:pt idx="204">MOVIE</cx:pt>
          <cx:pt idx="205">MOVIE</cx:pt>
          <cx:pt idx="206">MOVIE</cx:pt>
          <cx:pt idx="207">MOVIE</cx:pt>
          <cx:pt idx="208">MOVIE</cx:pt>
          <cx:pt idx="209">MOVIE</cx:pt>
          <cx:pt idx="210">MOVIE</cx:pt>
          <cx:pt idx="211">MOVIE</cx:pt>
          <cx:pt idx="212">MOVIE</cx:pt>
          <cx:pt idx="213">MOVIE</cx:pt>
          <cx:pt idx="214">MOVIE</cx:pt>
          <cx:pt idx="215">MOVIE</cx:pt>
          <cx:pt idx="216">MOVIE</cx:pt>
          <cx:pt idx="217">MOVIE</cx:pt>
          <cx:pt idx="218">MOVIE</cx:pt>
          <cx:pt idx="219">MOVIE</cx:pt>
          <cx:pt idx="220">MOVIE</cx:pt>
          <cx:pt idx="221">MOVIE</cx:pt>
          <cx:pt idx="222">MOVIE</cx:pt>
          <cx:pt idx="223">MOVIE</cx:pt>
          <cx:pt idx="224">MOVIE</cx:pt>
          <cx:pt idx="225">MOVIE</cx:pt>
          <cx:pt idx="226">MOVIE</cx:pt>
          <cx:pt idx="227">SHOW</cx:pt>
          <cx:pt idx="228">SHOW</cx:pt>
          <cx:pt idx="229">SHOW</cx:pt>
          <cx:pt idx="230">SHOW</cx:pt>
          <cx:pt idx="231">SHOW</cx:pt>
          <cx:pt idx="232">SHOW</cx:pt>
          <cx:pt idx="233">SHOW</cx:pt>
          <cx:pt idx="234">SHOW</cx:pt>
          <cx:pt idx="235">SHOW</cx:pt>
          <cx:pt idx="236">SHOW</cx:pt>
          <cx:pt idx="237">SHOW</cx:pt>
          <cx:pt idx="238">MOVIE</cx:pt>
          <cx:pt idx="239">MOVIE</cx:pt>
          <cx:pt idx="240">SHOW</cx:pt>
          <cx:pt idx="241">SHOW</cx:pt>
          <cx:pt idx="242">SHOW</cx:pt>
          <cx:pt idx="243">SHOW</cx:pt>
          <cx:pt idx="244">MOVIE</cx:pt>
          <cx:pt idx="245">MOVIE</cx:pt>
          <cx:pt idx="246">MOVIE</cx:pt>
          <cx:pt idx="247">SHOW</cx:pt>
          <cx:pt idx="248">MOVIE</cx:pt>
          <cx:pt idx="249">MOVIE</cx:pt>
          <cx:pt idx="250">SHOW</cx:pt>
          <cx:pt idx="251">SHOW</cx:pt>
          <cx:pt idx="252">MOVIE</cx:pt>
          <cx:pt idx="253">SHOW</cx:pt>
          <cx:pt idx="254">SHOW</cx:pt>
          <cx:pt idx="255">MOVIE</cx:pt>
          <cx:pt idx="256">SHOW</cx:pt>
          <cx:pt idx="257">MOVIE</cx:pt>
          <cx:pt idx="258">MOVIE</cx:pt>
          <cx:pt idx="259">MOVIE</cx:pt>
          <cx:pt idx="260">MOVIE</cx:pt>
          <cx:pt idx="261">MOVIE</cx:pt>
          <cx:pt idx="262">SHOW</cx:pt>
          <cx:pt idx="263">MOVIE</cx:pt>
          <cx:pt idx="264">MOVIE</cx:pt>
          <cx:pt idx="265">MOVIE</cx:pt>
          <cx:pt idx="266">MOVIE</cx:pt>
          <cx:pt idx="267">MOVIE</cx:pt>
          <cx:pt idx="268">SHOW</cx:pt>
          <cx:pt idx="269">MOVIE</cx:pt>
          <cx:pt idx="270">MOVIE</cx:pt>
          <cx:pt idx="271">MOVIE</cx:pt>
          <cx:pt idx="272">SHOW</cx:pt>
          <cx:pt idx="273">MOVIE</cx:pt>
          <cx:pt idx="274">MOVIE</cx:pt>
          <cx:pt idx="275">MOVIE</cx:pt>
          <cx:pt idx="276">MOVIE</cx:pt>
          <cx:pt idx="277">MOVIE</cx:pt>
          <cx:pt idx="278">SHOW</cx:pt>
          <cx:pt idx="279">MOVIE</cx:pt>
          <cx:pt idx="280">MOVIE</cx:pt>
          <cx:pt idx="281">MOVIE</cx:pt>
          <cx:pt idx="282">MOVIE</cx:pt>
          <cx:pt idx="283">SHOW</cx:pt>
          <cx:pt idx="284">MOVIE</cx:pt>
          <cx:pt idx="285">SHOW</cx:pt>
          <cx:pt idx="286">SHOW</cx:pt>
          <cx:pt idx="287">MOVIE</cx:pt>
          <cx:pt idx="288">MOVIE</cx:pt>
          <cx:pt idx="289">SHOW</cx:pt>
          <cx:pt idx="290">MOVIE</cx:pt>
          <cx:pt idx="291">MOVIE</cx:pt>
          <cx:pt idx="292">MOVIE</cx:pt>
          <cx:pt idx="293">MOVIE</cx:pt>
          <cx:pt idx="294">MOVIE</cx:pt>
          <cx:pt idx="295">MOVIE</cx:pt>
          <cx:pt idx="296">MOVIE</cx:pt>
          <cx:pt idx="297">MOVIE</cx:pt>
          <cx:pt idx="298">SHOW</cx:pt>
          <cx:pt idx="299">MOVIE</cx:pt>
          <cx:pt idx="300">MOVIE</cx:pt>
          <cx:pt idx="301">MOVIE</cx:pt>
          <cx:pt idx="302">MOVIE</cx:pt>
          <cx:pt idx="303">MOVIE</cx:pt>
          <cx:pt idx="304">MOVIE</cx:pt>
          <cx:pt idx="305">MOVIE</cx:pt>
          <cx:pt idx="306">MOVIE</cx:pt>
          <cx:pt idx="307">MOVIE</cx:pt>
          <cx:pt idx="308">SHOW</cx:pt>
          <cx:pt idx="309">MOVIE</cx:pt>
          <cx:pt idx="310">MOVIE</cx:pt>
          <cx:pt idx="311">MOVIE</cx:pt>
          <cx:pt idx="312">MOVIE</cx:pt>
          <cx:pt idx="313">SHOW</cx:pt>
          <cx:pt idx="314">MOVIE</cx:pt>
          <cx:pt idx="315">MOVIE</cx:pt>
          <cx:pt idx="316">MOVIE</cx:pt>
          <cx:pt idx="317">MOVIE</cx:pt>
          <cx:pt idx="318">MOVIE</cx:pt>
          <cx:pt idx="319">MOVIE</cx:pt>
          <cx:pt idx="320">MOVIE</cx:pt>
          <cx:pt idx="321">MOVIE</cx:pt>
          <cx:pt idx="322">MOVIE</cx:pt>
          <cx:pt idx="323">MOVIE</cx:pt>
          <cx:pt idx="324">MOVIE</cx:pt>
          <cx:pt idx="325">MOVIE</cx:pt>
          <cx:pt idx="326">MOVIE</cx:pt>
          <cx:pt idx="327">MOVIE</cx:pt>
          <cx:pt idx="328">MOVIE</cx:pt>
          <cx:pt idx="329">MOVIE</cx:pt>
          <cx:pt idx="330">MOVIE</cx:pt>
          <cx:pt idx="331">MOVIE</cx:pt>
          <cx:pt idx="332">MOVIE</cx:pt>
          <cx:pt idx="333">MOVIE</cx:pt>
          <cx:pt idx="334">SHOW</cx:pt>
          <cx:pt idx="335">MOVIE</cx:pt>
          <cx:pt idx="336">MOVIE</cx:pt>
          <cx:pt idx="337">MOVIE</cx:pt>
          <cx:pt idx="338">SHOW</cx:pt>
          <cx:pt idx="339">MOVIE</cx:pt>
          <cx:pt idx="340">MOVIE</cx:pt>
          <cx:pt idx="341">MOVIE</cx:pt>
          <cx:pt idx="342">MOVIE</cx:pt>
          <cx:pt idx="343">MOVIE</cx:pt>
          <cx:pt idx="344">MOVIE</cx:pt>
          <cx:pt idx="345">MOVIE</cx:pt>
          <cx:pt idx="346">SHOW</cx:pt>
          <cx:pt idx="347">SHOW</cx:pt>
          <cx:pt idx="348">MOVIE</cx:pt>
          <cx:pt idx="349">SHOW</cx:pt>
          <cx:pt idx="350">SHOW</cx:pt>
          <cx:pt idx="351">SHOW</cx:pt>
          <cx:pt idx="352">SHOW</cx:pt>
          <cx:pt idx="353">MOVIE</cx:pt>
          <cx:pt idx="354">SHOW</cx:pt>
          <cx:pt idx="355">SHOW</cx:pt>
          <cx:pt idx="356">MOVIE</cx:pt>
          <cx:pt idx="357">MOVIE</cx:pt>
          <cx:pt idx="358">MOVIE</cx:pt>
          <cx:pt idx="359">MOVIE</cx:pt>
          <cx:pt idx="360">SHOW</cx:pt>
          <cx:pt idx="361">SHOW</cx:pt>
          <cx:pt idx="362">MOVIE</cx:pt>
          <cx:pt idx="363">SHOW</cx:pt>
          <cx:pt idx="364">MOVIE</cx:pt>
          <cx:pt idx="365">MOVIE</cx:pt>
          <cx:pt idx="366">MOVIE</cx:pt>
          <cx:pt idx="367">MOVIE</cx:pt>
          <cx:pt idx="368">SHOW</cx:pt>
          <cx:pt idx="369">SHOW</cx:pt>
          <cx:pt idx="370">MOVIE</cx:pt>
          <cx:pt idx="371">SHOW</cx:pt>
          <cx:pt idx="372">MOVIE</cx:pt>
          <cx:pt idx="373">MOVIE</cx:pt>
          <cx:pt idx="374">SHOW</cx:pt>
          <cx:pt idx="375">MOVIE</cx:pt>
          <cx:pt idx="376">MOVIE</cx:pt>
          <cx:pt idx="377">MOVIE</cx:pt>
          <cx:pt idx="378">SHOW</cx:pt>
          <cx:pt idx="379">MOVIE</cx:pt>
          <cx:pt idx="380">MOVIE</cx:pt>
          <cx:pt idx="381">SHOW</cx:pt>
          <cx:pt idx="382">MOVIE</cx:pt>
          <cx:pt idx="383">SHOW</cx:pt>
          <cx:pt idx="384">MOVIE</cx:pt>
          <cx:pt idx="385">MOVIE</cx:pt>
          <cx:pt idx="386">MOVIE</cx:pt>
          <cx:pt idx="387">SHOW</cx:pt>
          <cx:pt idx="388">SHOW</cx:pt>
          <cx:pt idx="389">MOVIE</cx:pt>
          <cx:pt idx="390">MOVIE</cx:pt>
          <cx:pt idx="391">SHOW</cx:pt>
          <cx:pt idx="392">MOVIE</cx:pt>
          <cx:pt idx="393">SHOW</cx:pt>
          <cx:pt idx="394">SHOW</cx:pt>
          <cx:pt idx="395">SHOW</cx:pt>
          <cx:pt idx="396">MOVIE</cx:pt>
          <cx:pt idx="397">SHOW</cx:pt>
          <cx:pt idx="398">SHOW</cx:pt>
          <cx:pt idx="399">MOVIE</cx:pt>
          <cx:pt idx="400">SHOW</cx:pt>
          <cx:pt idx="401">SHOW</cx:pt>
          <cx:pt idx="402">MOVIE</cx:pt>
          <cx:pt idx="403">SHOW</cx:pt>
          <cx:pt idx="404">SHOW</cx:pt>
          <cx:pt idx="405">SHOW</cx:pt>
          <cx:pt idx="406">SHOW</cx:pt>
          <cx:pt idx="407">MOVIE</cx:pt>
          <cx:pt idx="408">SHOW</cx:pt>
          <cx:pt idx="409">MOVIE</cx:pt>
          <cx:pt idx="410">MOVIE</cx:pt>
          <cx:pt idx="411">MOVIE</cx:pt>
          <cx:pt idx="412">MOVIE</cx:pt>
          <cx:pt idx="413">MOVIE</cx:pt>
          <cx:pt idx="414">MOVIE</cx:pt>
          <cx:pt idx="415">SHOW</cx:pt>
          <cx:pt idx="416">MOVIE</cx:pt>
          <cx:pt idx="417">SHOW</cx:pt>
          <cx:pt idx="418">SHOW</cx:pt>
          <cx:pt idx="419">SHOW</cx:pt>
          <cx:pt idx="420">MOVIE</cx:pt>
          <cx:pt idx="421">MOVIE</cx:pt>
          <cx:pt idx="422">MOVIE</cx:pt>
          <cx:pt idx="423">MOVIE</cx:pt>
          <cx:pt idx="424">MOVIE</cx:pt>
          <cx:pt idx="425">MOVIE</cx:pt>
          <cx:pt idx="426">MOVIE</cx:pt>
          <cx:pt idx="427">MOVIE</cx:pt>
          <cx:pt idx="428">SHOW</cx:pt>
          <cx:pt idx="429">MOVIE</cx:pt>
          <cx:pt idx="430">MOVIE</cx:pt>
          <cx:pt idx="431">SHOW</cx:pt>
          <cx:pt idx="432">MOVIE</cx:pt>
          <cx:pt idx="433">MOVIE</cx:pt>
          <cx:pt idx="434">MOVIE</cx:pt>
          <cx:pt idx="435">SHOW</cx:pt>
          <cx:pt idx="436">SHOW</cx:pt>
          <cx:pt idx="437">MOVIE</cx:pt>
          <cx:pt idx="438">MOVIE</cx:pt>
          <cx:pt idx="439">MOVIE</cx:pt>
          <cx:pt idx="440">SHOW</cx:pt>
          <cx:pt idx="441">MOVIE</cx:pt>
          <cx:pt idx="442">MOVIE</cx:pt>
          <cx:pt idx="443">MOVIE</cx:pt>
          <cx:pt idx="444">SHOW</cx:pt>
          <cx:pt idx="445">MOVIE</cx:pt>
          <cx:pt idx="446">MOVIE</cx:pt>
          <cx:pt idx="447">MOVIE</cx:pt>
          <cx:pt idx="448">SHOW</cx:pt>
          <cx:pt idx="449">MOVIE</cx:pt>
          <cx:pt idx="450">MOVIE</cx:pt>
          <cx:pt idx="451">MOVIE</cx:pt>
          <cx:pt idx="452">MOVIE</cx:pt>
          <cx:pt idx="453">SHOW</cx:pt>
          <cx:pt idx="454">MOVIE</cx:pt>
          <cx:pt idx="455">SHOW</cx:pt>
          <cx:pt idx="456">SHOW</cx:pt>
          <cx:pt idx="457">MOVIE</cx:pt>
          <cx:pt idx="458">MOVIE</cx:pt>
          <cx:pt idx="459">MOVIE</cx:pt>
          <cx:pt idx="460">MOVIE</cx:pt>
          <cx:pt idx="461">MOVIE</cx:pt>
          <cx:pt idx="462">MOVIE</cx:pt>
          <cx:pt idx="463">SHOW</cx:pt>
          <cx:pt idx="464">MOVIE</cx:pt>
          <cx:pt idx="465">MOVIE</cx:pt>
          <cx:pt idx="466">MOVIE</cx:pt>
          <cx:pt idx="467">MOVIE</cx:pt>
          <cx:pt idx="468">MOVIE</cx:pt>
          <cx:pt idx="469">MOVIE</cx:pt>
          <cx:pt idx="470">MOVIE</cx:pt>
          <cx:pt idx="471">MOVIE</cx:pt>
          <cx:pt idx="472">MOVIE</cx:pt>
          <cx:pt idx="473">MOVIE</cx:pt>
          <cx:pt idx="474">MOVIE</cx:pt>
          <cx:pt idx="475">MOVIE</cx:pt>
          <cx:pt idx="476">MOVIE</cx:pt>
          <cx:pt idx="477">MOVIE</cx:pt>
          <cx:pt idx="478">MOVIE</cx:pt>
          <cx:pt idx="479">MOVIE</cx:pt>
          <cx:pt idx="480">MOVIE</cx:pt>
          <cx:pt idx="481">SHOW</cx:pt>
          <cx:pt idx="482">MOVIE</cx:pt>
          <cx:pt idx="483">MOVIE</cx:pt>
          <cx:pt idx="484">MOVIE</cx:pt>
          <cx:pt idx="485">MOVIE</cx:pt>
          <cx:pt idx="486">MOVIE</cx:pt>
          <cx:pt idx="487">MOVIE</cx:pt>
          <cx:pt idx="488">MOVIE</cx:pt>
          <cx:pt idx="489">MOVIE</cx:pt>
          <cx:pt idx="490">SHOW</cx:pt>
          <cx:pt idx="491">MOVIE</cx:pt>
          <cx:pt idx="492">MOVIE</cx:pt>
          <cx:pt idx="493">MOVIE</cx:pt>
          <cx:pt idx="494">MOVIE</cx:pt>
          <cx:pt idx="495">MOVIE</cx:pt>
          <cx:pt idx="496">MOVIE</cx:pt>
          <cx:pt idx="497">MOVIE</cx:pt>
          <cx:pt idx="498">MOVIE</cx:pt>
          <cx:pt idx="499">MOVIE</cx:pt>
          <cx:pt idx="500">MOVIE</cx:pt>
          <cx:pt idx="501">MOVIE</cx:pt>
          <cx:pt idx="502">MOVIE</cx:pt>
          <cx:pt idx="503">MOVIE</cx:pt>
          <cx:pt idx="504">MOVIE</cx:pt>
          <cx:pt idx="505">MOVIE</cx:pt>
          <cx:pt idx="506">MOVIE</cx:pt>
          <cx:pt idx="507">SHOW</cx:pt>
          <cx:pt idx="508">SHOW</cx:pt>
          <cx:pt idx="509">MOVIE</cx:pt>
          <cx:pt idx="510">SHOW</cx:pt>
          <cx:pt idx="511">MOVIE</cx:pt>
          <cx:pt idx="512">MOVIE</cx:pt>
          <cx:pt idx="513">MOVIE</cx:pt>
          <cx:pt idx="514">MOVIE</cx:pt>
          <cx:pt idx="515">MOVIE</cx:pt>
          <cx:pt idx="516">MOVIE</cx:pt>
          <cx:pt idx="517">MOVIE</cx:pt>
          <cx:pt idx="518">MOVIE</cx:pt>
          <cx:pt idx="519">SHOW</cx:pt>
          <cx:pt idx="520">MOVIE</cx:pt>
          <cx:pt idx="521">SHOW</cx:pt>
          <cx:pt idx="522">MOVIE</cx:pt>
          <cx:pt idx="523">SHOW</cx:pt>
          <cx:pt idx="524">MOVIE</cx:pt>
          <cx:pt idx="525">MOVIE</cx:pt>
          <cx:pt idx="526">MOVIE</cx:pt>
          <cx:pt idx="527">MOVIE</cx:pt>
          <cx:pt idx="528">SHOW</cx:pt>
          <cx:pt idx="529">MOVIE</cx:pt>
          <cx:pt idx="530">MOVIE</cx:pt>
          <cx:pt idx="531">SHOW</cx:pt>
          <cx:pt idx="532">MOVIE</cx:pt>
          <cx:pt idx="533">SHOW</cx:pt>
          <cx:pt idx="534">MOVIE</cx:pt>
          <cx:pt idx="535">MOVIE</cx:pt>
          <cx:pt idx="536">MOVIE</cx:pt>
          <cx:pt idx="537">MOVIE</cx:pt>
          <cx:pt idx="538">MOVIE</cx:pt>
          <cx:pt idx="539">SHOW</cx:pt>
          <cx:pt idx="540">MOVIE</cx:pt>
          <cx:pt idx="541">MOVIE</cx:pt>
          <cx:pt idx="542">MOVIE</cx:pt>
          <cx:pt idx="543">MOVIE</cx:pt>
          <cx:pt idx="544">MOVIE</cx:pt>
          <cx:pt idx="545">MOVIE</cx:pt>
          <cx:pt idx="546">MOVIE</cx:pt>
          <cx:pt idx="547">MOVIE</cx:pt>
          <cx:pt idx="548">MOVIE</cx:pt>
          <cx:pt idx="549">MOVIE</cx:pt>
          <cx:pt idx="550">MOVIE</cx:pt>
          <cx:pt idx="551">MOVIE</cx:pt>
          <cx:pt idx="552">MOVIE</cx:pt>
          <cx:pt idx="553">MOVIE</cx:pt>
          <cx:pt idx="554">MOVIE</cx:pt>
          <cx:pt idx="555">MOVIE</cx:pt>
          <cx:pt idx="556">SHOW</cx:pt>
          <cx:pt idx="557">MOVIE</cx:pt>
          <cx:pt idx="558">MOVIE</cx:pt>
          <cx:pt idx="559">MOVIE</cx:pt>
          <cx:pt idx="560">MOVIE</cx:pt>
          <cx:pt idx="561">MOVIE</cx:pt>
          <cx:pt idx="562">MOVIE</cx:pt>
          <cx:pt idx="563">MOVIE</cx:pt>
          <cx:pt idx="564">MOVIE</cx:pt>
          <cx:pt idx="565">MOVIE</cx:pt>
          <cx:pt idx="566">MOVIE</cx:pt>
          <cx:pt idx="567">MOVIE</cx:pt>
          <cx:pt idx="568">MOVIE</cx:pt>
          <cx:pt idx="569">MOVIE</cx:pt>
          <cx:pt idx="570">MOVIE</cx:pt>
          <cx:pt idx="571">SHOW</cx:pt>
          <cx:pt idx="572">MOVIE</cx:pt>
          <cx:pt idx="573">MOVIE</cx:pt>
          <cx:pt idx="574">MOVIE</cx:pt>
          <cx:pt idx="575">MOVIE</cx:pt>
          <cx:pt idx="576">MOVIE</cx:pt>
          <cx:pt idx="577">MOVIE</cx:pt>
          <cx:pt idx="578">MOVIE</cx:pt>
          <cx:pt idx="579">MOVIE</cx:pt>
          <cx:pt idx="580">SHOW</cx:pt>
          <cx:pt idx="581">MOVIE</cx:pt>
          <cx:pt idx="582">MOVIE</cx:pt>
          <cx:pt idx="583">MOVIE</cx:pt>
          <cx:pt idx="584">MOVIE</cx:pt>
          <cx:pt idx="585">MOVIE</cx:pt>
          <cx:pt idx="586">MOVIE</cx:pt>
          <cx:pt idx="587">MOVIE</cx:pt>
          <cx:pt idx="588">MOVIE</cx:pt>
          <cx:pt idx="589">SHOW</cx:pt>
          <cx:pt idx="590">MOVIE</cx:pt>
          <cx:pt idx="591">SHOW</cx:pt>
          <cx:pt idx="592">MOVIE</cx:pt>
          <cx:pt idx="593">MOVIE</cx:pt>
          <cx:pt idx="594">MOVIE</cx:pt>
          <cx:pt idx="595">MOVIE</cx:pt>
          <cx:pt idx="596">MOVIE</cx:pt>
          <cx:pt idx="597">MOVIE</cx:pt>
          <cx:pt idx="598">MOVIE</cx:pt>
          <cx:pt idx="599">MOVIE</cx:pt>
          <cx:pt idx="600">MOVIE</cx:pt>
          <cx:pt idx="601">MOVIE</cx:pt>
          <cx:pt idx="602">MOVIE</cx:pt>
          <cx:pt idx="603">MOVIE</cx:pt>
          <cx:pt idx="604">MOVIE</cx:pt>
          <cx:pt idx="605">MOVIE</cx:pt>
          <cx:pt idx="606">MOVIE</cx:pt>
          <cx:pt idx="607">MOVIE</cx:pt>
          <cx:pt idx="608">MOVIE</cx:pt>
          <cx:pt idx="609">MOVIE</cx:pt>
          <cx:pt idx="610">MOVIE</cx:pt>
          <cx:pt idx="611">MOVIE</cx:pt>
          <cx:pt idx="612">MOVIE</cx:pt>
          <cx:pt idx="613">MOVIE</cx:pt>
          <cx:pt idx="614">MOVIE</cx:pt>
          <cx:pt idx="615">MOVIE</cx:pt>
          <cx:pt idx="616">MOVIE</cx:pt>
          <cx:pt idx="617">SHOW</cx:pt>
          <cx:pt idx="618">MOVIE</cx:pt>
          <cx:pt idx="619">MOVIE</cx:pt>
          <cx:pt idx="620">MOVIE</cx:pt>
          <cx:pt idx="621">MOVIE</cx:pt>
          <cx:pt idx="622">MOVIE</cx:pt>
          <cx:pt idx="623">MOVIE</cx:pt>
          <cx:pt idx="624">SHOW</cx:pt>
          <cx:pt idx="625">MOVIE</cx:pt>
          <cx:pt idx="626">MOVIE</cx:pt>
          <cx:pt idx="627">MOVIE</cx:pt>
          <cx:pt idx="628">MOVIE</cx:pt>
          <cx:pt idx="629">MOVIE</cx:pt>
          <cx:pt idx="630">MOVIE</cx:pt>
          <cx:pt idx="631">SHOW</cx:pt>
          <cx:pt idx="632">MOVIE</cx:pt>
          <cx:pt idx="633">MOVIE</cx:pt>
          <cx:pt idx="634">SHOW</cx:pt>
          <cx:pt idx="635">SHOW</cx:pt>
          <cx:pt idx="636">MOVIE</cx:pt>
          <cx:pt idx="637">MOVIE</cx:pt>
          <cx:pt idx="638">MOVIE</cx:pt>
          <cx:pt idx="639">SHOW</cx:pt>
          <cx:pt idx="640">MOVIE</cx:pt>
          <cx:pt idx="641">MOVIE</cx:pt>
          <cx:pt idx="642">SHOW</cx:pt>
          <cx:pt idx="643">SHOW</cx:pt>
          <cx:pt idx="644">MOVIE</cx:pt>
          <cx:pt idx="645">MOVIE</cx:pt>
          <cx:pt idx="646">MOVIE</cx:pt>
          <cx:pt idx="647">SHOW</cx:pt>
          <cx:pt idx="648">MOVIE</cx:pt>
          <cx:pt idx="649">MOVIE</cx:pt>
          <cx:pt idx="650">MOVIE</cx:pt>
          <cx:pt idx="651">MOVIE</cx:pt>
          <cx:pt idx="652">SHOW</cx:pt>
          <cx:pt idx="653">MOVIE</cx:pt>
          <cx:pt idx="654">MOVIE</cx:pt>
          <cx:pt idx="655">SHOW</cx:pt>
          <cx:pt idx="656">SHOW</cx:pt>
          <cx:pt idx="657">MOVIE</cx:pt>
          <cx:pt idx="658">MOVIE</cx:pt>
          <cx:pt idx="659">SHOW</cx:pt>
          <cx:pt idx="660">MOVIE</cx:pt>
          <cx:pt idx="661">SHOW</cx:pt>
          <cx:pt idx="662">SHOW</cx:pt>
          <cx:pt idx="663">MOVIE</cx:pt>
          <cx:pt idx="664">SHOW</cx:pt>
          <cx:pt idx="665">MOVIE</cx:pt>
          <cx:pt idx="666">SHOW</cx:pt>
          <cx:pt idx="667">SHOW</cx:pt>
          <cx:pt idx="668">MOVIE</cx:pt>
          <cx:pt idx="669">SHOW</cx:pt>
          <cx:pt idx="670">MOVIE</cx:pt>
          <cx:pt idx="671">SHOW</cx:pt>
          <cx:pt idx="672">MOVIE</cx:pt>
          <cx:pt idx="673">MOVIE</cx:pt>
          <cx:pt idx="674">MOVIE</cx:pt>
          <cx:pt idx="675">MOVIE</cx:pt>
          <cx:pt idx="676">MOVIE</cx:pt>
          <cx:pt idx="677">MOVIE</cx:pt>
          <cx:pt idx="678">MOVIE</cx:pt>
          <cx:pt idx="679">MOVIE</cx:pt>
          <cx:pt idx="680">SHOW</cx:pt>
          <cx:pt idx="681">SHOW</cx:pt>
          <cx:pt idx="682">MOVIE</cx:pt>
          <cx:pt idx="683">SHOW</cx:pt>
          <cx:pt idx="684">SHOW</cx:pt>
          <cx:pt idx="685">MOVIE</cx:pt>
          <cx:pt idx="686">SHOW</cx:pt>
          <cx:pt idx="687">MOVIE</cx:pt>
          <cx:pt idx="688">MOVIE</cx:pt>
          <cx:pt idx="689">MOVIE</cx:pt>
          <cx:pt idx="690">SHOW</cx:pt>
          <cx:pt idx="691">MOVIE</cx:pt>
          <cx:pt idx="692">MOVIE</cx:pt>
          <cx:pt idx="693">MOVIE</cx:pt>
          <cx:pt idx="694">SHOW</cx:pt>
          <cx:pt idx="695">MOVIE</cx:pt>
          <cx:pt idx="696">SHOW</cx:pt>
          <cx:pt idx="697">SHOW</cx:pt>
          <cx:pt idx="698">MOVIE</cx:pt>
          <cx:pt idx="699">MOVIE</cx:pt>
          <cx:pt idx="700">SHOW</cx:pt>
          <cx:pt idx="701">SHOW</cx:pt>
          <cx:pt idx="702">MOVIE</cx:pt>
          <cx:pt idx="703">SHOW</cx:pt>
          <cx:pt idx="704">SHOW</cx:pt>
          <cx:pt idx="705">MOVIE</cx:pt>
          <cx:pt idx="706">MOVIE</cx:pt>
          <cx:pt idx="707">SHOW</cx:pt>
          <cx:pt idx="708">SHOW</cx:pt>
          <cx:pt idx="709">SHOW</cx:pt>
          <cx:pt idx="710">SHOW</cx:pt>
          <cx:pt idx="711">MOVIE</cx:pt>
          <cx:pt idx="712">SHOW</cx:pt>
          <cx:pt idx="713">SHOW</cx:pt>
          <cx:pt idx="714">MOVIE</cx:pt>
          <cx:pt idx="715">MOVIE</cx:pt>
          <cx:pt idx="716">MOVIE</cx:pt>
          <cx:pt idx="717">MOVIE</cx:pt>
          <cx:pt idx="718">SHOW</cx:pt>
          <cx:pt idx="719">MOVIE</cx:pt>
          <cx:pt idx="720">SHOW</cx:pt>
          <cx:pt idx="721">MOVIE</cx:pt>
          <cx:pt idx="722">SHOW</cx:pt>
          <cx:pt idx="723">MOVIE</cx:pt>
          <cx:pt idx="724">SHOW</cx:pt>
          <cx:pt idx="725">MOVIE</cx:pt>
          <cx:pt idx="726">MOVIE</cx:pt>
          <cx:pt idx="727">SHOW</cx:pt>
          <cx:pt idx="728">SHOW</cx:pt>
          <cx:pt idx="729">MOVIE</cx:pt>
          <cx:pt idx="730">MOVIE</cx:pt>
          <cx:pt idx="731">SHOW</cx:pt>
          <cx:pt idx="732">SHOW</cx:pt>
          <cx:pt idx="733">MOVIE</cx:pt>
          <cx:pt idx="734">MOVIE</cx:pt>
          <cx:pt idx="735">MOVIE</cx:pt>
          <cx:pt idx="736">MOVIE</cx:pt>
          <cx:pt idx="737">MOVIE</cx:pt>
          <cx:pt idx="738">MOVIE</cx:pt>
          <cx:pt idx="739">MOVIE</cx:pt>
          <cx:pt idx="740">MOVIE</cx:pt>
          <cx:pt idx="741">MOVIE</cx:pt>
          <cx:pt idx="742">MOVIE</cx:pt>
          <cx:pt idx="743">MOVIE</cx:pt>
          <cx:pt idx="744">MOVIE</cx:pt>
          <cx:pt idx="745">SHOW</cx:pt>
          <cx:pt idx="746">SHOW</cx:pt>
          <cx:pt idx="747">MOVIE</cx:pt>
          <cx:pt idx="748">SHOW</cx:pt>
          <cx:pt idx="749">SHOW</cx:pt>
          <cx:pt idx="750">MOVIE</cx:pt>
          <cx:pt idx="751">MOVIE</cx:pt>
          <cx:pt idx="752">SHOW</cx:pt>
          <cx:pt idx="753">MOVIE</cx:pt>
          <cx:pt idx="754">MOVIE</cx:pt>
          <cx:pt idx="755">MOVIE</cx:pt>
          <cx:pt idx="756">MOVIE</cx:pt>
          <cx:pt idx="757">SHOW</cx:pt>
          <cx:pt idx="758">MOVIE</cx:pt>
          <cx:pt idx="759">MOVIE</cx:pt>
          <cx:pt idx="760">MOVIE</cx:pt>
          <cx:pt idx="761">MOVIE</cx:pt>
          <cx:pt idx="762">SHOW</cx:pt>
          <cx:pt idx="763">MOVIE</cx:pt>
          <cx:pt idx="764">SHOW</cx:pt>
          <cx:pt idx="765">MOVIE</cx:pt>
          <cx:pt idx="766">MOVIE</cx:pt>
          <cx:pt idx="767">MOVIE</cx:pt>
          <cx:pt idx="768">MOVIE</cx:pt>
          <cx:pt idx="769">MOVIE</cx:pt>
          <cx:pt idx="770">MOVIE</cx:pt>
          <cx:pt idx="771">MOVIE</cx:pt>
          <cx:pt idx="772">MOVIE</cx:pt>
          <cx:pt idx="773">SHOW</cx:pt>
          <cx:pt idx="774">SHOW</cx:pt>
          <cx:pt idx="775">MOVIE</cx:pt>
          <cx:pt idx="776">MOVIE</cx:pt>
          <cx:pt idx="777">MOVIE</cx:pt>
          <cx:pt idx="778">MOVIE</cx:pt>
          <cx:pt idx="779">MOVIE</cx:pt>
          <cx:pt idx="780">MOVIE</cx:pt>
          <cx:pt idx="781">MOVIE</cx:pt>
          <cx:pt idx="782">SHOW</cx:pt>
          <cx:pt idx="783">SHOW</cx:pt>
          <cx:pt idx="784">MOVIE</cx:pt>
          <cx:pt idx="785">MOVIE</cx:pt>
          <cx:pt idx="786">MOVIE</cx:pt>
          <cx:pt idx="787">MOVIE</cx:pt>
          <cx:pt idx="788">MOVIE</cx:pt>
          <cx:pt idx="789">MOVIE</cx:pt>
          <cx:pt idx="790">MOVIE</cx:pt>
          <cx:pt idx="791">MOVIE</cx:pt>
          <cx:pt idx="792">MOVIE</cx:pt>
          <cx:pt idx="793">MOVIE</cx:pt>
          <cx:pt idx="794">MOVIE</cx:pt>
          <cx:pt idx="795">MOVIE</cx:pt>
          <cx:pt idx="796">MOVIE</cx:pt>
          <cx:pt idx="797">MOVIE</cx:pt>
          <cx:pt idx="798">MOVIE</cx:pt>
          <cx:pt idx="799">SHOW</cx:pt>
          <cx:pt idx="800">MOVIE</cx:pt>
          <cx:pt idx="801">MOVIE</cx:pt>
          <cx:pt idx="802">MOVIE</cx:pt>
          <cx:pt idx="803">MOVIE</cx:pt>
          <cx:pt idx="804">MOVIE</cx:pt>
          <cx:pt idx="805">MOVIE</cx:pt>
          <cx:pt idx="806">MOVIE</cx:pt>
          <cx:pt idx="807">MOVIE</cx:pt>
          <cx:pt idx="808">MOVIE</cx:pt>
          <cx:pt idx="809">MOVIE</cx:pt>
          <cx:pt idx="810">SHOW</cx:pt>
          <cx:pt idx="811">MOVIE</cx:pt>
          <cx:pt idx="812">MOVIE</cx:pt>
          <cx:pt idx="813">MOVIE</cx:pt>
          <cx:pt idx="814">MOVIE</cx:pt>
          <cx:pt idx="815">MOVIE</cx:pt>
          <cx:pt idx="816">MOVIE</cx:pt>
          <cx:pt idx="817">MOVIE</cx:pt>
          <cx:pt idx="818">MOVIE</cx:pt>
          <cx:pt idx="819">MOVIE</cx:pt>
          <cx:pt idx="820">MOVIE</cx:pt>
          <cx:pt idx="821">MOVIE</cx:pt>
          <cx:pt idx="822">SHOW</cx:pt>
          <cx:pt idx="823">MOVIE</cx:pt>
          <cx:pt idx="824">MOVIE</cx:pt>
          <cx:pt idx="825">SHOW</cx:pt>
          <cx:pt idx="826">MOVIE</cx:pt>
          <cx:pt idx="827">MOVIE</cx:pt>
          <cx:pt idx="828">MOVIE</cx:pt>
          <cx:pt idx="829">MOVIE</cx:pt>
          <cx:pt idx="830">MOVIE</cx:pt>
          <cx:pt idx="831">MOVIE</cx:pt>
          <cx:pt idx="832">MOVIE</cx:pt>
          <cx:pt idx="833">SHOW</cx:pt>
          <cx:pt idx="834">MOVIE</cx:pt>
          <cx:pt idx="835">MOVIE</cx:pt>
          <cx:pt idx="836">SHOW</cx:pt>
          <cx:pt idx="837">MOVIE</cx:pt>
          <cx:pt idx="838">MOVIE</cx:pt>
          <cx:pt idx="839">MOVIE</cx:pt>
          <cx:pt idx="840">SHOW</cx:pt>
          <cx:pt idx="841">MOVIE</cx:pt>
          <cx:pt idx="842">SHOW</cx:pt>
          <cx:pt idx="843">MOVIE</cx:pt>
          <cx:pt idx="844">MOVIE</cx:pt>
          <cx:pt idx="845">MOVIE</cx:pt>
          <cx:pt idx="846">MOVIE</cx:pt>
          <cx:pt idx="847">MOVIE</cx:pt>
          <cx:pt idx="848">SHOW</cx:pt>
          <cx:pt idx="849">MOVIE</cx:pt>
          <cx:pt idx="850">MOVIE</cx:pt>
          <cx:pt idx="851">MOVIE</cx:pt>
          <cx:pt idx="852">SHOW</cx:pt>
          <cx:pt idx="853">MOVIE</cx:pt>
          <cx:pt idx="854">SHOW</cx:pt>
          <cx:pt idx="855">SHOW</cx:pt>
          <cx:pt idx="856">SHOW</cx:pt>
          <cx:pt idx="857">SHOW</cx:pt>
          <cx:pt idx="858">SHOW</cx:pt>
          <cx:pt idx="859">MOVIE</cx:pt>
          <cx:pt idx="860">SHOW</cx:pt>
          <cx:pt idx="861">MOVIE</cx:pt>
          <cx:pt idx="862">SHOW</cx:pt>
          <cx:pt idx="863">SHOW</cx:pt>
          <cx:pt idx="864">MOVIE</cx:pt>
          <cx:pt idx="865">MOVIE</cx:pt>
          <cx:pt idx="866">MOVIE</cx:pt>
          <cx:pt idx="867">MOVIE</cx:pt>
          <cx:pt idx="868">SHOW</cx:pt>
          <cx:pt idx="869">MOVIE</cx:pt>
          <cx:pt idx="870">SHOW</cx:pt>
          <cx:pt idx="871">MOVIE</cx:pt>
          <cx:pt idx="872">MOVIE</cx:pt>
          <cx:pt idx="873">SHOW</cx:pt>
          <cx:pt idx="874">MOVIE</cx:pt>
          <cx:pt idx="875">MOVIE</cx:pt>
          <cx:pt idx="876">MOVIE</cx:pt>
          <cx:pt idx="877">MOVIE</cx:pt>
          <cx:pt idx="878">SHOW</cx:pt>
          <cx:pt idx="879">SHOW</cx:pt>
          <cx:pt idx="880">SHOW</cx:pt>
          <cx:pt idx="881">MOVIE</cx:pt>
          <cx:pt idx="882">MOVIE</cx:pt>
          <cx:pt idx="883">MOVIE</cx:pt>
          <cx:pt idx="884">SHOW</cx:pt>
          <cx:pt idx="885">SHOW</cx:pt>
          <cx:pt idx="886">SHOW</cx:pt>
          <cx:pt idx="887">MOVIE</cx:pt>
          <cx:pt idx="888">MOVIE</cx:pt>
          <cx:pt idx="889">SHOW</cx:pt>
          <cx:pt idx="890">SHOW</cx:pt>
          <cx:pt idx="891">SHOW</cx:pt>
          <cx:pt idx="892">MOVIE</cx:pt>
          <cx:pt idx="893">MOVIE</cx:pt>
          <cx:pt idx="894">SHOW</cx:pt>
          <cx:pt idx="895">MOVIE</cx:pt>
          <cx:pt idx="896">SHOW</cx:pt>
          <cx:pt idx="897">SHOW</cx:pt>
          <cx:pt idx="898">MOVIE</cx:pt>
          <cx:pt idx="899">SHOW</cx:pt>
          <cx:pt idx="900">MOVIE</cx:pt>
          <cx:pt idx="901">MOVIE</cx:pt>
          <cx:pt idx="902">SHOW</cx:pt>
          <cx:pt idx="903">SHOW</cx:pt>
          <cx:pt idx="904">MOVIE</cx:pt>
          <cx:pt idx="905">SHOW</cx:pt>
          <cx:pt idx="906">SHOW</cx:pt>
          <cx:pt idx="907">SHOW</cx:pt>
          <cx:pt idx="908">MOVIE</cx:pt>
          <cx:pt idx="909">SHOW</cx:pt>
          <cx:pt idx="910">SHOW</cx:pt>
          <cx:pt idx="911">SHOW</cx:pt>
          <cx:pt idx="912">MOVIE</cx:pt>
          <cx:pt idx="913">MOVIE</cx:pt>
          <cx:pt idx="914">MOVIE</cx:pt>
          <cx:pt idx="915">SHOW</cx:pt>
          <cx:pt idx="916">SHOW</cx:pt>
          <cx:pt idx="917">MOVIE</cx:pt>
          <cx:pt idx="918">MOVIE</cx:pt>
          <cx:pt idx="919">MOVIE</cx:pt>
          <cx:pt idx="920">MOVIE</cx:pt>
          <cx:pt idx="921">SHOW</cx:pt>
          <cx:pt idx="922">SHOW</cx:pt>
          <cx:pt idx="923">MOVIE</cx:pt>
          <cx:pt idx="924">SHOW</cx:pt>
          <cx:pt idx="925">MOVIE</cx:pt>
          <cx:pt idx="926">SHOW</cx:pt>
          <cx:pt idx="927">SHOW</cx:pt>
          <cx:pt idx="928">MOVIE</cx:pt>
          <cx:pt idx="929">MOVIE</cx:pt>
          <cx:pt idx="930">SHOW</cx:pt>
          <cx:pt idx="931">MOVIE</cx:pt>
          <cx:pt idx="932">SHOW</cx:pt>
          <cx:pt idx="933">MOVIE</cx:pt>
          <cx:pt idx="934">SHOW</cx:pt>
          <cx:pt idx="935">MOVIE</cx:pt>
          <cx:pt idx="936">MOVIE</cx:pt>
          <cx:pt idx="937">SHOW</cx:pt>
          <cx:pt idx="938">MOVIE</cx:pt>
          <cx:pt idx="939">SHOW</cx:pt>
          <cx:pt idx="940">MOVIE</cx:pt>
          <cx:pt idx="941">MOVIE</cx:pt>
          <cx:pt idx="942">SHOW</cx:pt>
          <cx:pt idx="943">SHOW</cx:pt>
          <cx:pt idx="944">SHOW</cx:pt>
          <cx:pt idx="945">MOVIE</cx:pt>
          <cx:pt idx="946">MOVIE</cx:pt>
          <cx:pt idx="947">MOVIE</cx:pt>
          <cx:pt idx="948">MOVIE</cx:pt>
          <cx:pt idx="949">MOVIE</cx:pt>
          <cx:pt idx="950">MOVIE</cx:pt>
          <cx:pt idx="951">MOVIE</cx:pt>
          <cx:pt idx="952">MOVIE</cx:pt>
          <cx:pt idx="953">MOVIE</cx:pt>
          <cx:pt idx="954">SHOW</cx:pt>
          <cx:pt idx="955">MOVIE</cx:pt>
          <cx:pt idx="956">SHOW</cx:pt>
          <cx:pt idx="957">MOVIE</cx:pt>
          <cx:pt idx="958">MOVIE</cx:pt>
          <cx:pt idx="959">SHOW</cx:pt>
          <cx:pt idx="960">MOVIE</cx:pt>
          <cx:pt idx="961">MOVIE</cx:pt>
          <cx:pt idx="962">SHOW</cx:pt>
          <cx:pt idx="963">MOVIE</cx:pt>
          <cx:pt idx="964">SHOW</cx:pt>
          <cx:pt idx="965">SHOW</cx:pt>
          <cx:pt idx="966">MOVIE</cx:pt>
          <cx:pt idx="967">MOVIE</cx:pt>
          <cx:pt idx="968">MOVIE</cx:pt>
          <cx:pt idx="969">MOVIE</cx:pt>
          <cx:pt idx="970">MOVIE</cx:pt>
          <cx:pt idx="971">MOVIE</cx:pt>
          <cx:pt idx="972">MOVIE</cx:pt>
          <cx:pt idx="973">MOVIE</cx:pt>
          <cx:pt idx="974">SHOW</cx:pt>
          <cx:pt idx="975">MOVIE</cx:pt>
          <cx:pt idx="976">MOVIE</cx:pt>
          <cx:pt idx="977">MOVIE</cx:pt>
          <cx:pt idx="978">MOVIE</cx:pt>
          <cx:pt idx="979">MOVIE</cx:pt>
          <cx:pt idx="980">MOVIE</cx:pt>
          <cx:pt idx="981">MOVIE</cx:pt>
          <cx:pt idx="982">SHOW</cx:pt>
          <cx:pt idx="983">SHOW</cx:pt>
          <cx:pt idx="984">MOVIE</cx:pt>
          <cx:pt idx="985">SHOW</cx:pt>
          <cx:pt idx="986">SHOW</cx:pt>
          <cx:pt idx="987">MOVIE</cx:pt>
          <cx:pt idx="988">SHOW</cx:pt>
          <cx:pt idx="989">SHOW</cx:pt>
          <cx:pt idx="990">MOVIE</cx:pt>
          <cx:pt idx="991">MOVIE</cx:pt>
          <cx:pt idx="992">SHOW</cx:pt>
          <cx:pt idx="993">SHOW</cx:pt>
          <cx:pt idx="994">MOVIE</cx:pt>
          <cx:pt idx="995">MOVIE</cx:pt>
          <cx:pt idx="996">MOVIE</cx:pt>
          <cx:pt idx="997">SHOW</cx:pt>
          <cx:pt idx="998">SHOW</cx:pt>
          <cx:pt idx="999">MOVIE</cx:pt>
          <cx:pt idx="1000">MOVIE</cx:pt>
          <cx:pt idx="1001">MOVIE</cx:pt>
          <cx:pt idx="1002">SHOW</cx:pt>
          <cx:pt idx="1003">SHOW</cx:pt>
          <cx:pt idx="1004">MOVIE</cx:pt>
          <cx:pt idx="1005">MOVIE</cx:pt>
          <cx:pt idx="1006">MOVIE</cx:pt>
          <cx:pt idx="1007">MOVIE</cx:pt>
          <cx:pt idx="1008">MOVIE</cx:pt>
          <cx:pt idx="1009">MOVIE</cx:pt>
          <cx:pt idx="1010">SHOW</cx:pt>
          <cx:pt idx="1011">SHOW</cx:pt>
          <cx:pt idx="1012">SHOW</cx:pt>
          <cx:pt idx="1013">SHOW</cx:pt>
          <cx:pt idx="1014">MOVIE</cx:pt>
          <cx:pt idx="1015">MOVIE</cx:pt>
          <cx:pt idx="1016">MOVIE</cx:pt>
          <cx:pt idx="1017">MOVIE</cx:pt>
          <cx:pt idx="1018">MOVIE</cx:pt>
          <cx:pt idx="1019">MOVIE</cx:pt>
          <cx:pt idx="1020">MOVIE</cx:pt>
          <cx:pt idx="1021">MOVIE</cx:pt>
          <cx:pt idx="1022">MOVIE</cx:pt>
          <cx:pt idx="1023">MOVIE</cx:pt>
          <cx:pt idx="1024">MOVIE</cx:pt>
          <cx:pt idx="1025">MOVIE</cx:pt>
          <cx:pt idx="1026">MOVIE</cx:pt>
          <cx:pt idx="1027">MOVIE</cx:pt>
          <cx:pt idx="1028">MOVIE</cx:pt>
          <cx:pt idx="1029">MOVIE</cx:pt>
          <cx:pt idx="1030">SHOW</cx:pt>
          <cx:pt idx="1031">MOVIE</cx:pt>
          <cx:pt idx="1032">SHOW</cx:pt>
          <cx:pt idx="1033">MOVIE</cx:pt>
          <cx:pt idx="1034">MOVIE</cx:pt>
          <cx:pt idx="1035">MOVIE</cx:pt>
          <cx:pt idx="1036">SHOW</cx:pt>
          <cx:pt idx="1037">MOVIE</cx:pt>
          <cx:pt idx="1038">MOVIE</cx:pt>
          <cx:pt idx="1039">MOVIE</cx:pt>
          <cx:pt idx="1040">MOVIE</cx:pt>
          <cx:pt idx="1041">MOVIE</cx:pt>
          <cx:pt idx="1042">MOVIE</cx:pt>
          <cx:pt idx="1043">MOVIE</cx:pt>
          <cx:pt idx="1044">MOVIE</cx:pt>
          <cx:pt idx="1045">MOVIE</cx:pt>
          <cx:pt idx="1046">MOVIE</cx:pt>
          <cx:pt idx="1047">MOVIE</cx:pt>
          <cx:pt idx="1048">MOVIE</cx:pt>
          <cx:pt idx="1049">MOVIE</cx:pt>
          <cx:pt idx="1050">MOVIE</cx:pt>
          <cx:pt idx="1051">SHOW</cx:pt>
          <cx:pt idx="1052">MOVIE</cx:pt>
          <cx:pt idx="1053">MOVIE</cx:pt>
          <cx:pt idx="1054">MOVIE</cx:pt>
          <cx:pt idx="1055">MOVIE</cx:pt>
          <cx:pt idx="1056">MOVIE</cx:pt>
          <cx:pt idx="1057">SHOW</cx:pt>
          <cx:pt idx="1058">MOVIE</cx:pt>
          <cx:pt idx="1059">MOVIE</cx:pt>
          <cx:pt idx="1060">MOVIE</cx:pt>
          <cx:pt idx="1061">MOVIE</cx:pt>
          <cx:pt idx="1062">MOVIE</cx:pt>
          <cx:pt idx="1063">SHOW</cx:pt>
          <cx:pt idx="1064">MOVIE</cx:pt>
          <cx:pt idx="1065">MOVIE</cx:pt>
          <cx:pt idx="1066">MOVIE</cx:pt>
          <cx:pt idx="1067">MOVIE</cx:pt>
          <cx:pt idx="1068">MOVIE</cx:pt>
          <cx:pt idx="1069">MOVIE</cx:pt>
          <cx:pt idx="1070">MOVIE</cx:pt>
          <cx:pt idx="1071">MOVIE</cx:pt>
          <cx:pt idx="1072">MOVIE</cx:pt>
          <cx:pt idx="1073">MOVIE</cx:pt>
          <cx:pt idx="1074">MOVIE</cx:pt>
          <cx:pt idx="1075">MOVIE</cx:pt>
          <cx:pt idx="1076">MOVIE</cx:pt>
          <cx:pt idx="1077">MOVIE</cx:pt>
          <cx:pt idx="1078">MOVIE</cx:pt>
          <cx:pt idx="1079">MOVIE</cx:pt>
          <cx:pt idx="1080">MOVIE</cx:pt>
          <cx:pt idx="1081">MOVIE</cx:pt>
          <cx:pt idx="1082">MOVIE</cx:pt>
          <cx:pt idx="1083">MOVIE</cx:pt>
          <cx:pt idx="1084">MOVIE</cx:pt>
          <cx:pt idx="1085">MOVIE</cx:pt>
          <cx:pt idx="1086">MOVIE</cx:pt>
          <cx:pt idx="1087">MOVIE</cx:pt>
          <cx:pt idx="1088">MOVIE</cx:pt>
          <cx:pt idx="1089">MOVIE</cx:pt>
          <cx:pt idx="1090">MOVIE</cx:pt>
          <cx:pt idx="1091">MOVIE</cx:pt>
          <cx:pt idx="1092">MOVIE</cx:pt>
          <cx:pt idx="1093">MOVIE</cx:pt>
          <cx:pt idx="1094">MOVIE</cx:pt>
          <cx:pt idx="1095">MOVIE</cx:pt>
          <cx:pt idx="1096">MOVIE</cx:pt>
          <cx:pt idx="1097">MOVIE</cx:pt>
          <cx:pt idx="1098">MOVIE</cx:pt>
          <cx:pt idx="1099">MOVIE</cx:pt>
          <cx:pt idx="1100">MOVIE</cx:pt>
          <cx:pt idx="1101">MOVIE</cx:pt>
          <cx:pt idx="1102">MOVIE</cx:pt>
          <cx:pt idx="1103">MOVIE</cx:pt>
          <cx:pt idx="1104">MOVIE</cx:pt>
          <cx:pt idx="1105">MOVIE</cx:pt>
          <cx:pt idx="1106">MOVIE</cx:pt>
          <cx:pt idx="1107">MOVIE</cx:pt>
          <cx:pt idx="1108">MOVIE</cx:pt>
          <cx:pt idx="1109">MOVIE</cx:pt>
          <cx:pt idx="1110">SHOW</cx:pt>
          <cx:pt idx="1111">MOVIE</cx:pt>
          <cx:pt idx="1112">MOVIE</cx:pt>
          <cx:pt idx="1113">MOVIE</cx:pt>
          <cx:pt idx="1114">MOVIE</cx:pt>
          <cx:pt idx="1115">MOVIE</cx:pt>
          <cx:pt idx="1116">MOVIE</cx:pt>
          <cx:pt idx="1117">MOVIE</cx:pt>
          <cx:pt idx="1118">MOVIE</cx:pt>
          <cx:pt idx="1119">MOVIE</cx:pt>
          <cx:pt idx="1120">MOVIE</cx:pt>
          <cx:pt idx="1121">SHOW</cx:pt>
          <cx:pt idx="1122">MOVIE</cx:pt>
          <cx:pt idx="1123">MOVIE</cx:pt>
          <cx:pt idx="1124">SHOW</cx:pt>
          <cx:pt idx="1125">MOVIE</cx:pt>
          <cx:pt idx="1126">MOVIE</cx:pt>
          <cx:pt idx="1127">SHOW</cx:pt>
          <cx:pt idx="1128">MOVIE</cx:pt>
          <cx:pt idx="1129">MOVIE</cx:pt>
          <cx:pt idx="1130">MOVIE</cx:pt>
          <cx:pt idx="1131">MOVIE</cx:pt>
          <cx:pt idx="1132">MOVIE</cx:pt>
          <cx:pt idx="1133">MOVIE</cx:pt>
          <cx:pt idx="1134">SHOW</cx:pt>
          <cx:pt idx="1135">MOVIE</cx:pt>
          <cx:pt idx="1136">MOVIE</cx:pt>
          <cx:pt idx="1137">SHOW</cx:pt>
          <cx:pt idx="1138">SHOW</cx:pt>
          <cx:pt idx="1139">SHOW</cx:pt>
          <cx:pt idx="1140">SHOW</cx:pt>
          <cx:pt idx="1141">SHOW</cx:pt>
          <cx:pt idx="1142">SHOW</cx:pt>
          <cx:pt idx="1143">SHOW</cx:pt>
          <cx:pt idx="1144">SHOW</cx:pt>
          <cx:pt idx="1145">SHOW</cx:pt>
          <cx:pt idx="1146">SHOW</cx:pt>
          <cx:pt idx="1147">SHOW</cx:pt>
          <cx:pt idx="1148">SHOW</cx:pt>
          <cx:pt idx="1149">SHOW</cx:pt>
          <cx:pt idx="1150">MOVIE</cx:pt>
          <cx:pt idx="1151">MOVIE</cx:pt>
          <cx:pt idx="1152">SHOW</cx:pt>
          <cx:pt idx="1153">SHOW</cx:pt>
          <cx:pt idx="1154">MOVIE</cx:pt>
          <cx:pt idx="1155">SHOW</cx:pt>
          <cx:pt idx="1156">SHOW</cx:pt>
          <cx:pt idx="1157">SHOW</cx:pt>
          <cx:pt idx="1158">SHOW</cx:pt>
          <cx:pt idx="1159">SHOW</cx:pt>
          <cx:pt idx="1160">MOVIE</cx:pt>
          <cx:pt idx="1161">MOVIE</cx:pt>
          <cx:pt idx="1162">MOVIE</cx:pt>
          <cx:pt idx="1163">SHOW</cx:pt>
          <cx:pt idx="1164">MOVIE</cx:pt>
          <cx:pt idx="1165">MOVIE</cx:pt>
          <cx:pt idx="1166">SHOW</cx:pt>
          <cx:pt idx="1167">SHOW</cx:pt>
          <cx:pt idx="1168">SHOW</cx:pt>
          <cx:pt idx="1169">MOVIE</cx:pt>
          <cx:pt idx="1170">MOVIE</cx:pt>
          <cx:pt idx="1171">SHOW</cx:pt>
          <cx:pt idx="1172">SHOW</cx:pt>
          <cx:pt idx="1173">MOVIE</cx:pt>
          <cx:pt idx="1174">MOVIE</cx:pt>
          <cx:pt idx="1175">SHOW</cx:pt>
          <cx:pt idx="1176">SHOW</cx:pt>
          <cx:pt idx="1177">MOVIE</cx:pt>
          <cx:pt idx="1178">SHOW</cx:pt>
          <cx:pt idx="1179">MOVIE</cx:pt>
          <cx:pt idx="1180">SHOW</cx:pt>
          <cx:pt idx="1181">SHOW</cx:pt>
          <cx:pt idx="1182">SHOW</cx:pt>
          <cx:pt idx="1183">SHOW</cx:pt>
          <cx:pt idx="1184">SHOW</cx:pt>
          <cx:pt idx="1185">SHOW</cx:pt>
          <cx:pt idx="1186">SHOW</cx:pt>
          <cx:pt idx="1187">MOVIE</cx:pt>
          <cx:pt idx="1188">SHOW</cx:pt>
          <cx:pt idx="1189">SHOW</cx:pt>
          <cx:pt idx="1190">SHOW</cx:pt>
          <cx:pt idx="1191">MOVIE</cx:pt>
          <cx:pt idx="1192">SHOW</cx:pt>
          <cx:pt idx="1193">MOVIE</cx:pt>
          <cx:pt idx="1194">SHOW</cx:pt>
          <cx:pt idx="1195">SHOW</cx:pt>
          <cx:pt idx="1196">MOVIE</cx:pt>
          <cx:pt idx="1197">SHOW</cx:pt>
          <cx:pt idx="1198">SHOW</cx:pt>
          <cx:pt idx="1199">SHOW</cx:pt>
          <cx:pt idx="1200">MOVIE</cx:pt>
          <cx:pt idx="1201">MOVIE</cx:pt>
          <cx:pt idx="1202">SHOW</cx:pt>
          <cx:pt idx="1203">SHOW</cx:pt>
          <cx:pt idx="1204">MOVIE</cx:pt>
          <cx:pt idx="1205">SHOW</cx:pt>
          <cx:pt idx="1206">SHOW</cx:pt>
          <cx:pt idx="1207">MOVIE</cx:pt>
          <cx:pt idx="1208">SHOW</cx:pt>
          <cx:pt idx="1209">MOVIE</cx:pt>
          <cx:pt idx="1210">SHOW</cx:pt>
          <cx:pt idx="1211">SHOW</cx:pt>
          <cx:pt idx="1212">MOVIE</cx:pt>
          <cx:pt idx="1213">SHOW</cx:pt>
          <cx:pt idx="1214">MOVIE</cx:pt>
          <cx:pt idx="1215">MOVIE</cx:pt>
          <cx:pt idx="1216">SHOW</cx:pt>
          <cx:pt idx="1217">SHOW</cx:pt>
          <cx:pt idx="1218">SHOW</cx:pt>
          <cx:pt idx="1219">MOVIE</cx:pt>
          <cx:pt idx="1220">SHOW</cx:pt>
          <cx:pt idx="1221">MOVIE</cx:pt>
          <cx:pt idx="1222">SHOW</cx:pt>
          <cx:pt idx="1223">SHOW</cx:pt>
          <cx:pt idx="1224">SHOW</cx:pt>
          <cx:pt idx="1225">MOVIE</cx:pt>
          <cx:pt idx="1226">SHOW</cx:pt>
          <cx:pt idx="1227">SHOW</cx:pt>
          <cx:pt idx="1228">MOVIE</cx:pt>
          <cx:pt idx="1229">SHOW</cx:pt>
          <cx:pt idx="1230">MOVIE</cx:pt>
          <cx:pt idx="1231">SHOW</cx:pt>
          <cx:pt idx="1232">SHOW</cx:pt>
          <cx:pt idx="1233">SHOW</cx:pt>
          <cx:pt idx="1234">SHOW</cx:pt>
          <cx:pt idx="1235">MOVIE</cx:pt>
          <cx:pt idx="1236">MOVIE</cx:pt>
          <cx:pt idx="1237">MOVIE</cx:pt>
          <cx:pt idx="1238">SHOW</cx:pt>
          <cx:pt idx="1239">SHOW</cx:pt>
          <cx:pt idx="1240">MOVIE</cx:pt>
          <cx:pt idx="1241">SHOW</cx:pt>
          <cx:pt idx="1242">MOVIE</cx:pt>
          <cx:pt idx="1243">MOVIE</cx:pt>
          <cx:pt idx="1244">SHOW</cx:pt>
          <cx:pt idx="1245">MOVIE</cx:pt>
          <cx:pt idx="1246">MOVIE</cx:pt>
          <cx:pt idx="1247">MOVIE</cx:pt>
          <cx:pt idx="1248">MOVIE</cx:pt>
          <cx:pt idx="1249">MOVIE</cx:pt>
          <cx:pt idx="1250">SHOW</cx:pt>
          <cx:pt idx="1251">MOVIE</cx:pt>
          <cx:pt idx="1252">MOVIE</cx:pt>
          <cx:pt idx="1253">SHOW</cx:pt>
          <cx:pt idx="1254">MOVIE</cx:pt>
          <cx:pt idx="1255">SHOW</cx:pt>
          <cx:pt idx="1256">MOVIE</cx:pt>
          <cx:pt idx="1257">SHOW</cx:pt>
          <cx:pt idx="1258">SHOW</cx:pt>
          <cx:pt idx="1259">SHOW</cx:pt>
          <cx:pt idx="1260">MOVIE</cx:pt>
          <cx:pt idx="1261">MOVIE</cx:pt>
          <cx:pt idx="1262">SHOW</cx:pt>
          <cx:pt idx="1263">MOVIE</cx:pt>
          <cx:pt idx="1264">SHOW</cx:pt>
          <cx:pt idx="1265">SHOW</cx:pt>
          <cx:pt idx="1266">MOVIE</cx:pt>
          <cx:pt idx="1267">MOVIE</cx:pt>
          <cx:pt idx="1268">SHOW</cx:pt>
          <cx:pt idx="1269">SHOW</cx:pt>
          <cx:pt idx="1270">MOVIE</cx:pt>
          <cx:pt idx="1271">MOVIE</cx:pt>
          <cx:pt idx="1272">SHOW</cx:pt>
          <cx:pt idx="1273">MOVIE</cx:pt>
          <cx:pt idx="1274">MOVIE</cx:pt>
          <cx:pt idx="1275">MOVIE</cx:pt>
          <cx:pt idx="1276">MOVIE</cx:pt>
          <cx:pt idx="1277">SHOW</cx:pt>
          <cx:pt idx="1278">MOVIE</cx:pt>
          <cx:pt idx="1279">MOVIE</cx:pt>
          <cx:pt idx="1280">SHOW</cx:pt>
          <cx:pt idx="1281">MOVIE</cx:pt>
          <cx:pt idx="1282">MOVIE</cx:pt>
          <cx:pt idx="1283">SHOW</cx:pt>
          <cx:pt idx="1284">SHOW</cx:pt>
          <cx:pt idx="1285">MOVIE</cx:pt>
          <cx:pt idx="1286">SHOW</cx:pt>
          <cx:pt idx="1287">SHOW</cx:pt>
          <cx:pt idx="1288">MOVIE</cx:pt>
          <cx:pt idx="1289">MOVIE</cx:pt>
          <cx:pt idx="1290">MOVIE</cx:pt>
          <cx:pt idx="1291">SHOW</cx:pt>
          <cx:pt idx="1292">MOVIE</cx:pt>
          <cx:pt idx="1293">MOVIE</cx:pt>
          <cx:pt idx="1294">MOVIE</cx:pt>
          <cx:pt idx="1295">MOVIE</cx:pt>
          <cx:pt idx="1296">SHOW</cx:pt>
          <cx:pt idx="1297">SHOW</cx:pt>
          <cx:pt idx="1298">SHOW</cx:pt>
          <cx:pt idx="1299">SHOW</cx:pt>
          <cx:pt idx="1300">MOVIE</cx:pt>
          <cx:pt idx="1301">SHOW</cx:pt>
          <cx:pt idx="1302">SHOW</cx:pt>
          <cx:pt idx="1303">SHOW</cx:pt>
          <cx:pt idx="1304">MOVIE</cx:pt>
          <cx:pt idx="1305">MOVIE</cx:pt>
          <cx:pt idx="1306">SHOW</cx:pt>
          <cx:pt idx="1307">SHOW</cx:pt>
          <cx:pt idx="1308">MOVIE</cx:pt>
          <cx:pt idx="1309">MOVIE</cx:pt>
          <cx:pt idx="1310">MOVIE</cx:pt>
          <cx:pt idx="1311">MOVIE</cx:pt>
          <cx:pt idx="1312">MOVIE</cx:pt>
          <cx:pt idx="1313">MOVIE</cx:pt>
          <cx:pt idx="1314">MOVIE</cx:pt>
          <cx:pt idx="1315">MOVIE</cx:pt>
          <cx:pt idx="1316">MOVIE</cx:pt>
          <cx:pt idx="1317">SHOW</cx:pt>
          <cx:pt idx="1318">SHOW</cx:pt>
          <cx:pt idx="1319">SHOW</cx:pt>
          <cx:pt idx="1320">MOVIE</cx:pt>
          <cx:pt idx="1321">MOVIE</cx:pt>
          <cx:pt idx="1322">MOVIE</cx:pt>
          <cx:pt idx="1323">MOVIE</cx:pt>
          <cx:pt idx="1324">SHOW</cx:pt>
          <cx:pt idx="1325">MOVIE</cx:pt>
          <cx:pt idx="1326">MOVIE</cx:pt>
          <cx:pt idx="1327">MOVIE</cx:pt>
          <cx:pt idx="1328">MOVIE</cx:pt>
          <cx:pt idx="1329">SHOW</cx:pt>
          <cx:pt idx="1330">SHOW</cx:pt>
          <cx:pt idx="1331">SHOW</cx:pt>
          <cx:pt idx="1332">SHOW</cx:pt>
          <cx:pt idx="1333">SHOW</cx:pt>
          <cx:pt idx="1334">SHOW</cx:pt>
          <cx:pt idx="1335">MOVIE</cx:pt>
          <cx:pt idx="1336">MOVIE</cx:pt>
          <cx:pt idx="1337">MOVIE</cx:pt>
          <cx:pt idx="1338">SHOW</cx:pt>
          <cx:pt idx="1339">SHOW</cx:pt>
          <cx:pt idx="1340">SHOW</cx:pt>
          <cx:pt idx="1341">MOVIE</cx:pt>
          <cx:pt idx="1342">SHOW</cx:pt>
          <cx:pt idx="1343">MOVIE</cx:pt>
          <cx:pt idx="1344">SHOW</cx:pt>
          <cx:pt idx="1345">SHOW</cx:pt>
          <cx:pt idx="1346">SHOW</cx:pt>
          <cx:pt idx="1347">MOVIE</cx:pt>
          <cx:pt idx="1348">MOVIE</cx:pt>
          <cx:pt idx="1349">SHOW</cx:pt>
          <cx:pt idx="1350">SHOW</cx:pt>
          <cx:pt idx="1351">SHOW</cx:pt>
          <cx:pt idx="1352">MOVIE</cx:pt>
          <cx:pt idx="1353">MOVIE</cx:pt>
          <cx:pt idx="1354">SHOW</cx:pt>
          <cx:pt idx="1355">MOVIE</cx:pt>
          <cx:pt idx="1356">SHOW</cx:pt>
          <cx:pt idx="1357">SHOW</cx:pt>
          <cx:pt idx="1358">SHOW</cx:pt>
          <cx:pt idx="1359">MOVIE</cx:pt>
          <cx:pt idx="1360">MOVIE</cx:pt>
          <cx:pt idx="1361">SHOW</cx:pt>
          <cx:pt idx="1362">SHOW</cx:pt>
          <cx:pt idx="1363">MOVIE</cx:pt>
          <cx:pt idx="1364">MOVIE</cx:pt>
          <cx:pt idx="1365">MOVIE</cx:pt>
          <cx:pt idx="1366">MOVIE</cx:pt>
          <cx:pt idx="1367">MOVIE</cx:pt>
          <cx:pt idx="1368">MOVIE</cx:pt>
          <cx:pt idx="1369">MOVIE</cx:pt>
          <cx:pt idx="1370">MOVIE</cx:pt>
          <cx:pt idx="1371">MOVIE</cx:pt>
          <cx:pt idx="1372">MOVIE</cx:pt>
          <cx:pt idx="1373">MOVIE</cx:pt>
          <cx:pt idx="1374">MOVIE</cx:pt>
          <cx:pt idx="1375">MOVIE</cx:pt>
          <cx:pt idx="1376">SHOW</cx:pt>
          <cx:pt idx="1377">MOVIE</cx:pt>
          <cx:pt idx="1378">MOVIE</cx:pt>
          <cx:pt idx="1379">SHOW</cx:pt>
          <cx:pt idx="1380">SHOW</cx:pt>
          <cx:pt idx="1381">MOVIE</cx:pt>
          <cx:pt idx="1382">SHOW</cx:pt>
          <cx:pt idx="1383">MOVIE</cx:pt>
          <cx:pt idx="1384">SHOW</cx:pt>
          <cx:pt idx="1385">MOVIE</cx:pt>
          <cx:pt idx="1386">MOVIE</cx:pt>
          <cx:pt idx="1387">MOVIE</cx:pt>
          <cx:pt idx="1388">SHOW</cx:pt>
          <cx:pt idx="1389">SHOW</cx:pt>
          <cx:pt idx="1390">SHOW</cx:pt>
          <cx:pt idx="1391">MOVIE</cx:pt>
          <cx:pt idx="1392">SHOW</cx:pt>
          <cx:pt idx="1393">SHOW</cx:pt>
          <cx:pt idx="1394">SHOW</cx:pt>
          <cx:pt idx="1395">SHOW</cx:pt>
          <cx:pt idx="1396">SHOW</cx:pt>
          <cx:pt idx="1397">MOVIE</cx:pt>
          <cx:pt idx="1398">MOVIE</cx:pt>
          <cx:pt idx="1399">SHOW</cx:pt>
          <cx:pt idx="1400">SHOW</cx:pt>
          <cx:pt idx="1401">MOVIE</cx:pt>
          <cx:pt idx="1402">SHOW</cx:pt>
          <cx:pt idx="1403">SHOW</cx:pt>
          <cx:pt idx="1404">MOVIE</cx:pt>
          <cx:pt idx="1405">MOVIE</cx:pt>
          <cx:pt idx="1406">MOVIE</cx:pt>
          <cx:pt idx="1407">SHOW</cx:pt>
          <cx:pt idx="1408">MOVIE</cx:pt>
          <cx:pt idx="1409">SHOW</cx:pt>
          <cx:pt idx="1410">SHOW</cx:pt>
          <cx:pt idx="1411">SHOW</cx:pt>
          <cx:pt idx="1412">MOVIE</cx:pt>
          <cx:pt idx="1413">SHOW</cx:pt>
          <cx:pt idx="1414">SHOW</cx:pt>
          <cx:pt idx="1415">SHOW</cx:pt>
          <cx:pt idx="1416">MOVIE</cx:pt>
          <cx:pt idx="1417">SHOW</cx:pt>
          <cx:pt idx="1418">MOVIE</cx:pt>
          <cx:pt idx="1419">MOVIE</cx:pt>
          <cx:pt idx="1420">SHOW</cx:pt>
          <cx:pt idx="1421">MOVIE</cx:pt>
          <cx:pt idx="1422">MOVIE</cx:pt>
          <cx:pt idx="1423">SHOW</cx:pt>
          <cx:pt idx="1424">MOVIE</cx:pt>
          <cx:pt idx="1425">MOVIE</cx:pt>
          <cx:pt idx="1426">SHOW</cx:pt>
          <cx:pt idx="1427">MOVIE</cx:pt>
          <cx:pt idx="1428">MOVIE</cx:pt>
          <cx:pt idx="1429">SHOW</cx:pt>
          <cx:pt idx="1430">MOVIE</cx:pt>
          <cx:pt idx="1431">MOVIE</cx:pt>
          <cx:pt idx="1432">SHOW</cx:pt>
          <cx:pt idx="1433">MOVIE</cx:pt>
          <cx:pt idx="1434">MOVIE</cx:pt>
          <cx:pt idx="1435">SHOW</cx:pt>
          <cx:pt idx="1436">SHOW</cx:pt>
          <cx:pt idx="1437">MOVIE</cx:pt>
          <cx:pt idx="1438">SHOW</cx:pt>
          <cx:pt idx="1439">MOVIE</cx:pt>
          <cx:pt idx="1440">MOVIE</cx:pt>
          <cx:pt idx="1441">SHOW</cx:pt>
          <cx:pt idx="1442">MOVIE</cx:pt>
          <cx:pt idx="1443">MOVIE</cx:pt>
          <cx:pt idx="1444">MOVIE</cx:pt>
          <cx:pt idx="1445">SHOW</cx:pt>
          <cx:pt idx="1446">MOVIE</cx:pt>
          <cx:pt idx="1447">MOVIE</cx:pt>
          <cx:pt idx="1448">MOVIE</cx:pt>
          <cx:pt idx="1449">SHOW</cx:pt>
          <cx:pt idx="1450">SHOW</cx:pt>
          <cx:pt idx="1451">SHOW</cx:pt>
          <cx:pt idx="1452">MOVIE</cx:pt>
          <cx:pt idx="1453">MOVIE</cx:pt>
          <cx:pt idx="1454">MOVIE</cx:pt>
          <cx:pt idx="1455">MOVIE</cx:pt>
          <cx:pt idx="1456">MOVIE</cx:pt>
          <cx:pt idx="1457">MOVIE</cx:pt>
          <cx:pt idx="1458">MOVIE</cx:pt>
          <cx:pt idx="1459">MOVIE</cx:pt>
          <cx:pt idx="1460">MOVIE</cx:pt>
          <cx:pt idx="1461">MOVIE</cx:pt>
          <cx:pt idx="1462">SHOW</cx:pt>
          <cx:pt idx="1463">MOVIE</cx:pt>
          <cx:pt idx="1464">MOVIE</cx:pt>
          <cx:pt idx="1465">MOVIE</cx:pt>
          <cx:pt idx="1466">SHOW</cx:pt>
          <cx:pt idx="1467">MOVIE</cx:pt>
          <cx:pt idx="1468">SHOW</cx:pt>
          <cx:pt idx="1469">MOVIE</cx:pt>
          <cx:pt idx="1470">MOVIE</cx:pt>
          <cx:pt idx="1471">SHOW</cx:pt>
          <cx:pt idx="1472">SHOW</cx:pt>
          <cx:pt idx="1473">MOVIE</cx:pt>
          <cx:pt idx="1474">MOVIE</cx:pt>
          <cx:pt idx="1475">SHOW</cx:pt>
          <cx:pt idx="1476">SHOW</cx:pt>
          <cx:pt idx="1477">SHOW</cx:pt>
          <cx:pt idx="1478">MOVIE</cx:pt>
          <cx:pt idx="1479">SHOW</cx:pt>
          <cx:pt idx="1480">MOVIE</cx:pt>
          <cx:pt idx="1481">MOVIE</cx:pt>
          <cx:pt idx="1482">MOVIE</cx:pt>
          <cx:pt idx="1483">MOVIE</cx:pt>
          <cx:pt idx="1484">SHOW</cx:pt>
          <cx:pt idx="1485">MOVIE</cx:pt>
          <cx:pt idx="1486">MOVIE</cx:pt>
          <cx:pt idx="1487">SHOW</cx:pt>
          <cx:pt idx="1488">SHOW</cx:pt>
          <cx:pt idx="1489">SHOW</cx:pt>
          <cx:pt idx="1490">SHOW</cx:pt>
          <cx:pt idx="1491">MOVIE</cx:pt>
          <cx:pt idx="1492">MOVIE</cx:pt>
          <cx:pt idx="1493">MOVIE</cx:pt>
          <cx:pt idx="1494">SHOW</cx:pt>
          <cx:pt idx="1495">SHOW</cx:pt>
          <cx:pt idx="1496">MOVIE</cx:pt>
          <cx:pt idx="1497">SHOW</cx:pt>
          <cx:pt idx="1498">SHOW</cx:pt>
          <cx:pt idx="1499">MOVIE</cx:pt>
          <cx:pt idx="1500">MOVIE</cx:pt>
          <cx:pt idx="1501">SHOW</cx:pt>
          <cx:pt idx="1502">MOVIE</cx:pt>
          <cx:pt idx="1503">MOVIE</cx:pt>
          <cx:pt idx="1504">SHOW</cx:pt>
          <cx:pt idx="1505">MOVIE</cx:pt>
          <cx:pt idx="1506">SHOW</cx:pt>
          <cx:pt idx="1507">MOVIE</cx:pt>
          <cx:pt idx="1508">MOVIE</cx:pt>
          <cx:pt idx="1509">MOVIE</cx:pt>
          <cx:pt idx="1510">MOVIE</cx:pt>
          <cx:pt idx="1511">SHOW</cx:pt>
          <cx:pt idx="1512">SHOW</cx:pt>
          <cx:pt idx="1513">MOVIE</cx:pt>
          <cx:pt idx="1514">MOVIE</cx:pt>
          <cx:pt idx="1515">SHOW</cx:pt>
          <cx:pt idx="1516">SHOW</cx:pt>
          <cx:pt idx="1517">MOVIE</cx:pt>
          <cx:pt idx="1518">MOVIE</cx:pt>
          <cx:pt idx="1519">SHOW</cx:pt>
          <cx:pt idx="1520">SHOW</cx:pt>
          <cx:pt idx="1521">SHOW</cx:pt>
          <cx:pt idx="1522">SHOW</cx:pt>
          <cx:pt idx="1523">SHOW</cx:pt>
          <cx:pt idx="1524">SHOW</cx:pt>
          <cx:pt idx="1525">MOVIE</cx:pt>
          <cx:pt idx="1526">MOVIE</cx:pt>
          <cx:pt idx="1527">MOVIE</cx:pt>
          <cx:pt idx="1528">SHOW</cx:pt>
          <cx:pt idx="1529">MOVIE</cx:pt>
          <cx:pt idx="1530">MOVIE</cx:pt>
          <cx:pt idx="1531">MOVIE</cx:pt>
          <cx:pt idx="1532">MOVIE</cx:pt>
          <cx:pt idx="1533">MOVIE</cx:pt>
          <cx:pt idx="1534">MOVIE</cx:pt>
          <cx:pt idx="1535">MOVIE</cx:pt>
          <cx:pt idx="1536">MOVIE</cx:pt>
          <cx:pt idx="1537">MOVIE</cx:pt>
          <cx:pt idx="1538">MOVIE</cx:pt>
          <cx:pt idx="1539">MOVIE</cx:pt>
          <cx:pt idx="1540">MOVIE</cx:pt>
          <cx:pt idx="1541">MOVIE</cx:pt>
          <cx:pt idx="1542">MOVIE</cx:pt>
          <cx:pt idx="1543">MOVIE</cx:pt>
          <cx:pt idx="1544">MOVIE</cx:pt>
          <cx:pt idx="1545">MOVIE</cx:pt>
          <cx:pt idx="1546">MOVIE</cx:pt>
          <cx:pt idx="1547">MOVIE</cx:pt>
          <cx:pt idx="1548">MOVIE</cx:pt>
          <cx:pt idx="1549">MOVIE</cx:pt>
          <cx:pt idx="1550">MOVIE</cx:pt>
          <cx:pt idx="1551">SHOW</cx:pt>
          <cx:pt idx="1552">MOVIE</cx:pt>
          <cx:pt idx="1553">MOVIE</cx:pt>
          <cx:pt idx="1554">MOVIE</cx:pt>
          <cx:pt idx="1555">MOVIE</cx:pt>
          <cx:pt idx="1556">MOVIE</cx:pt>
          <cx:pt idx="1557">MOVIE</cx:pt>
          <cx:pt idx="1558">MOVIE</cx:pt>
          <cx:pt idx="1559">SHOW</cx:pt>
          <cx:pt idx="1560">MOVIE</cx:pt>
          <cx:pt idx="1561">MOVIE</cx:pt>
          <cx:pt idx="1562">MOVIE</cx:pt>
          <cx:pt idx="1563">SHOW</cx:pt>
          <cx:pt idx="1564">MOVIE</cx:pt>
          <cx:pt idx="1565">MOVIE</cx:pt>
          <cx:pt idx="1566">MOVIE</cx:pt>
          <cx:pt idx="1567">MOVIE</cx:pt>
          <cx:pt idx="1568">MOVIE</cx:pt>
          <cx:pt idx="1569">MOVIE</cx:pt>
          <cx:pt idx="1570">SHOW</cx:pt>
          <cx:pt idx="1571">MOVIE</cx:pt>
          <cx:pt idx="1572">MOVIE</cx:pt>
          <cx:pt idx="1573">MOVIE</cx:pt>
          <cx:pt idx="1574">MOVIE</cx:pt>
          <cx:pt idx="1575">MOVIE</cx:pt>
          <cx:pt idx="1576">SHOW</cx:pt>
          <cx:pt idx="1577">MOVIE</cx:pt>
          <cx:pt idx="1578">MOVIE</cx:pt>
          <cx:pt idx="1579">SHOW</cx:pt>
          <cx:pt idx="1580">MOVIE</cx:pt>
          <cx:pt idx="1581">MOVIE</cx:pt>
          <cx:pt idx="1582">MOVIE</cx:pt>
          <cx:pt idx="1583">MOVIE</cx:pt>
          <cx:pt idx="1584">SHOW</cx:pt>
          <cx:pt idx="1585">MOVIE</cx:pt>
          <cx:pt idx="1586">MOVIE</cx:pt>
          <cx:pt idx="1587">MOVIE</cx:pt>
          <cx:pt idx="1588">MOVIE</cx:pt>
          <cx:pt idx="1589">MOVIE</cx:pt>
          <cx:pt idx="1590">SHOW</cx:pt>
          <cx:pt idx="1591">MOVIE</cx:pt>
          <cx:pt idx="1592">MOVIE</cx:pt>
          <cx:pt idx="1593">MOVIE</cx:pt>
          <cx:pt idx="1594">SHOW</cx:pt>
          <cx:pt idx="1595">MOVIE</cx:pt>
          <cx:pt idx="1596">SHOW</cx:pt>
          <cx:pt idx="1597">SHOW</cx:pt>
          <cx:pt idx="1598">MOVIE</cx:pt>
          <cx:pt idx="1599">SHOW</cx:pt>
          <cx:pt idx="1600">MOVIE</cx:pt>
          <cx:pt idx="1601">MOVIE</cx:pt>
          <cx:pt idx="1602">MOVIE</cx:pt>
          <cx:pt idx="1603">MOVIE</cx:pt>
          <cx:pt idx="1604">MOVIE</cx:pt>
          <cx:pt idx="1605">MOVIE</cx:pt>
          <cx:pt idx="1606">MOVIE</cx:pt>
          <cx:pt idx="1607">MOVIE</cx:pt>
          <cx:pt idx="1608">MOVIE</cx:pt>
          <cx:pt idx="1609">MOVIE</cx:pt>
          <cx:pt idx="1610">MOVIE</cx:pt>
          <cx:pt idx="1611">MOVIE</cx:pt>
          <cx:pt idx="1612">SHOW</cx:pt>
          <cx:pt idx="1613">MOVIE</cx:pt>
          <cx:pt idx="1614">MOVIE</cx:pt>
          <cx:pt idx="1615">MOVIE</cx:pt>
          <cx:pt idx="1616">MOVIE</cx:pt>
          <cx:pt idx="1617">MOVIE</cx:pt>
          <cx:pt idx="1618">SHOW</cx:pt>
          <cx:pt idx="1619">SHOW</cx:pt>
          <cx:pt idx="1620">MOVIE</cx:pt>
          <cx:pt idx="1621">SHOW</cx:pt>
          <cx:pt idx="1622">MOVIE</cx:pt>
          <cx:pt idx="1623">MOVIE</cx:pt>
          <cx:pt idx="1624">MOVIE</cx:pt>
          <cx:pt idx="1625">MOVIE</cx:pt>
          <cx:pt idx="1626">SHOW</cx:pt>
          <cx:pt idx="1627">SHOW</cx:pt>
          <cx:pt idx="1628">SHOW</cx:pt>
          <cx:pt idx="1629">MOVIE</cx:pt>
          <cx:pt idx="1630">MOVIE</cx:pt>
          <cx:pt idx="1631">MOVIE</cx:pt>
          <cx:pt idx="1632">MOVIE</cx:pt>
          <cx:pt idx="1633">SHOW</cx:pt>
          <cx:pt idx="1634">SHOW</cx:pt>
          <cx:pt idx="1635">MOVIE</cx:pt>
          <cx:pt idx="1636">MOVIE</cx:pt>
          <cx:pt idx="1637">SHOW</cx:pt>
          <cx:pt idx="1638">MOVIE</cx:pt>
          <cx:pt idx="1639">MOVIE</cx:pt>
          <cx:pt idx="1640">MOVIE</cx:pt>
          <cx:pt idx="1641">MOVIE</cx:pt>
          <cx:pt idx="1642">MOVIE</cx:pt>
          <cx:pt idx="1643">MOVIE</cx:pt>
          <cx:pt idx="1644">MOVIE</cx:pt>
          <cx:pt idx="1645">SHOW</cx:pt>
          <cx:pt idx="1646">MOVIE</cx:pt>
          <cx:pt idx="1647">SHOW</cx:pt>
          <cx:pt idx="1648">MOVIE</cx:pt>
          <cx:pt idx="1649">MOVIE</cx:pt>
          <cx:pt idx="1650">MOVIE</cx:pt>
          <cx:pt idx="1651">MOVIE</cx:pt>
          <cx:pt idx="1652">MOVIE</cx:pt>
          <cx:pt idx="1653">MOVIE</cx:pt>
          <cx:pt idx="1654">SHOW</cx:pt>
          <cx:pt idx="1655">MOVIE</cx:pt>
          <cx:pt idx="1656">MOVIE</cx:pt>
          <cx:pt idx="1657">MOVIE</cx:pt>
          <cx:pt idx="1658">MOVIE</cx:pt>
          <cx:pt idx="1659">MOVIE</cx:pt>
          <cx:pt idx="1660">MOVIE</cx:pt>
          <cx:pt idx="1661">MOVIE</cx:pt>
          <cx:pt idx="1662">MOVIE</cx:pt>
          <cx:pt idx="1663">MOVIE</cx:pt>
          <cx:pt idx="1664">MOVIE</cx:pt>
          <cx:pt idx="1665">MOVIE</cx:pt>
          <cx:pt idx="1666">MOVIE</cx:pt>
          <cx:pt idx="1667">SHOW</cx:pt>
          <cx:pt idx="1668">MOVIE</cx:pt>
          <cx:pt idx="1669">SHOW</cx:pt>
          <cx:pt idx="1670">MOVIE</cx:pt>
          <cx:pt idx="1671">MOVIE</cx:pt>
          <cx:pt idx="1672">MOVIE</cx:pt>
          <cx:pt idx="1673">MOVIE</cx:pt>
          <cx:pt idx="1674">MOVIE</cx:pt>
          <cx:pt idx="1675">MOVIE</cx:pt>
          <cx:pt idx="1676">MOVIE</cx:pt>
          <cx:pt idx="1677">MOVIE</cx:pt>
          <cx:pt idx="1678">MOVIE</cx:pt>
          <cx:pt idx="1679">MOVIE</cx:pt>
          <cx:pt idx="1680">MOVIE</cx:pt>
          <cx:pt idx="1681">MOVIE</cx:pt>
          <cx:pt idx="1682">MOVIE</cx:pt>
          <cx:pt idx="1683">MOVIE</cx:pt>
          <cx:pt idx="1684">SHOW</cx:pt>
          <cx:pt idx="1685">MOVIE</cx:pt>
          <cx:pt idx="1686">SHOW</cx:pt>
          <cx:pt idx="1687">MOVIE</cx:pt>
          <cx:pt idx="1688">MOVIE</cx:pt>
          <cx:pt idx="1689">MOVIE</cx:pt>
          <cx:pt idx="1690">MOVIE</cx:pt>
          <cx:pt idx="1691">SHOW</cx:pt>
          <cx:pt idx="1692">MOVIE</cx:pt>
          <cx:pt idx="1693">MOVIE</cx:pt>
          <cx:pt idx="1694">MOVIE</cx:pt>
          <cx:pt idx="1695">MOVIE</cx:pt>
          <cx:pt idx="1696">SHOW</cx:pt>
          <cx:pt idx="1697">MOVIE</cx:pt>
          <cx:pt idx="1698">MOVIE</cx:pt>
          <cx:pt idx="1699">MOVIE</cx:pt>
          <cx:pt idx="1700">SHOW</cx:pt>
          <cx:pt idx="1701">SHOW</cx:pt>
          <cx:pt idx="1702">MOVIE</cx:pt>
          <cx:pt idx="1703">MOVIE</cx:pt>
          <cx:pt idx="1704">MOVIE</cx:pt>
          <cx:pt idx="1705">MOVIE</cx:pt>
          <cx:pt idx="1706">MOVIE</cx:pt>
          <cx:pt idx="1707">SHOW</cx:pt>
          <cx:pt idx="1708">SHOW</cx:pt>
          <cx:pt idx="1709">SHOW</cx:pt>
          <cx:pt idx="1710">MOVIE</cx:pt>
          <cx:pt idx="1711">SHOW</cx:pt>
          <cx:pt idx="1712">MOVIE</cx:pt>
          <cx:pt idx="1713">MOVIE</cx:pt>
          <cx:pt idx="1714">MOVIE</cx:pt>
          <cx:pt idx="1715">MOVIE</cx:pt>
          <cx:pt idx="1716">SHOW</cx:pt>
          <cx:pt idx="1717">SHOW</cx:pt>
          <cx:pt idx="1718">SHOW</cx:pt>
          <cx:pt idx="1719">MOVIE</cx:pt>
          <cx:pt idx="1720">SHOW</cx:pt>
          <cx:pt idx="1721">MOVIE</cx:pt>
          <cx:pt idx="1722">SHOW</cx:pt>
          <cx:pt idx="1723">SHOW</cx:pt>
          <cx:pt idx="1724">SHOW</cx:pt>
          <cx:pt idx="1725">SHOW</cx:pt>
          <cx:pt idx="1726">SHOW</cx:pt>
          <cx:pt idx="1727">SHOW</cx:pt>
          <cx:pt idx="1728">MOVIE</cx:pt>
          <cx:pt idx="1729">SHOW</cx:pt>
          <cx:pt idx="1730">MOVIE</cx:pt>
          <cx:pt idx="1731">SHOW</cx:pt>
          <cx:pt idx="1732">SHOW</cx:pt>
          <cx:pt idx="1733">SHOW</cx:pt>
          <cx:pt idx="1734">SHOW</cx:pt>
          <cx:pt idx="1735">MOVIE</cx:pt>
          <cx:pt idx="1736">SHOW</cx:pt>
          <cx:pt idx="1737">SHOW</cx:pt>
          <cx:pt idx="1738">SHOW</cx:pt>
          <cx:pt idx="1739">SHOW</cx:pt>
          <cx:pt idx="1740">SHOW</cx:pt>
          <cx:pt idx="1741">MOVIE</cx:pt>
          <cx:pt idx="1742">SHOW</cx:pt>
          <cx:pt idx="1743">SHOW</cx:pt>
          <cx:pt idx="1744">SHOW</cx:pt>
          <cx:pt idx="1745">MOVIE</cx:pt>
          <cx:pt idx="1746">SHOW</cx:pt>
          <cx:pt idx="1747">MOVIE</cx:pt>
          <cx:pt idx="1748">SHOW</cx:pt>
          <cx:pt idx="1749">SHOW</cx:pt>
          <cx:pt idx="1750">MOVIE</cx:pt>
          <cx:pt idx="1751">MOVIE</cx:pt>
          <cx:pt idx="1752">SHOW</cx:pt>
          <cx:pt idx="1753">MOVIE</cx:pt>
          <cx:pt idx="1754">MOVIE</cx:pt>
          <cx:pt idx="1755">SHOW</cx:pt>
          <cx:pt idx="1756">MOVIE</cx:pt>
          <cx:pt idx="1757">SHOW</cx:pt>
          <cx:pt idx="1758">SHOW</cx:pt>
          <cx:pt idx="1759">SHOW</cx:pt>
          <cx:pt idx="1760">SHOW</cx:pt>
          <cx:pt idx="1761">SHOW</cx:pt>
          <cx:pt idx="1762">SHOW</cx:pt>
          <cx:pt idx="1763">SHOW</cx:pt>
          <cx:pt idx="1764">MOVIE</cx:pt>
          <cx:pt idx="1765">SHOW</cx:pt>
          <cx:pt idx="1766">MOVIE</cx:pt>
          <cx:pt idx="1767">SHOW</cx:pt>
          <cx:pt idx="1768">SHOW</cx:pt>
          <cx:pt idx="1769">SHOW</cx:pt>
          <cx:pt idx="1770">SHOW</cx:pt>
          <cx:pt idx="1771">MOVIE</cx:pt>
          <cx:pt idx="1772">SHOW</cx:pt>
          <cx:pt idx="1773">MOVIE</cx:pt>
          <cx:pt idx="1774">SHOW</cx:pt>
          <cx:pt idx="1775">MOVIE</cx:pt>
          <cx:pt idx="1776">SHOW</cx:pt>
          <cx:pt idx="1777">SHOW</cx:pt>
          <cx:pt idx="1778">SHOW</cx:pt>
          <cx:pt idx="1779">SHOW</cx:pt>
          <cx:pt idx="1780">MOVIE</cx:pt>
          <cx:pt idx="1781">MOVIE</cx:pt>
          <cx:pt idx="1782">MOVIE</cx:pt>
          <cx:pt idx="1783">MOVIE</cx:pt>
          <cx:pt idx="1784">MOVIE</cx:pt>
          <cx:pt idx="1785">SHOW</cx:pt>
          <cx:pt idx="1786">SHOW</cx:pt>
          <cx:pt idx="1787">MOVIE</cx:pt>
          <cx:pt idx="1788">SHOW</cx:pt>
          <cx:pt idx="1789">MOVIE</cx:pt>
          <cx:pt idx="1790">MOVIE</cx:pt>
          <cx:pt idx="1791">SHOW</cx:pt>
          <cx:pt idx="1792">MOVIE</cx:pt>
          <cx:pt idx="1793">MOVIE</cx:pt>
          <cx:pt idx="1794">MOVIE</cx:pt>
          <cx:pt idx="1795">SHOW</cx:pt>
          <cx:pt idx="1796">MOVIE</cx:pt>
          <cx:pt idx="1797">MOVIE</cx:pt>
          <cx:pt idx="1798">SHOW</cx:pt>
          <cx:pt idx="1799">MOVIE</cx:pt>
          <cx:pt idx="1800">MOVIE</cx:pt>
          <cx:pt idx="1801">SHOW</cx:pt>
          <cx:pt idx="1802">MOVIE</cx:pt>
          <cx:pt idx="1803">SHOW</cx:pt>
          <cx:pt idx="1804">SHOW</cx:pt>
          <cx:pt idx="1805">MOVIE</cx:pt>
          <cx:pt idx="1806">SHOW</cx:pt>
          <cx:pt idx="1807">SHOW</cx:pt>
          <cx:pt idx="1808">MOVIE</cx:pt>
          <cx:pt idx="1809">SHOW</cx:pt>
          <cx:pt idx="1810">MOVIE</cx:pt>
          <cx:pt idx="1811">SHOW</cx:pt>
          <cx:pt idx="1812">SHOW</cx:pt>
          <cx:pt idx="1813">MOVIE</cx:pt>
          <cx:pt idx="1814">SHOW</cx:pt>
          <cx:pt idx="1815">MOVIE</cx:pt>
          <cx:pt idx="1816">SHOW</cx:pt>
          <cx:pt idx="1817">SHOW</cx:pt>
          <cx:pt idx="1818">MOVIE</cx:pt>
          <cx:pt idx="1819">MOVIE</cx:pt>
          <cx:pt idx="1820">SHOW</cx:pt>
          <cx:pt idx="1821">SHOW</cx:pt>
          <cx:pt idx="1822">MOVIE</cx:pt>
          <cx:pt idx="1823">SHOW</cx:pt>
          <cx:pt idx="1824">MOVIE</cx:pt>
          <cx:pt idx="1825">SHOW</cx:pt>
          <cx:pt idx="1826">MOVIE</cx:pt>
          <cx:pt idx="1827">MOVIE</cx:pt>
          <cx:pt idx="1828">MOVIE</cx:pt>
          <cx:pt idx="1829">MOVIE</cx:pt>
          <cx:pt idx="1830">MOVIE</cx:pt>
          <cx:pt idx="1831">MOVIE</cx:pt>
          <cx:pt idx="1832">SHOW</cx:pt>
          <cx:pt idx="1833">MOVIE</cx:pt>
          <cx:pt idx="1834">SHOW</cx:pt>
          <cx:pt idx="1835">SHOW</cx:pt>
          <cx:pt idx="1836">MOVIE</cx:pt>
          <cx:pt idx="1837">SHOW</cx:pt>
          <cx:pt idx="1838">SHOW</cx:pt>
          <cx:pt idx="1839">SHOW</cx:pt>
          <cx:pt idx="1840">SHOW</cx:pt>
          <cx:pt idx="1841">MOVIE</cx:pt>
          <cx:pt idx="1842">MOVIE</cx:pt>
          <cx:pt idx="1843">SHOW</cx:pt>
          <cx:pt idx="1844">MOVIE</cx:pt>
          <cx:pt idx="1845">MOVIE</cx:pt>
          <cx:pt idx="1846">MOVIE</cx:pt>
          <cx:pt idx="1847">SHOW</cx:pt>
          <cx:pt idx="1848">MOVIE</cx:pt>
          <cx:pt idx="1849">SHOW</cx:pt>
          <cx:pt idx="1850">SHOW</cx:pt>
          <cx:pt idx="1851">SHOW</cx:pt>
          <cx:pt idx="1852">SHOW</cx:pt>
          <cx:pt idx="1853">SHOW</cx:pt>
          <cx:pt idx="1854">MOVIE</cx:pt>
          <cx:pt idx="1855">MOVIE</cx:pt>
          <cx:pt idx="1856">SHOW</cx:pt>
          <cx:pt idx="1857">MOVIE</cx:pt>
          <cx:pt idx="1858">MOVIE</cx:pt>
          <cx:pt idx="1859">MOVIE</cx:pt>
          <cx:pt idx="1860">MOVIE</cx:pt>
          <cx:pt idx="1861">MOVIE</cx:pt>
          <cx:pt idx="1862">MOVIE</cx:pt>
          <cx:pt idx="1863">SHOW</cx:pt>
          <cx:pt idx="1864">SHOW</cx:pt>
          <cx:pt idx="1865">SHOW</cx:pt>
          <cx:pt idx="1866">SHOW</cx:pt>
          <cx:pt idx="1867">MOVIE</cx:pt>
          <cx:pt idx="1868">MOVIE</cx:pt>
          <cx:pt idx="1869">SHOW</cx:pt>
          <cx:pt idx="1870">SHOW</cx:pt>
          <cx:pt idx="1871">MOVIE</cx:pt>
          <cx:pt idx="1872">SHOW</cx:pt>
          <cx:pt idx="1873">SHOW</cx:pt>
          <cx:pt idx="1874">SHOW</cx:pt>
          <cx:pt idx="1875">MOVIE</cx:pt>
          <cx:pt idx="1876">MOVIE</cx:pt>
          <cx:pt idx="1877">MOVIE</cx:pt>
          <cx:pt idx="1878">MOVIE</cx:pt>
          <cx:pt idx="1879">SHOW</cx:pt>
          <cx:pt idx="1880">MOVIE</cx:pt>
          <cx:pt idx="1881">MOVIE</cx:pt>
          <cx:pt idx="1882">MOVIE</cx:pt>
          <cx:pt idx="1883">MOVIE</cx:pt>
          <cx:pt idx="1884">MOVIE</cx:pt>
          <cx:pt idx="1885">SHOW</cx:pt>
          <cx:pt idx="1886">MOVIE</cx:pt>
          <cx:pt idx="1887">SHOW</cx:pt>
          <cx:pt idx="1888">MOVIE</cx:pt>
          <cx:pt idx="1889">SHOW</cx:pt>
          <cx:pt idx="1890">SHOW</cx:pt>
          <cx:pt idx="1891">MOVIE</cx:pt>
          <cx:pt idx="1892">MOVIE</cx:pt>
          <cx:pt idx="1893">MOVIE</cx:pt>
          <cx:pt idx="1894">MOVIE</cx:pt>
          <cx:pt idx="1895">SHOW</cx:pt>
          <cx:pt idx="1896">SHOW</cx:pt>
          <cx:pt idx="1897">MOVIE</cx:pt>
          <cx:pt idx="1898">MOVIE</cx:pt>
          <cx:pt idx="1899">MOVIE</cx:pt>
          <cx:pt idx="1900">MOVIE</cx:pt>
          <cx:pt idx="1901">MOVIE</cx:pt>
          <cx:pt idx="1902">MOVIE</cx:pt>
          <cx:pt idx="1903">SHOW</cx:pt>
          <cx:pt idx="1904">MOVIE</cx:pt>
          <cx:pt idx="1905">MOVIE</cx:pt>
          <cx:pt idx="1906">MOVIE</cx:pt>
          <cx:pt idx="1907">SHOW</cx:pt>
          <cx:pt idx="1908">SHOW</cx:pt>
          <cx:pt idx="1909">MOVIE</cx:pt>
          <cx:pt idx="1910">MOVIE</cx:pt>
          <cx:pt idx="1911">MOVIE</cx:pt>
          <cx:pt idx="1912">MOVIE</cx:pt>
          <cx:pt idx="1913">SHOW</cx:pt>
          <cx:pt idx="1914">MOVIE</cx:pt>
          <cx:pt idx="1915">SHOW</cx:pt>
          <cx:pt idx="1916">SHOW</cx:pt>
          <cx:pt idx="1917">SHOW</cx:pt>
          <cx:pt idx="1918">MOVIE</cx:pt>
          <cx:pt idx="1919">SHOW</cx:pt>
          <cx:pt idx="1920">MOVIE</cx:pt>
          <cx:pt idx="1921">SHOW</cx:pt>
          <cx:pt idx="1922">MOVIE</cx:pt>
          <cx:pt idx="1923">SHOW</cx:pt>
          <cx:pt idx="1924">SHOW</cx:pt>
          <cx:pt idx="1925">SHOW</cx:pt>
          <cx:pt idx="1926">MOVIE</cx:pt>
          <cx:pt idx="1927">SHOW</cx:pt>
          <cx:pt idx="1928">SHOW</cx:pt>
          <cx:pt idx="1929">MOVIE</cx:pt>
          <cx:pt idx="1930">MOVIE</cx:pt>
          <cx:pt idx="1931">MOVIE</cx:pt>
          <cx:pt idx="1932">MOVIE</cx:pt>
          <cx:pt idx="1933">SHOW</cx:pt>
          <cx:pt idx="1934">MOVIE</cx:pt>
          <cx:pt idx="1935">SHOW</cx:pt>
          <cx:pt idx="1936">SHOW</cx:pt>
          <cx:pt idx="1937">SHOW</cx:pt>
          <cx:pt idx="1938">SHOW</cx:pt>
          <cx:pt idx="1939">MOVIE</cx:pt>
          <cx:pt idx="1940">MOVIE</cx:pt>
          <cx:pt idx="1941">MOVIE</cx:pt>
          <cx:pt idx="1942">MOVIE</cx:pt>
          <cx:pt idx="1943">MOVIE</cx:pt>
          <cx:pt idx="1944">SHOW</cx:pt>
          <cx:pt idx="1945">SHOW</cx:pt>
          <cx:pt idx="1946">SHOW</cx:pt>
          <cx:pt idx="1947">MOVIE</cx:pt>
          <cx:pt idx="1948">MOVIE</cx:pt>
          <cx:pt idx="1949">MOVIE</cx:pt>
          <cx:pt idx="1950">SHOW</cx:pt>
          <cx:pt idx="1951">MOVIE</cx:pt>
          <cx:pt idx="1952">SHOW</cx:pt>
          <cx:pt idx="1953">SHOW</cx:pt>
          <cx:pt idx="1954">SHOW</cx:pt>
          <cx:pt idx="1955">MOVIE</cx:pt>
          <cx:pt idx="1956">MOVIE</cx:pt>
          <cx:pt idx="1957">SHOW</cx:pt>
          <cx:pt idx="1958">SHOW</cx:pt>
          <cx:pt idx="1959">SHOW</cx:pt>
          <cx:pt idx="1960">MOVIE</cx:pt>
          <cx:pt idx="1961">MOVIE</cx:pt>
          <cx:pt idx="1962">SHOW</cx:pt>
          <cx:pt idx="1963">MOVIE</cx:pt>
          <cx:pt idx="1964">MOVIE</cx:pt>
          <cx:pt idx="1965">MOVIE</cx:pt>
          <cx:pt idx="1966">MOVIE</cx:pt>
          <cx:pt idx="1967">MOVIE</cx:pt>
          <cx:pt idx="1968">SHOW</cx:pt>
          <cx:pt idx="1969">MOVIE</cx:pt>
          <cx:pt idx="1970">MOVIE</cx:pt>
          <cx:pt idx="1971">MOVIE</cx:pt>
          <cx:pt idx="1972">SHOW</cx:pt>
          <cx:pt idx="1973">SHOW</cx:pt>
          <cx:pt idx="1974">SHOW</cx:pt>
          <cx:pt idx="1975">SHOW</cx:pt>
          <cx:pt idx="1976">SHOW</cx:pt>
          <cx:pt idx="1977">SHOW</cx:pt>
          <cx:pt idx="1978">SHOW</cx:pt>
          <cx:pt idx="1979">MOVIE</cx:pt>
          <cx:pt idx="1980">SHOW</cx:pt>
          <cx:pt idx="1981">MOVIE</cx:pt>
          <cx:pt idx="1982">MOVIE</cx:pt>
          <cx:pt idx="1983">MOVIE</cx:pt>
          <cx:pt idx="1984">MOVIE</cx:pt>
          <cx:pt idx="1985">MOVIE</cx:pt>
          <cx:pt idx="1986">SHOW</cx:pt>
          <cx:pt idx="1987">SHOW</cx:pt>
          <cx:pt idx="1988">MOVIE</cx:pt>
          <cx:pt idx="1989">MOVIE</cx:pt>
          <cx:pt idx="1990">SHOW</cx:pt>
          <cx:pt idx="1991">SHOW</cx:pt>
          <cx:pt idx="1992">MOVIE</cx:pt>
          <cx:pt idx="1993">SHOW</cx:pt>
          <cx:pt idx="1994">MOVIE</cx:pt>
          <cx:pt idx="1995">SHOW</cx:pt>
          <cx:pt idx="1996">MOVIE</cx:pt>
          <cx:pt idx="1997">SHOW</cx:pt>
          <cx:pt idx="1998">SHOW</cx:pt>
          <cx:pt idx="1999">SHOW</cx:pt>
          <cx:pt idx="2000">SHOW</cx:pt>
          <cx:pt idx="2001">SHOW</cx:pt>
          <cx:pt idx="2002">SHOW</cx:pt>
          <cx:pt idx="2003">SHOW</cx:pt>
          <cx:pt idx="2004">SHOW</cx:pt>
          <cx:pt idx="2005">SHOW</cx:pt>
          <cx:pt idx="2006">MOVIE</cx:pt>
          <cx:pt idx="2007">MOVIE</cx:pt>
          <cx:pt idx="2008">MOVIE</cx:pt>
          <cx:pt idx="2009">MOVIE</cx:pt>
          <cx:pt idx="2010">SHOW</cx:pt>
          <cx:pt idx="2011">MOVIE</cx:pt>
          <cx:pt idx="2012">SHOW</cx:pt>
          <cx:pt idx="2013">SHOW</cx:pt>
          <cx:pt idx="2014">SHOW</cx:pt>
          <cx:pt idx="2015">SHOW</cx:pt>
          <cx:pt idx="2016">MOVIE</cx:pt>
          <cx:pt idx="2017">MOVIE</cx:pt>
          <cx:pt idx="2018">SHOW</cx:pt>
          <cx:pt idx="2019">SHOW</cx:pt>
          <cx:pt idx="2020">MOVIE</cx:pt>
          <cx:pt idx="2021">MOVIE</cx:pt>
          <cx:pt idx="2022">MOVIE</cx:pt>
          <cx:pt idx="2023">MOVIE</cx:pt>
          <cx:pt idx="2024">SHOW</cx:pt>
          <cx:pt idx="2025">MOVIE</cx:pt>
          <cx:pt idx="2026">MOVIE</cx:pt>
          <cx:pt idx="2027">MOVIE</cx:pt>
          <cx:pt idx="2028">SHOW</cx:pt>
          <cx:pt idx="2029">SHOW</cx:pt>
          <cx:pt idx="2030">SHOW</cx:pt>
          <cx:pt idx="2031">MOVIE</cx:pt>
          <cx:pt idx="2032">MOVIE</cx:pt>
          <cx:pt idx="2033">SHOW</cx:pt>
          <cx:pt idx="2034">MOVIE</cx:pt>
          <cx:pt idx="2035">MOVIE</cx:pt>
          <cx:pt idx="2036">MOVIE</cx:pt>
          <cx:pt idx="2037">MOVIE</cx:pt>
          <cx:pt idx="2038">MOVIE</cx:pt>
          <cx:pt idx="2039">MOVIE</cx:pt>
          <cx:pt idx="2040">SHOW</cx:pt>
          <cx:pt idx="2041">MOVIE</cx:pt>
          <cx:pt idx="2042">MOVIE</cx:pt>
          <cx:pt idx="2043">SHOW</cx:pt>
          <cx:pt idx="2044">MOVIE</cx:pt>
          <cx:pt idx="2045">MOVIE</cx:pt>
          <cx:pt idx="2046">SHOW</cx:pt>
          <cx:pt idx="2047">MOVIE</cx:pt>
          <cx:pt idx="2048">SHOW</cx:pt>
          <cx:pt idx="2049">SHOW</cx:pt>
          <cx:pt idx="2050">SHOW</cx:pt>
          <cx:pt idx="2051">MOVIE</cx:pt>
          <cx:pt idx="2052">SHOW</cx:pt>
          <cx:pt idx="2053">SHOW</cx:pt>
          <cx:pt idx="2054">MOVIE</cx:pt>
          <cx:pt idx="2055">SHOW</cx:pt>
          <cx:pt idx="2056">MOVIE</cx:pt>
          <cx:pt idx="2057">SHOW</cx:pt>
          <cx:pt idx="2058">SHOW</cx:pt>
          <cx:pt idx="2059">MOVIE</cx:pt>
          <cx:pt idx="2060">SHOW</cx:pt>
          <cx:pt idx="2061">SHOW</cx:pt>
          <cx:pt idx="2062">MOVIE</cx:pt>
          <cx:pt idx="2063">MOVIE</cx:pt>
          <cx:pt idx="2064">SHOW</cx:pt>
          <cx:pt idx="2065">SHOW</cx:pt>
          <cx:pt idx="2066">MOVIE</cx:pt>
          <cx:pt idx="2067">SHOW</cx:pt>
          <cx:pt idx="2068">MOVIE</cx:pt>
          <cx:pt idx="2069">MOVIE</cx:pt>
          <cx:pt idx="2070">MOVIE</cx:pt>
          <cx:pt idx="2071">SHOW</cx:pt>
          <cx:pt idx="2072">SHOW</cx:pt>
          <cx:pt idx="2073">MOVIE</cx:pt>
          <cx:pt idx="2074">MOVIE</cx:pt>
          <cx:pt idx="2075">MOVIE</cx:pt>
          <cx:pt idx="2076">SHOW</cx:pt>
          <cx:pt idx="2077">SHOW</cx:pt>
          <cx:pt idx="2078">MOVIE</cx:pt>
          <cx:pt idx="2079">SHOW</cx:pt>
          <cx:pt idx="2080">MOVIE</cx:pt>
          <cx:pt idx="2081">SHOW</cx:pt>
          <cx:pt idx="2082">MOVIE</cx:pt>
          <cx:pt idx="2083">SHOW</cx:pt>
          <cx:pt idx="2084">MOVIE</cx:pt>
          <cx:pt idx="2085">SHOW</cx:pt>
          <cx:pt idx="2086">SHOW</cx:pt>
          <cx:pt idx="2087">MOVIE</cx:pt>
          <cx:pt idx="2088">SHOW</cx:pt>
          <cx:pt idx="2089">SHOW</cx:pt>
          <cx:pt idx="2090">SHOW</cx:pt>
          <cx:pt idx="2091">SHOW</cx:pt>
          <cx:pt idx="2092">SHOW</cx:pt>
          <cx:pt idx="2093">MOVIE</cx:pt>
          <cx:pt idx="2094">SHOW</cx:pt>
          <cx:pt idx="2095">SHOW</cx:pt>
          <cx:pt idx="2096">SHOW</cx:pt>
          <cx:pt idx="2097">SHOW</cx:pt>
          <cx:pt idx="2098">SHOW</cx:pt>
          <cx:pt idx="2099">MOVIE</cx:pt>
          <cx:pt idx="2100">SHOW</cx:pt>
          <cx:pt idx="2101">SHOW</cx:pt>
          <cx:pt idx="2102">SHOW</cx:pt>
          <cx:pt idx="2103">MOVIE</cx:pt>
          <cx:pt idx="2104">SHOW</cx:pt>
          <cx:pt idx="2105">MOVIE</cx:pt>
          <cx:pt idx="2106">SHOW</cx:pt>
          <cx:pt idx="2107">SHOW</cx:pt>
          <cx:pt idx="2108">SHOW</cx:pt>
          <cx:pt idx="2109">SHOW</cx:pt>
          <cx:pt idx="2110">MOVIE</cx:pt>
          <cx:pt idx="2111">SHOW</cx:pt>
          <cx:pt idx="2112">SHOW</cx:pt>
          <cx:pt idx="2113">MOVIE</cx:pt>
          <cx:pt idx="2114">MOVIE</cx:pt>
          <cx:pt idx="2115">MOVIE</cx:pt>
          <cx:pt idx="2116">MOVIE</cx:pt>
          <cx:pt idx="2117">SHOW</cx:pt>
          <cx:pt idx="2118">MOVIE</cx:pt>
          <cx:pt idx="2119">MOVIE</cx:pt>
          <cx:pt idx="2120">SHOW</cx:pt>
          <cx:pt idx="2121">SHOW</cx:pt>
          <cx:pt idx="2122">MOVIE</cx:pt>
          <cx:pt idx="2123">MOVIE</cx:pt>
          <cx:pt idx="2124">MOVIE</cx:pt>
          <cx:pt idx="2125">SHOW</cx:pt>
          <cx:pt idx="2126">MOVIE</cx:pt>
          <cx:pt idx="2127">SHOW</cx:pt>
          <cx:pt idx="2128">MOVIE</cx:pt>
          <cx:pt idx="2129">SHOW</cx:pt>
          <cx:pt idx="2130">MOVIE</cx:pt>
          <cx:pt idx="2131">MOVIE</cx:pt>
          <cx:pt idx="2132">MOVIE</cx:pt>
          <cx:pt idx="2133">SHOW</cx:pt>
          <cx:pt idx="2134">SHOW</cx:pt>
          <cx:pt idx="2135">SHOW</cx:pt>
          <cx:pt idx="2136">MOVIE</cx:pt>
          <cx:pt idx="2137">MOVIE</cx:pt>
          <cx:pt idx="2138">SHOW</cx:pt>
          <cx:pt idx="2139">SHOW</cx:pt>
          <cx:pt idx="2140">MOVIE</cx:pt>
          <cx:pt idx="2141">SHOW</cx:pt>
          <cx:pt idx="2142">SHOW</cx:pt>
          <cx:pt idx="2143">MOVIE</cx:pt>
          <cx:pt idx="2144">MOVIE</cx:pt>
          <cx:pt idx="2145">MOVIE</cx:pt>
          <cx:pt idx="2146">SHOW</cx:pt>
          <cx:pt idx="2147">SHOW</cx:pt>
          <cx:pt idx="2148">MOVIE</cx:pt>
          <cx:pt idx="2149">MOVIE</cx:pt>
          <cx:pt idx="2150">MOVIE</cx:pt>
          <cx:pt idx="2151">SHOW</cx:pt>
          <cx:pt idx="2152">MOVIE</cx:pt>
          <cx:pt idx="2153">SHOW</cx:pt>
          <cx:pt idx="2154">SHOW</cx:pt>
          <cx:pt idx="2155">SHOW</cx:pt>
          <cx:pt idx="2156">MOVIE</cx:pt>
          <cx:pt idx="2157">MOVIE</cx:pt>
          <cx:pt idx="2158">SHOW</cx:pt>
          <cx:pt idx="2159">SHOW</cx:pt>
          <cx:pt idx="2160">MOVIE</cx:pt>
          <cx:pt idx="2161">MOVIE</cx:pt>
          <cx:pt idx="2162">MOVIE</cx:pt>
          <cx:pt idx="2163">SHOW</cx:pt>
          <cx:pt idx="2164">SHOW</cx:pt>
          <cx:pt idx="2165">SHOW</cx:pt>
          <cx:pt idx="2166">MOVIE</cx:pt>
          <cx:pt idx="2167">SHOW</cx:pt>
          <cx:pt idx="2168">MOVIE</cx:pt>
          <cx:pt idx="2169">MOVIE</cx:pt>
          <cx:pt idx="2170">SHOW</cx:pt>
          <cx:pt idx="2171">SHOW</cx:pt>
          <cx:pt idx="2172">SHOW</cx:pt>
          <cx:pt idx="2173">SHOW</cx:pt>
          <cx:pt idx="2174">SHOW</cx:pt>
          <cx:pt idx="2175">MOVIE</cx:pt>
          <cx:pt idx="2176">MOVIE</cx:pt>
          <cx:pt idx="2177">MOVIE</cx:pt>
          <cx:pt idx="2178">MOVIE</cx:pt>
          <cx:pt idx="2179">MOVIE</cx:pt>
          <cx:pt idx="2180">SHOW</cx:pt>
          <cx:pt idx="2181">SHOW</cx:pt>
          <cx:pt idx="2182">SHOW</cx:pt>
          <cx:pt idx="2183">MOVIE</cx:pt>
          <cx:pt idx="2184">MOVIE</cx:pt>
          <cx:pt idx="2185">SHOW</cx:pt>
          <cx:pt idx="2186">MOVIE</cx:pt>
          <cx:pt idx="2187">SHOW</cx:pt>
          <cx:pt idx="2188">SHOW</cx:pt>
          <cx:pt idx="2189">MOVIE</cx:pt>
          <cx:pt idx="2190">SHOW</cx:pt>
          <cx:pt idx="2191">SHOW</cx:pt>
          <cx:pt idx="2192">SHOW</cx:pt>
          <cx:pt idx="2193">MOVIE</cx:pt>
          <cx:pt idx="2194">SHOW</cx:pt>
          <cx:pt idx="2195">SHOW</cx:pt>
          <cx:pt idx="2196">MOVIE</cx:pt>
          <cx:pt idx="2197">SHOW</cx:pt>
          <cx:pt idx="2198">MOVIE</cx:pt>
          <cx:pt idx="2199">SHOW</cx:pt>
          <cx:pt idx="2200">MOVIE</cx:pt>
          <cx:pt idx="2201">SHOW</cx:pt>
          <cx:pt idx="2202">MOVIE</cx:pt>
          <cx:pt idx="2203">MOVIE</cx:pt>
          <cx:pt idx="2204">MOVIE</cx:pt>
          <cx:pt idx="2205">MOVIE</cx:pt>
          <cx:pt idx="2206">MOVIE</cx:pt>
          <cx:pt idx="2207">SHOW</cx:pt>
          <cx:pt idx="2208">SHOW</cx:pt>
          <cx:pt idx="2209">MOVIE</cx:pt>
          <cx:pt idx="2210">SHOW</cx:pt>
          <cx:pt idx="2211">MOVIE</cx:pt>
          <cx:pt idx="2212">SHOW</cx:pt>
          <cx:pt idx="2213">MOVIE</cx:pt>
          <cx:pt idx="2214">MOVIE</cx:pt>
          <cx:pt idx="2215">MOVIE</cx:pt>
          <cx:pt idx="2216">MOVIE</cx:pt>
          <cx:pt idx="2217">SHOW</cx:pt>
          <cx:pt idx="2218">SHOW</cx:pt>
          <cx:pt idx="2219">SHOW</cx:pt>
          <cx:pt idx="2220">SHOW</cx:pt>
          <cx:pt idx="2221">SHOW</cx:pt>
          <cx:pt idx="2222">MOVIE</cx:pt>
          <cx:pt idx="2223">MOVIE</cx:pt>
          <cx:pt idx="2224">MOVIE</cx:pt>
          <cx:pt idx="2225">MOVIE</cx:pt>
          <cx:pt idx="2226">SHOW</cx:pt>
          <cx:pt idx="2227">MOVIE</cx:pt>
          <cx:pt idx="2228">SHOW</cx:pt>
          <cx:pt idx="2229">SHOW</cx:pt>
          <cx:pt idx="2230">MOVIE</cx:pt>
          <cx:pt idx="2231">MOVIE</cx:pt>
          <cx:pt idx="2232">MOVIE</cx:pt>
          <cx:pt idx="2233">MOVIE</cx:pt>
          <cx:pt idx="2234">MOVIE</cx:pt>
          <cx:pt idx="2235">SHOW</cx:pt>
          <cx:pt idx="2236">MOVIE</cx:pt>
          <cx:pt idx="2237">SHOW</cx:pt>
          <cx:pt idx="2238">MOVIE</cx:pt>
          <cx:pt idx="2239">SHOW</cx:pt>
          <cx:pt idx="2240">SHOW</cx:pt>
          <cx:pt idx="2241">SHOW</cx:pt>
          <cx:pt idx="2242">MOVIE</cx:pt>
          <cx:pt idx="2243">MOVIE</cx:pt>
          <cx:pt idx="2244">MOVIE</cx:pt>
          <cx:pt idx="2245">MOVIE</cx:pt>
          <cx:pt idx="2246">SHOW</cx:pt>
          <cx:pt idx="2247">MOVIE</cx:pt>
          <cx:pt idx="2248">MOVIE</cx:pt>
          <cx:pt idx="2249">SHOW</cx:pt>
          <cx:pt idx="2250">MOVIE</cx:pt>
          <cx:pt idx="2251">SHOW</cx:pt>
          <cx:pt idx="2252">MOVIE</cx:pt>
          <cx:pt idx="2253">MOVIE</cx:pt>
          <cx:pt idx="2254">SHOW</cx:pt>
          <cx:pt idx="2255">MOVIE</cx:pt>
          <cx:pt idx="2256">MOVIE</cx:pt>
          <cx:pt idx="2257">MOVIE</cx:pt>
          <cx:pt idx="2258">SHOW</cx:pt>
          <cx:pt idx="2259">SHOW</cx:pt>
          <cx:pt idx="2260">MOVIE</cx:pt>
          <cx:pt idx="2261">MOVIE</cx:pt>
          <cx:pt idx="2262">MOVIE</cx:pt>
          <cx:pt idx="2263">MOVIE</cx:pt>
          <cx:pt idx="2264">SHOW</cx:pt>
          <cx:pt idx="2265">SHOW</cx:pt>
          <cx:pt idx="2266">MOVIE</cx:pt>
          <cx:pt idx="2267">MOVIE</cx:pt>
          <cx:pt idx="2268">MOVIE</cx:pt>
          <cx:pt idx="2269">MOVIE</cx:pt>
          <cx:pt idx="2270">MOVIE</cx:pt>
          <cx:pt idx="2271">SHOW</cx:pt>
          <cx:pt idx="2272">MOVIE</cx:pt>
          <cx:pt idx="2273">MOVIE</cx:pt>
          <cx:pt idx="2274">SHOW</cx:pt>
          <cx:pt idx="2275">MOVIE</cx:pt>
          <cx:pt idx="2276">SHOW</cx:pt>
          <cx:pt idx="2277">SHOW</cx:pt>
          <cx:pt idx="2278">MOVIE</cx:pt>
          <cx:pt idx="2279">MOVIE</cx:pt>
          <cx:pt idx="2280">SHOW</cx:pt>
          <cx:pt idx="2281">MOVIE</cx:pt>
          <cx:pt idx="2282">MOVIE</cx:pt>
          <cx:pt idx="2283">MOVIE</cx:pt>
          <cx:pt idx="2284">MOVIE</cx:pt>
          <cx:pt idx="2285">SHOW</cx:pt>
          <cx:pt idx="2286">MOVIE</cx:pt>
          <cx:pt idx="2287">MOVIE</cx:pt>
          <cx:pt idx="2288">MOVIE</cx:pt>
          <cx:pt idx="2289">MOVIE</cx:pt>
          <cx:pt idx="2290">SHOW</cx:pt>
          <cx:pt idx="2291">SHOW</cx:pt>
          <cx:pt idx="2292">MOVIE</cx:pt>
          <cx:pt idx="2293">MOVIE</cx:pt>
          <cx:pt idx="2294">MOVIE</cx:pt>
          <cx:pt idx="2295">SHOW</cx:pt>
          <cx:pt idx="2296">MOVIE</cx:pt>
          <cx:pt idx="2297">SHOW</cx:pt>
          <cx:pt idx="2298">SHOW</cx:pt>
          <cx:pt idx="2299">MOVIE</cx:pt>
          <cx:pt idx="2300">MOVIE</cx:pt>
          <cx:pt idx="2301">SHOW</cx:pt>
          <cx:pt idx="2302">MOVIE</cx:pt>
          <cx:pt idx="2303">MOVIE</cx:pt>
          <cx:pt idx="2304">MOVIE</cx:pt>
          <cx:pt idx="2305">SHOW</cx:pt>
          <cx:pt idx="2306">MOVIE</cx:pt>
          <cx:pt idx="2307">MOVIE</cx:pt>
          <cx:pt idx="2308">MOVIE</cx:pt>
          <cx:pt idx="2309">MOVIE</cx:pt>
          <cx:pt idx="2310">MOVIE</cx:pt>
          <cx:pt idx="2311">MOVIE</cx:pt>
          <cx:pt idx="2312">SHOW</cx:pt>
          <cx:pt idx="2313">SHOW</cx:pt>
          <cx:pt idx="2314">MOVIE</cx:pt>
          <cx:pt idx="2315">SHOW</cx:pt>
          <cx:pt idx="2316">SHOW</cx:pt>
          <cx:pt idx="2317">SHOW</cx:pt>
          <cx:pt idx="2318">SHOW</cx:pt>
          <cx:pt idx="2319">MOVIE</cx:pt>
          <cx:pt idx="2320">SHOW</cx:pt>
          <cx:pt idx="2321">SHOW</cx:pt>
          <cx:pt idx="2322">SHOW</cx:pt>
          <cx:pt idx="2323">SHOW</cx:pt>
          <cx:pt idx="2324">MOVIE</cx:pt>
          <cx:pt idx="2325">MOVIE</cx:pt>
          <cx:pt idx="2326">MOVIE</cx:pt>
          <cx:pt idx="2327">SHOW</cx:pt>
          <cx:pt idx="2328">MOVIE</cx:pt>
          <cx:pt idx="2329">SHOW</cx:pt>
          <cx:pt idx="2330">MOVIE</cx:pt>
          <cx:pt idx="2331">MOVIE</cx:pt>
          <cx:pt idx="2332">MOVIE</cx:pt>
          <cx:pt idx="2333">MOVIE</cx:pt>
          <cx:pt idx="2334">SHOW</cx:pt>
          <cx:pt idx="2335">MOVIE</cx:pt>
          <cx:pt idx="2336">SHOW</cx:pt>
          <cx:pt idx="2337">MOVIE</cx:pt>
          <cx:pt idx="2338">SHOW</cx:pt>
          <cx:pt idx="2339">MOVIE</cx:pt>
          <cx:pt idx="2340">MOVIE</cx:pt>
          <cx:pt idx="2341">MOVIE</cx:pt>
          <cx:pt idx="2342">SHOW</cx:pt>
          <cx:pt idx="2343">MOVIE</cx:pt>
          <cx:pt idx="2344">MOVIE</cx:pt>
          <cx:pt idx="2345">SHOW</cx:pt>
          <cx:pt idx="2346">SHOW</cx:pt>
          <cx:pt idx="2347">MOVIE</cx:pt>
          <cx:pt idx="2348">SHOW</cx:pt>
          <cx:pt idx="2349">SHOW</cx:pt>
          <cx:pt idx="2350">SHOW</cx:pt>
          <cx:pt idx="2351">SHOW</cx:pt>
          <cx:pt idx="2352">MOVIE</cx:pt>
          <cx:pt idx="2353">MOVIE</cx:pt>
          <cx:pt idx="2354">MOVIE</cx:pt>
          <cx:pt idx="2355">MOVIE</cx:pt>
          <cx:pt idx="2356">SHOW</cx:pt>
          <cx:pt idx="2357">MOVIE</cx:pt>
          <cx:pt idx="2358">MOVIE</cx:pt>
          <cx:pt idx="2359">SHOW</cx:pt>
          <cx:pt idx="2360">MOVIE</cx:pt>
          <cx:pt idx="2361">MOVIE</cx:pt>
          <cx:pt idx="2362">SHOW</cx:pt>
          <cx:pt idx="2363">MOVIE</cx:pt>
          <cx:pt idx="2364">MOVIE</cx:pt>
          <cx:pt idx="2365">MOVIE</cx:pt>
          <cx:pt idx="2366">SHOW</cx:pt>
          <cx:pt idx="2367">SHOW</cx:pt>
          <cx:pt idx="2368">SHOW</cx:pt>
          <cx:pt idx="2369">SHOW</cx:pt>
          <cx:pt idx="2370">SHOW</cx:pt>
          <cx:pt idx="2371">MOVIE</cx:pt>
          <cx:pt idx="2372">MOVIE</cx:pt>
          <cx:pt idx="2373">MOVIE</cx:pt>
          <cx:pt idx="2374">MOVIE</cx:pt>
          <cx:pt idx="2375">MOVIE</cx:pt>
          <cx:pt idx="2376">MOVIE</cx:pt>
          <cx:pt idx="2377">SHOW</cx:pt>
          <cx:pt idx="2378">SHOW</cx:pt>
          <cx:pt idx="2379">MOVIE</cx:pt>
          <cx:pt idx="2380">SHOW</cx:pt>
          <cx:pt idx="2381">MOVIE</cx:pt>
          <cx:pt idx="2382">MOVIE</cx:pt>
          <cx:pt idx="2383">MOVIE</cx:pt>
          <cx:pt idx="2384">MOVIE</cx:pt>
          <cx:pt idx="2385">SHOW</cx:pt>
          <cx:pt idx="2386">MOVIE</cx:pt>
          <cx:pt idx="2387">SHOW</cx:pt>
          <cx:pt idx="2388">MOVIE</cx:pt>
          <cx:pt idx="2389">MOVIE</cx:pt>
          <cx:pt idx="2390">MOVIE</cx:pt>
          <cx:pt idx="2391">MOVIE</cx:pt>
          <cx:pt idx="2392">MOVIE</cx:pt>
          <cx:pt idx="2393">MOVIE</cx:pt>
          <cx:pt idx="2394">MOVIE</cx:pt>
          <cx:pt idx="2395">MOVIE</cx:pt>
          <cx:pt idx="2396">MOVIE</cx:pt>
          <cx:pt idx="2397">MOVIE</cx:pt>
          <cx:pt idx="2398">MOVIE</cx:pt>
          <cx:pt idx="2399">MOVIE</cx:pt>
          <cx:pt idx="2400">MOVIE</cx:pt>
          <cx:pt idx="2401">MOVIE</cx:pt>
          <cx:pt idx="2402">MOVIE</cx:pt>
          <cx:pt idx="2403">MOVIE</cx:pt>
          <cx:pt idx="2404">MOVIE</cx:pt>
          <cx:pt idx="2405">MOVIE</cx:pt>
          <cx:pt idx="2406">MOVIE</cx:pt>
          <cx:pt idx="2407">MOVIE</cx:pt>
          <cx:pt idx="2408">SHOW</cx:pt>
          <cx:pt idx="2409">MOVIE</cx:pt>
          <cx:pt idx="2410">MOVIE</cx:pt>
          <cx:pt idx="2411">MOVIE</cx:pt>
          <cx:pt idx="2412">MOVIE</cx:pt>
          <cx:pt idx="2413">SHOW</cx:pt>
          <cx:pt idx="2414">MOVIE</cx:pt>
          <cx:pt idx="2415">MOVIE</cx:pt>
          <cx:pt idx="2416">MOVIE</cx:pt>
          <cx:pt idx="2417">MOVIE</cx:pt>
          <cx:pt idx="2418">MOVIE</cx:pt>
          <cx:pt idx="2419">MOVIE</cx:pt>
          <cx:pt idx="2420">SHOW</cx:pt>
          <cx:pt idx="2421">SHOW</cx:pt>
          <cx:pt idx="2422">SHOW</cx:pt>
          <cx:pt idx="2423">SHOW</cx:pt>
          <cx:pt idx="2424">SHOW</cx:pt>
          <cx:pt idx="2425">SHOW</cx:pt>
          <cx:pt idx="2426">SHOW</cx:pt>
          <cx:pt idx="2427">MOVIE</cx:pt>
          <cx:pt idx="2428">SHOW</cx:pt>
          <cx:pt idx="2429">MOVIE</cx:pt>
          <cx:pt idx="2430">MOVIE</cx:pt>
          <cx:pt idx="2431">MOVIE</cx:pt>
          <cx:pt idx="2432">MOVIE</cx:pt>
          <cx:pt idx="2433">MOVIE</cx:pt>
          <cx:pt idx="2434">MOVIE</cx:pt>
          <cx:pt idx="2435">MOVIE</cx:pt>
          <cx:pt idx="2436">MOVIE</cx:pt>
          <cx:pt idx="2437">MOVIE</cx:pt>
          <cx:pt idx="2438">MOVIE</cx:pt>
          <cx:pt idx="2439">MOVIE</cx:pt>
          <cx:pt idx="2440">MOVIE</cx:pt>
          <cx:pt idx="2441">MOVIE</cx:pt>
          <cx:pt idx="2442">SHOW</cx:pt>
          <cx:pt idx="2443">SHOW</cx:pt>
          <cx:pt idx="2444">MOVIE</cx:pt>
          <cx:pt idx="2445">MOVIE</cx:pt>
          <cx:pt idx="2446">MOVIE</cx:pt>
          <cx:pt idx="2447">SHOW</cx:pt>
          <cx:pt idx="2448">SHOW</cx:pt>
          <cx:pt idx="2449">MOVIE</cx:pt>
          <cx:pt idx="2450">MOVIE</cx:pt>
          <cx:pt idx="2451">SHOW</cx:pt>
          <cx:pt idx="2452">SHOW</cx:pt>
          <cx:pt idx="2453">MOVIE</cx:pt>
          <cx:pt idx="2454">SHOW</cx:pt>
          <cx:pt idx="2455">SHOW</cx:pt>
          <cx:pt idx="2456">MOVIE</cx:pt>
          <cx:pt idx="2457">MOVIE</cx:pt>
          <cx:pt idx="2458">SHOW</cx:pt>
          <cx:pt idx="2459">MOVIE</cx:pt>
          <cx:pt idx="2460">SHOW</cx:pt>
          <cx:pt idx="2461">SHOW</cx:pt>
          <cx:pt idx="2462">MOVIE</cx:pt>
          <cx:pt idx="2463">MOVIE</cx:pt>
          <cx:pt idx="2464">SHOW</cx:pt>
          <cx:pt idx="2465">MOVIE</cx:pt>
          <cx:pt idx="2466">MOVIE</cx:pt>
          <cx:pt idx="2467">MOVIE</cx:pt>
          <cx:pt idx="2468">SHOW</cx:pt>
          <cx:pt idx="2469">MOVIE</cx:pt>
          <cx:pt idx="2470">SHOW</cx:pt>
          <cx:pt idx="2471">SHOW</cx:pt>
          <cx:pt idx="2472">MOVIE</cx:pt>
          <cx:pt idx="2473">MOVIE</cx:pt>
          <cx:pt idx="2474">MOVIE</cx:pt>
          <cx:pt idx="2475">MOVIE</cx:pt>
          <cx:pt idx="2476">MOVIE</cx:pt>
          <cx:pt idx="2477">MOVIE</cx:pt>
          <cx:pt idx="2478">SHOW</cx:pt>
          <cx:pt idx="2479">MOVIE</cx:pt>
          <cx:pt idx="2480">MOVIE</cx:pt>
          <cx:pt idx="2481">MOVIE</cx:pt>
          <cx:pt idx="2482">MOVIE</cx:pt>
          <cx:pt idx="2483">MOVIE</cx:pt>
          <cx:pt idx="2484">MOVIE</cx:pt>
          <cx:pt idx="2485">MOVIE</cx:pt>
          <cx:pt idx="2486">MOVIE</cx:pt>
          <cx:pt idx="2487">SHOW</cx:pt>
          <cx:pt idx="2488">SHOW</cx:pt>
          <cx:pt idx="2489">MOVIE</cx:pt>
          <cx:pt idx="2490">MOVIE</cx:pt>
          <cx:pt idx="2491">MOVIE</cx:pt>
          <cx:pt idx="2492">MOVIE</cx:pt>
          <cx:pt idx="2493">MOVIE</cx:pt>
          <cx:pt idx="2494">MOVIE</cx:pt>
          <cx:pt idx="2495">SHOW</cx:pt>
          <cx:pt idx="2496">MOVIE</cx:pt>
          <cx:pt idx="2497">MOVIE</cx:pt>
          <cx:pt idx="2498">MOVIE</cx:pt>
          <cx:pt idx="2499">MOVIE</cx:pt>
          <cx:pt idx="2500">MOVIE</cx:pt>
          <cx:pt idx="2501">MOVIE</cx:pt>
          <cx:pt idx="2502">MOVIE</cx:pt>
          <cx:pt idx="2503">SHOW</cx:pt>
          <cx:pt idx="2504">MOVIE</cx:pt>
          <cx:pt idx="2505">MOVIE</cx:pt>
          <cx:pt idx="2506">MOVIE</cx:pt>
          <cx:pt idx="2507">MOVIE</cx:pt>
          <cx:pt idx="2508">MOVIE</cx:pt>
          <cx:pt idx="2509">MOVIE</cx:pt>
          <cx:pt idx="2510">SHOW</cx:pt>
          <cx:pt idx="2511">SHOW</cx:pt>
          <cx:pt idx="2512">MOVIE</cx:pt>
          <cx:pt idx="2513">SHOW</cx:pt>
          <cx:pt idx="2514">MOVIE</cx:pt>
          <cx:pt idx="2515">MOVIE</cx:pt>
          <cx:pt idx="2516">SHOW</cx:pt>
          <cx:pt idx="2517">SHOW</cx:pt>
          <cx:pt idx="2518">MOVIE</cx:pt>
          <cx:pt idx="2519">MOVIE</cx:pt>
          <cx:pt idx="2520">MOVIE</cx:pt>
          <cx:pt idx="2521">MOVIE</cx:pt>
          <cx:pt idx="2522">SHOW</cx:pt>
          <cx:pt idx="2523">MOVIE</cx:pt>
          <cx:pt idx="2524">MOVIE</cx:pt>
          <cx:pt idx="2525">SHOW</cx:pt>
          <cx:pt idx="2526">SHOW</cx:pt>
          <cx:pt idx="2527">MOVIE</cx:pt>
          <cx:pt idx="2528">MOVIE</cx:pt>
          <cx:pt idx="2529">MOVIE</cx:pt>
          <cx:pt idx="2530">MOVIE</cx:pt>
          <cx:pt idx="2531">MOVIE</cx:pt>
          <cx:pt idx="2532">MOVIE</cx:pt>
          <cx:pt idx="2533">MOVIE</cx:pt>
          <cx:pt idx="2534">MOVIE</cx:pt>
          <cx:pt idx="2535">MOVIE</cx:pt>
          <cx:pt idx="2536">MOVIE</cx:pt>
          <cx:pt idx="2537">MOVIE</cx:pt>
          <cx:pt idx="2538">SHOW</cx:pt>
          <cx:pt idx="2539">MOVIE</cx:pt>
          <cx:pt idx="2540">MOVIE</cx:pt>
          <cx:pt idx="2541">MOVIE</cx:pt>
          <cx:pt idx="2542">MOVIE</cx:pt>
          <cx:pt idx="2543">SHOW</cx:pt>
          <cx:pt idx="2544">MOVIE</cx:pt>
          <cx:pt idx="2545">MOVIE</cx:pt>
          <cx:pt idx="2546">MOVIE</cx:pt>
          <cx:pt idx="2547">SHOW</cx:pt>
          <cx:pt idx="2548">MOVIE</cx:pt>
          <cx:pt idx="2549">MOVIE</cx:pt>
          <cx:pt idx="2550">MOVIE</cx:pt>
          <cx:pt idx="2551">MOVIE</cx:pt>
          <cx:pt idx="2552">SHOW</cx:pt>
          <cx:pt idx="2553">MOVIE</cx:pt>
          <cx:pt idx="2554">MOVIE</cx:pt>
          <cx:pt idx="2555">SHOW</cx:pt>
          <cx:pt idx="2556">MOVIE</cx:pt>
          <cx:pt idx="2557">MOVIE</cx:pt>
          <cx:pt idx="2558">SHOW</cx:pt>
          <cx:pt idx="2559">MOVIE</cx:pt>
          <cx:pt idx="2560">MOVIE</cx:pt>
          <cx:pt idx="2561">SHOW</cx:pt>
          <cx:pt idx="2562">MOVIE</cx:pt>
          <cx:pt idx="2563">MOVIE</cx:pt>
          <cx:pt idx="2564">MOVIE</cx:pt>
          <cx:pt idx="2565">MOVIE</cx:pt>
          <cx:pt idx="2566">MOVIE</cx:pt>
          <cx:pt idx="2567">MOVIE</cx:pt>
          <cx:pt idx="2568">MOVIE</cx:pt>
          <cx:pt idx="2569">MOVIE</cx:pt>
          <cx:pt idx="2570">SHOW</cx:pt>
          <cx:pt idx="2571">MOVIE</cx:pt>
          <cx:pt idx="2572">MOVIE</cx:pt>
          <cx:pt idx="2573">MOVIE</cx:pt>
          <cx:pt idx="2574">MOVIE</cx:pt>
          <cx:pt idx="2575">MOVIE</cx:pt>
          <cx:pt idx="2576">MOVIE</cx:pt>
          <cx:pt idx="2577">MOVIE</cx:pt>
          <cx:pt idx="2578">MOVIE</cx:pt>
          <cx:pt idx="2579">MOVIE</cx:pt>
          <cx:pt idx="2580">MOVIE</cx:pt>
          <cx:pt idx="2581">MOVIE</cx:pt>
          <cx:pt idx="2582">MOVIE</cx:pt>
          <cx:pt idx="2583">MOVIE</cx:pt>
          <cx:pt idx="2584">MOVIE</cx:pt>
          <cx:pt idx="2585">MOVIE</cx:pt>
          <cx:pt idx="2586">MOVIE</cx:pt>
          <cx:pt idx="2587">MOVIE</cx:pt>
          <cx:pt idx="2588">MOVIE</cx:pt>
          <cx:pt idx="2589">MOVIE</cx:pt>
          <cx:pt idx="2590">MOVIE</cx:pt>
          <cx:pt idx="2591">MOVIE</cx:pt>
          <cx:pt idx="2592">MOVIE</cx:pt>
          <cx:pt idx="2593">MOVIE</cx:pt>
          <cx:pt idx="2594">MOVIE</cx:pt>
          <cx:pt idx="2595">MOVIE</cx:pt>
          <cx:pt idx="2596">MOVIE</cx:pt>
          <cx:pt idx="2597">MOVIE</cx:pt>
          <cx:pt idx="2598">MOVIE</cx:pt>
          <cx:pt idx="2599">MOVIE</cx:pt>
          <cx:pt idx="2600">MOVIE</cx:pt>
          <cx:pt idx="2601">SHOW</cx:pt>
          <cx:pt idx="2602">SHOW</cx:pt>
          <cx:pt idx="2603">MOVIE</cx:pt>
          <cx:pt idx="2604">SHOW</cx:pt>
          <cx:pt idx="2605">MOVIE</cx:pt>
          <cx:pt idx="2606">SHOW</cx:pt>
          <cx:pt idx="2607">SHOW</cx:pt>
          <cx:pt idx="2608">SHOW</cx:pt>
          <cx:pt idx="2609">MOVIE</cx:pt>
          <cx:pt idx="2610">SHOW</cx:pt>
          <cx:pt idx="2611">SHOW</cx:pt>
          <cx:pt idx="2612">MOVIE</cx:pt>
          <cx:pt idx="2613">MOVIE</cx:pt>
          <cx:pt idx="2614">SHOW</cx:pt>
          <cx:pt idx="2615">SHOW</cx:pt>
          <cx:pt idx="2616">MOVIE</cx:pt>
          <cx:pt idx="2617">MOVIE</cx:pt>
          <cx:pt idx="2618">MOVIE</cx:pt>
          <cx:pt idx="2619">MOVIE</cx:pt>
          <cx:pt idx="2620">MOVIE</cx:pt>
          <cx:pt idx="2621">MOVIE</cx:pt>
          <cx:pt idx="2622">SHOW</cx:pt>
          <cx:pt idx="2623">MOVIE</cx:pt>
          <cx:pt idx="2624">MOVIE</cx:pt>
          <cx:pt idx="2625">MOVIE</cx:pt>
          <cx:pt idx="2626">SHOW</cx:pt>
          <cx:pt idx="2627">MOVIE</cx:pt>
          <cx:pt idx="2628">MOVIE</cx:pt>
          <cx:pt idx="2629">MOVIE</cx:pt>
          <cx:pt idx="2630">MOVIE</cx:pt>
          <cx:pt idx="2631">MOVIE</cx:pt>
          <cx:pt idx="2632">MOVIE</cx:pt>
          <cx:pt idx="2633">SHOW</cx:pt>
          <cx:pt idx="2634">MOVIE</cx:pt>
          <cx:pt idx="2635">MOVIE</cx:pt>
          <cx:pt idx="2636">MOVIE</cx:pt>
          <cx:pt idx="2637">SHOW</cx:pt>
          <cx:pt idx="2638">SHOW</cx:pt>
          <cx:pt idx="2639">MOVIE</cx:pt>
          <cx:pt idx="2640">SHOW</cx:pt>
          <cx:pt idx="2641">SHOW</cx:pt>
          <cx:pt idx="2642">SHOW</cx:pt>
          <cx:pt idx="2643">MOVIE</cx:pt>
          <cx:pt idx="2644">MOVIE</cx:pt>
          <cx:pt idx="2645">SHOW</cx:pt>
          <cx:pt idx="2646">MOVIE</cx:pt>
          <cx:pt idx="2647">MOVIE</cx:pt>
          <cx:pt idx="2648">MOVIE</cx:pt>
          <cx:pt idx="2649">MOVIE</cx:pt>
          <cx:pt idx="2650">MOVIE</cx:pt>
          <cx:pt idx="2651">SHOW</cx:pt>
          <cx:pt idx="2652">MOVIE</cx:pt>
          <cx:pt idx="2653">MOVIE</cx:pt>
          <cx:pt idx="2654">MOVIE</cx:pt>
          <cx:pt idx="2655">MOVIE</cx:pt>
          <cx:pt idx="2656">SHOW</cx:pt>
          <cx:pt idx="2657">MOVIE</cx:pt>
          <cx:pt idx="2658">MOVIE</cx:pt>
          <cx:pt idx="2659">MOVIE</cx:pt>
          <cx:pt idx="2660">MOVIE</cx:pt>
          <cx:pt idx="2661">SHOW</cx:pt>
          <cx:pt idx="2662">MOVIE</cx:pt>
          <cx:pt idx="2663">MOVIE</cx:pt>
          <cx:pt idx="2664">SHOW</cx:pt>
          <cx:pt idx="2665">MOVIE</cx:pt>
          <cx:pt idx="2666">MOVIE</cx:pt>
          <cx:pt idx="2667">MOVIE</cx:pt>
          <cx:pt idx="2668">SHOW</cx:pt>
          <cx:pt idx="2669">MOVIE</cx:pt>
          <cx:pt idx="2670">MOVIE</cx:pt>
          <cx:pt idx="2671">MOVIE</cx:pt>
          <cx:pt idx="2672">MOVIE</cx:pt>
          <cx:pt idx="2673">MOVIE</cx:pt>
          <cx:pt idx="2674">MOVIE</cx:pt>
          <cx:pt idx="2675">MOVIE</cx:pt>
          <cx:pt idx="2676">MOVIE</cx:pt>
          <cx:pt idx="2677">MOVIE</cx:pt>
          <cx:pt idx="2678">SHOW</cx:pt>
          <cx:pt idx="2679">MOVIE</cx:pt>
          <cx:pt idx="2680">MOVIE</cx:pt>
          <cx:pt idx="2681">MOVIE</cx:pt>
          <cx:pt idx="2682">MOVIE</cx:pt>
          <cx:pt idx="2683">MOVIE</cx:pt>
          <cx:pt idx="2684">MOVIE</cx:pt>
          <cx:pt idx="2685">MOVIE</cx:pt>
          <cx:pt idx="2686">MOVIE</cx:pt>
          <cx:pt idx="2687">MOVIE</cx:pt>
          <cx:pt idx="2688">SHOW</cx:pt>
          <cx:pt idx="2689">MOVIE</cx:pt>
          <cx:pt idx="2690">MOVIE</cx:pt>
          <cx:pt idx="2691">MOVIE</cx:pt>
          <cx:pt idx="2692">MOVIE</cx:pt>
          <cx:pt idx="2693">MOVIE</cx:pt>
          <cx:pt idx="2694">SHOW</cx:pt>
          <cx:pt idx="2695">MOVIE</cx:pt>
          <cx:pt idx="2696">MOVIE</cx:pt>
          <cx:pt idx="2697">MOVIE</cx:pt>
          <cx:pt idx="2698">MOVIE</cx:pt>
          <cx:pt idx="2699">MOVIE</cx:pt>
          <cx:pt idx="2700">MOVIE</cx:pt>
          <cx:pt idx="2701">MOVIE</cx:pt>
          <cx:pt idx="2702">MOVIE</cx:pt>
          <cx:pt idx="2703">MOVIE</cx:pt>
          <cx:pt idx="2704">MOVIE</cx:pt>
          <cx:pt idx="2705">SHOW</cx:pt>
          <cx:pt idx="2706">MOVIE</cx:pt>
          <cx:pt idx="2707">MOVIE</cx:pt>
          <cx:pt idx="2708">MOVIE</cx:pt>
          <cx:pt idx="2709">SHOW</cx:pt>
          <cx:pt idx="2710">MOVIE</cx:pt>
          <cx:pt idx="2711">MOVIE</cx:pt>
          <cx:pt idx="2712">MOVIE</cx:pt>
          <cx:pt idx="2713">MOVIE</cx:pt>
          <cx:pt idx="2714">MOVIE</cx:pt>
          <cx:pt idx="2715">MOVIE</cx:pt>
          <cx:pt idx="2716">MOVIE</cx:pt>
          <cx:pt idx="2717">SHOW</cx:pt>
          <cx:pt idx="2718">MOVIE</cx:pt>
          <cx:pt idx="2719">MOVIE</cx:pt>
          <cx:pt idx="2720">MOVIE</cx:pt>
          <cx:pt idx="2721">MOVIE</cx:pt>
          <cx:pt idx="2722">MOVIE</cx:pt>
          <cx:pt idx="2723">MOVIE</cx:pt>
          <cx:pt idx="2724">MOVIE</cx:pt>
          <cx:pt idx="2725">MOVIE</cx:pt>
          <cx:pt idx="2726">MOVIE</cx:pt>
          <cx:pt idx="2727">MOVIE</cx:pt>
          <cx:pt idx="2728">MOVIE</cx:pt>
          <cx:pt idx="2729">MOVIE</cx:pt>
          <cx:pt idx="2730">SHOW</cx:pt>
          <cx:pt idx="2731">MOVIE</cx:pt>
          <cx:pt idx="2732">MOVIE</cx:pt>
          <cx:pt idx="2733">MOVIE</cx:pt>
          <cx:pt idx="2734">MOVIE</cx:pt>
          <cx:pt idx="2735">MOVIE</cx:pt>
          <cx:pt idx="2736">MOVIE</cx:pt>
          <cx:pt idx="2737">MOVIE</cx:pt>
          <cx:pt idx="2738">MOVIE</cx:pt>
          <cx:pt idx="2739">MOVIE</cx:pt>
          <cx:pt idx="2740">MOVIE</cx:pt>
          <cx:pt idx="2741">MOVIE</cx:pt>
          <cx:pt idx="2742">MOVIE</cx:pt>
          <cx:pt idx="2743">MOVIE</cx:pt>
          <cx:pt idx="2744">SHOW</cx:pt>
          <cx:pt idx="2745">SHOW</cx:pt>
          <cx:pt idx="2746">MOVIE</cx:pt>
          <cx:pt idx="2747">MOVIE</cx:pt>
          <cx:pt idx="2748">MOVIE</cx:pt>
          <cx:pt idx="2749">MOVIE</cx:pt>
          <cx:pt idx="2750">MOVIE</cx:pt>
          <cx:pt idx="2751">MOVIE</cx:pt>
          <cx:pt idx="2752">MOVIE</cx:pt>
          <cx:pt idx="2753">MOVIE</cx:pt>
          <cx:pt idx="2754">MOVIE</cx:pt>
          <cx:pt idx="2755">MOVIE</cx:pt>
          <cx:pt idx="2756">SHOW</cx:pt>
          <cx:pt idx="2757">SHOW</cx:pt>
          <cx:pt idx="2758">MOVIE</cx:pt>
          <cx:pt idx="2759">MOVIE</cx:pt>
          <cx:pt idx="2760">MOVIE</cx:pt>
          <cx:pt idx="2761">MOVIE</cx:pt>
          <cx:pt idx="2762">SHOW</cx:pt>
          <cx:pt idx="2763">MOVIE</cx:pt>
          <cx:pt idx="2764">MOVIE</cx:pt>
          <cx:pt idx="2765">MOVIE</cx:pt>
          <cx:pt idx="2766">MOVIE</cx:pt>
          <cx:pt idx="2767">MOVIE</cx:pt>
          <cx:pt idx="2768">MOVIE</cx:pt>
          <cx:pt idx="2769">SHOW</cx:pt>
          <cx:pt idx="2770">MOVIE</cx:pt>
          <cx:pt idx="2771">MOVIE</cx:pt>
          <cx:pt idx="2772">SHOW</cx:pt>
          <cx:pt idx="2773">SHOW</cx:pt>
          <cx:pt idx="2774">MOVIE</cx:pt>
          <cx:pt idx="2775">MOVIE</cx:pt>
          <cx:pt idx="2776">MOVIE</cx:pt>
          <cx:pt idx="2777">SHOW</cx:pt>
          <cx:pt idx="2778">MOVIE</cx:pt>
          <cx:pt idx="2779">MOVIE</cx:pt>
          <cx:pt idx="2780">MOVIE</cx:pt>
          <cx:pt idx="2781">SHOW</cx:pt>
          <cx:pt idx="2782">SHOW</cx:pt>
          <cx:pt idx="2783">MOVIE</cx:pt>
          <cx:pt idx="2784">MOVIE</cx:pt>
          <cx:pt idx="2785">MOVIE</cx:pt>
          <cx:pt idx="2786">MOVIE</cx:pt>
          <cx:pt idx="2787">MOVIE</cx:pt>
          <cx:pt idx="2788">MOVIE</cx:pt>
          <cx:pt idx="2789">SHOW</cx:pt>
          <cx:pt idx="2790">MOVIE</cx:pt>
          <cx:pt idx="2791">MOVIE</cx:pt>
          <cx:pt idx="2792">MOVIE</cx:pt>
          <cx:pt idx="2793">MOVIE</cx:pt>
          <cx:pt idx="2794">MOVIE</cx:pt>
          <cx:pt idx="2795">MOVIE</cx:pt>
          <cx:pt idx="2796">MOVIE</cx:pt>
          <cx:pt idx="2797">MOVIE</cx:pt>
          <cx:pt idx="2798">MOVIE</cx:pt>
          <cx:pt idx="2799">SHOW</cx:pt>
          <cx:pt idx="2800">MOVIE</cx:pt>
          <cx:pt idx="2801">MOVIE</cx:pt>
          <cx:pt idx="2802">MOVIE</cx:pt>
          <cx:pt idx="2803">SHOW</cx:pt>
          <cx:pt idx="2804">MOVIE</cx:pt>
          <cx:pt idx="2805">MOVIE</cx:pt>
          <cx:pt idx="2806">MOVIE</cx:pt>
          <cx:pt idx="2807">MOVIE</cx:pt>
          <cx:pt idx="2808">MOVIE</cx:pt>
          <cx:pt idx="2809">MOVIE</cx:pt>
          <cx:pt idx="2810">MOVIE</cx:pt>
          <cx:pt idx="2811">MOVIE</cx:pt>
          <cx:pt idx="2812">MOVIE</cx:pt>
          <cx:pt idx="2813">MOVIE</cx:pt>
          <cx:pt idx="2814">MOVIE</cx:pt>
          <cx:pt idx="2815">MOVIE</cx:pt>
          <cx:pt idx="2816">MOVIE</cx:pt>
          <cx:pt idx="2817">MOVIE</cx:pt>
          <cx:pt idx="2818">MOVIE</cx:pt>
          <cx:pt idx="2819">MOVIE</cx:pt>
          <cx:pt idx="2820">MOVIE</cx:pt>
          <cx:pt idx="2821">MOVIE</cx:pt>
          <cx:pt idx="2822">SHOW</cx:pt>
          <cx:pt idx="2823">MOVIE</cx:pt>
          <cx:pt idx="2824">SHOW</cx:pt>
          <cx:pt idx="2825">MOVIE</cx:pt>
          <cx:pt idx="2826">SHOW</cx:pt>
          <cx:pt idx="2827">MOVIE</cx:pt>
          <cx:pt idx="2828">MOVIE</cx:pt>
          <cx:pt idx="2829">MOVIE</cx:pt>
          <cx:pt idx="2830">MOVIE</cx:pt>
          <cx:pt idx="2831">MOVIE</cx:pt>
          <cx:pt idx="2832">MOVIE</cx:pt>
          <cx:pt idx="2833">MOVIE</cx:pt>
          <cx:pt idx="2834">MOVIE</cx:pt>
          <cx:pt idx="2835">MOVIE</cx:pt>
          <cx:pt idx="2836">MOVIE</cx:pt>
          <cx:pt idx="2837">MOVIE</cx:pt>
          <cx:pt idx="2838">MOVIE</cx:pt>
          <cx:pt idx="2839">MOVIE</cx:pt>
          <cx:pt idx="2840">MOVIE</cx:pt>
          <cx:pt idx="2841">MOVIE</cx:pt>
          <cx:pt idx="2842">MOVIE</cx:pt>
          <cx:pt idx="2843">MOVIE</cx:pt>
          <cx:pt idx="2844">MOVIE</cx:pt>
          <cx:pt idx="2845">MOVIE</cx:pt>
          <cx:pt idx="2846">MOVIE</cx:pt>
          <cx:pt idx="2847">SHOW</cx:pt>
          <cx:pt idx="2848">MOVIE</cx:pt>
          <cx:pt idx="2849">MOVIE</cx:pt>
          <cx:pt idx="2850">MOVIE</cx:pt>
          <cx:pt idx="2851">MOVIE</cx:pt>
          <cx:pt idx="2852">MOVIE</cx:pt>
          <cx:pt idx="2853">MOVIE</cx:pt>
          <cx:pt idx="2854">MOVIE</cx:pt>
          <cx:pt idx="2855">MOVIE</cx:pt>
          <cx:pt idx="2856">MOVIE</cx:pt>
          <cx:pt idx="2857">MOVIE</cx:pt>
          <cx:pt idx="2858">MOVIE</cx:pt>
          <cx:pt idx="2859">MOVIE</cx:pt>
          <cx:pt idx="2860">MOVIE</cx:pt>
          <cx:pt idx="2861">MOVIE</cx:pt>
          <cx:pt idx="2862">SHOW</cx:pt>
          <cx:pt idx="2863">MOVIE</cx:pt>
          <cx:pt idx="2864">MOVIE</cx:pt>
          <cx:pt idx="2865">MOVIE</cx:pt>
          <cx:pt idx="2866">MOVIE</cx:pt>
          <cx:pt idx="2867">MOVIE</cx:pt>
          <cx:pt idx="2868">MOVIE</cx:pt>
          <cx:pt idx="2869">MOVIE</cx:pt>
          <cx:pt idx="2870">MOVIE</cx:pt>
          <cx:pt idx="2871">MOVIE</cx:pt>
          <cx:pt idx="2872">MOVIE</cx:pt>
          <cx:pt idx="2873">MOVIE</cx:pt>
          <cx:pt idx="2874">MOVIE</cx:pt>
          <cx:pt idx="2875">MOVIE</cx:pt>
          <cx:pt idx="2876">MOVIE</cx:pt>
          <cx:pt idx="2877">MOVIE</cx:pt>
          <cx:pt idx="2878">MOVIE</cx:pt>
          <cx:pt idx="2879">SHOW</cx:pt>
          <cx:pt idx="2880">MOVIE</cx:pt>
          <cx:pt idx="2881">MOVIE</cx:pt>
          <cx:pt idx="2882">MOVIE</cx:pt>
          <cx:pt idx="2883">MOVIE</cx:pt>
          <cx:pt idx="2884">MOVIE</cx:pt>
          <cx:pt idx="2885">MOVIE</cx:pt>
          <cx:pt idx="2886">MOVIE</cx:pt>
          <cx:pt idx="2887">MOVIE</cx:pt>
          <cx:pt idx="2888">MOVIE</cx:pt>
          <cx:pt idx="2889">MOVIE</cx:pt>
          <cx:pt idx="2890">MOVIE</cx:pt>
          <cx:pt idx="2891">MOVIE</cx:pt>
          <cx:pt idx="2892">MOVIE</cx:pt>
          <cx:pt idx="2893">MOVIE</cx:pt>
          <cx:pt idx="2894">MOVIE</cx:pt>
          <cx:pt idx="2895">MOVIE</cx:pt>
          <cx:pt idx="2896">MOVIE</cx:pt>
          <cx:pt idx="2897">MOVIE</cx:pt>
          <cx:pt idx="2898">MOVIE</cx:pt>
          <cx:pt idx="2899">MOVIE</cx:pt>
          <cx:pt idx="2900">MOVIE</cx:pt>
          <cx:pt idx="2901">MOVIE</cx:pt>
          <cx:pt idx="2902">MOVIE</cx:pt>
          <cx:pt idx="2903">MOVIE</cx:pt>
          <cx:pt idx="2904">SHOW</cx:pt>
          <cx:pt idx="2905">MOVIE</cx:pt>
          <cx:pt idx="2906">MOVIE</cx:pt>
          <cx:pt idx="2907">MOVIE</cx:pt>
          <cx:pt idx="2908">SHOW</cx:pt>
          <cx:pt idx="2909">MOVIE</cx:pt>
          <cx:pt idx="2910">MOVIE</cx:pt>
          <cx:pt idx="2911">MOVIE</cx:pt>
          <cx:pt idx="2912">MOVIE</cx:pt>
          <cx:pt idx="2913">SHOW</cx:pt>
          <cx:pt idx="2914">MOVIE</cx:pt>
          <cx:pt idx="2915">MOVIE</cx:pt>
          <cx:pt idx="2916">MOVIE</cx:pt>
          <cx:pt idx="2917">MOVIE</cx:pt>
          <cx:pt idx="2918">MOVIE</cx:pt>
          <cx:pt idx="2919">MOVIE</cx:pt>
          <cx:pt idx="2920">MOVIE</cx:pt>
          <cx:pt idx="2921">MOVIE</cx:pt>
          <cx:pt idx="2922">SHOW</cx:pt>
          <cx:pt idx="2923">MOVIE</cx:pt>
          <cx:pt idx="2924">SHOW</cx:pt>
          <cx:pt idx="2925">MOVIE</cx:pt>
          <cx:pt idx="2926">MOVIE</cx:pt>
          <cx:pt idx="2927">SHOW</cx:pt>
          <cx:pt idx="2928">MOVIE</cx:pt>
          <cx:pt idx="2929">MOVIE</cx:pt>
          <cx:pt idx="2930">MOVIE</cx:pt>
          <cx:pt idx="2931">MOVIE</cx:pt>
          <cx:pt idx="2932">MOVIE</cx:pt>
          <cx:pt idx="2933">MOVIE</cx:pt>
          <cx:pt idx="2934">MOVIE</cx:pt>
          <cx:pt idx="2935">MOVIE</cx:pt>
          <cx:pt idx="2936">SHOW</cx:pt>
          <cx:pt idx="2937">MOVIE</cx:pt>
          <cx:pt idx="2938">MOVIE</cx:pt>
          <cx:pt idx="2939">MOVIE</cx:pt>
          <cx:pt idx="2940">MOVIE</cx:pt>
          <cx:pt idx="2941">MOVIE</cx:pt>
          <cx:pt idx="2942">MOVIE</cx:pt>
          <cx:pt idx="2943">MOVIE</cx:pt>
          <cx:pt idx="2944">MOVIE</cx:pt>
          <cx:pt idx="2945">MOVIE</cx:pt>
          <cx:pt idx="2946">MOVIE</cx:pt>
          <cx:pt idx="2947">MOVIE</cx:pt>
          <cx:pt idx="2948">MOVIE</cx:pt>
          <cx:pt idx="2949">SHOW</cx:pt>
          <cx:pt idx="2950">MOVIE</cx:pt>
          <cx:pt idx="2951">MOVIE</cx:pt>
          <cx:pt idx="2952">SHOW</cx:pt>
          <cx:pt idx="2953">MOVIE</cx:pt>
          <cx:pt idx="2954">MOVIE</cx:pt>
          <cx:pt idx="2955">MOVIE</cx:pt>
          <cx:pt idx="2956">MOVIE</cx:pt>
          <cx:pt idx="2957">MOVIE</cx:pt>
          <cx:pt idx="2958">MOVIE</cx:pt>
          <cx:pt idx="2959">MOVIE</cx:pt>
          <cx:pt idx="2960">SHOW</cx:pt>
          <cx:pt idx="2961">MOVIE</cx:pt>
          <cx:pt idx="2962">MOVIE</cx:pt>
          <cx:pt idx="2963">SHOW</cx:pt>
          <cx:pt idx="2964">MOVIE</cx:pt>
          <cx:pt idx="2965">SHOW</cx:pt>
          <cx:pt idx="2966">SHOW</cx:pt>
          <cx:pt idx="2967">SHOW</cx:pt>
          <cx:pt idx="2968">SHOW</cx:pt>
          <cx:pt idx="2969">SHOW</cx:pt>
          <cx:pt idx="2970">SHOW</cx:pt>
          <cx:pt idx="2971">SHOW</cx:pt>
          <cx:pt idx="2972">MOVIE</cx:pt>
          <cx:pt idx="2973">MOVIE</cx:pt>
          <cx:pt idx="2974">SHOW</cx:pt>
          <cx:pt idx="2975">SHOW</cx:pt>
          <cx:pt idx="2976">MOVIE</cx:pt>
          <cx:pt idx="2977">SHOW</cx:pt>
          <cx:pt idx="2978">SHOW</cx:pt>
          <cx:pt idx="2979">SHOW</cx:pt>
          <cx:pt idx="2980">SHOW</cx:pt>
          <cx:pt idx="2981">SHOW</cx:pt>
          <cx:pt idx="2982">SHOW</cx:pt>
          <cx:pt idx="2983">SHOW</cx:pt>
          <cx:pt idx="2984">SHOW</cx:pt>
          <cx:pt idx="2985">SHOW</cx:pt>
          <cx:pt idx="2986">SHOW</cx:pt>
          <cx:pt idx="2987">SHOW</cx:pt>
          <cx:pt idx="2988">SHOW</cx:pt>
          <cx:pt idx="2989">SHOW</cx:pt>
          <cx:pt idx="2990">MOVIE</cx:pt>
          <cx:pt idx="2991">SHOW</cx:pt>
          <cx:pt idx="2992">MOVIE</cx:pt>
          <cx:pt idx="2993">MOVIE</cx:pt>
          <cx:pt idx="2994">SHOW</cx:pt>
          <cx:pt idx="2995">MOVIE</cx:pt>
          <cx:pt idx="2996">SHOW</cx:pt>
          <cx:pt idx="2997">SHOW</cx:pt>
          <cx:pt idx="2998">MOVIE</cx:pt>
          <cx:pt idx="2999">SHOW</cx:pt>
          <cx:pt idx="3000">MOVIE</cx:pt>
          <cx:pt idx="3001">MOVIE</cx:pt>
          <cx:pt idx="3002">MOVIE</cx:pt>
          <cx:pt idx="3003">MOVIE</cx:pt>
          <cx:pt idx="3004">SHOW</cx:pt>
          <cx:pt idx="3005">MOVIE</cx:pt>
          <cx:pt idx="3006">SHOW</cx:pt>
          <cx:pt idx="3007">MOVIE</cx:pt>
          <cx:pt idx="3008">MOVIE</cx:pt>
          <cx:pt idx="3009">SHOW</cx:pt>
          <cx:pt idx="3010">SHOW</cx:pt>
          <cx:pt idx="3011">SHOW</cx:pt>
          <cx:pt idx="3012">SHOW</cx:pt>
          <cx:pt idx="3013">MOVIE</cx:pt>
          <cx:pt idx="3014">MOVIE</cx:pt>
          <cx:pt idx="3015">SHOW</cx:pt>
          <cx:pt idx="3016">SHOW</cx:pt>
          <cx:pt idx="3017">SHOW</cx:pt>
          <cx:pt idx="3018">MOVIE</cx:pt>
          <cx:pt idx="3019">SHOW</cx:pt>
          <cx:pt idx="3020">SHOW</cx:pt>
          <cx:pt idx="3021">MOVIE</cx:pt>
          <cx:pt idx="3022">SHOW</cx:pt>
          <cx:pt idx="3023">MOVIE</cx:pt>
          <cx:pt idx="3024">SHOW</cx:pt>
          <cx:pt idx="3025">MOVIE</cx:pt>
          <cx:pt idx="3026">SHOW</cx:pt>
          <cx:pt idx="3027">SHOW</cx:pt>
          <cx:pt idx="3028">MOVIE</cx:pt>
          <cx:pt idx="3029">MOVIE</cx:pt>
          <cx:pt idx="3030">MOVIE</cx:pt>
          <cx:pt idx="3031">MOVIE</cx:pt>
          <cx:pt idx="3032">SHOW</cx:pt>
          <cx:pt idx="3033">SHOW</cx:pt>
          <cx:pt idx="3034">SHOW</cx:pt>
          <cx:pt idx="3035">SHOW</cx:pt>
          <cx:pt idx="3036">SHOW</cx:pt>
          <cx:pt idx="3037">SHOW</cx:pt>
          <cx:pt idx="3038">SHOW</cx:pt>
          <cx:pt idx="3039">SHOW</cx:pt>
          <cx:pt idx="3040">MOVIE</cx:pt>
          <cx:pt idx="3041">MOVIE</cx:pt>
          <cx:pt idx="3042">MOVIE</cx:pt>
          <cx:pt idx="3043">SHOW</cx:pt>
          <cx:pt idx="3044">MOVIE</cx:pt>
          <cx:pt idx="3045">MOVIE</cx:pt>
          <cx:pt idx="3046">MOVIE</cx:pt>
          <cx:pt idx="3047">MOVIE</cx:pt>
          <cx:pt idx="3048">SHOW</cx:pt>
          <cx:pt idx="3049">MOVIE</cx:pt>
          <cx:pt idx="3050">SHOW</cx:pt>
          <cx:pt idx="3051">SHOW</cx:pt>
          <cx:pt idx="3052">SHOW</cx:pt>
          <cx:pt idx="3053">MOVIE</cx:pt>
          <cx:pt idx="3054">SHOW</cx:pt>
          <cx:pt idx="3055">MOVIE</cx:pt>
          <cx:pt idx="3056">SHOW</cx:pt>
          <cx:pt idx="3057">SHOW</cx:pt>
          <cx:pt idx="3058">SHOW</cx:pt>
          <cx:pt idx="3059">SHOW</cx:pt>
          <cx:pt idx="3060">MOVIE</cx:pt>
          <cx:pt idx="3061">SHOW</cx:pt>
          <cx:pt idx="3062">MOVIE</cx:pt>
          <cx:pt idx="3063">SHOW</cx:pt>
          <cx:pt idx="3064">SHOW</cx:pt>
          <cx:pt idx="3065">MOVIE</cx:pt>
          <cx:pt idx="3066">SHOW</cx:pt>
          <cx:pt idx="3067">MOVIE</cx:pt>
          <cx:pt idx="3068">MOVIE</cx:pt>
          <cx:pt idx="3069">MOVIE</cx:pt>
          <cx:pt idx="3070">MOVIE</cx:pt>
          <cx:pt idx="3071">SHOW</cx:pt>
          <cx:pt idx="3072">SHOW</cx:pt>
          <cx:pt idx="3073">SHOW</cx:pt>
          <cx:pt idx="3074">MOVIE</cx:pt>
          <cx:pt idx="3075">MOVIE</cx:pt>
          <cx:pt idx="3076">MOVIE</cx:pt>
          <cx:pt idx="3077">SHOW</cx:pt>
          <cx:pt idx="3078">MOVIE</cx:pt>
          <cx:pt idx="3079">MOVIE</cx:pt>
          <cx:pt idx="3080">MOVIE</cx:pt>
          <cx:pt idx="3081">SHOW</cx:pt>
          <cx:pt idx="3082">MOVIE</cx:pt>
          <cx:pt idx="3083">SHOW</cx:pt>
          <cx:pt idx="3084">MOVIE</cx:pt>
          <cx:pt idx="3085">SHOW</cx:pt>
          <cx:pt idx="3086">MOVIE</cx:pt>
          <cx:pt idx="3087">MOVIE</cx:pt>
          <cx:pt idx="3088">MOVIE</cx:pt>
          <cx:pt idx="3089">SHOW</cx:pt>
          <cx:pt idx="3090">SHOW</cx:pt>
          <cx:pt idx="3091">SHOW</cx:pt>
          <cx:pt idx="3092">MOVIE</cx:pt>
          <cx:pt idx="3093">MOVIE</cx:pt>
          <cx:pt idx="3094">MOVIE</cx:pt>
          <cx:pt idx="3095">SHOW</cx:pt>
          <cx:pt idx="3096">SHOW</cx:pt>
          <cx:pt idx="3097">SHOW</cx:pt>
          <cx:pt idx="3098">SHOW</cx:pt>
          <cx:pt idx="3099">MOVIE</cx:pt>
          <cx:pt idx="3100">MOVIE</cx:pt>
          <cx:pt idx="3101">MOVIE</cx:pt>
          <cx:pt idx="3102">MOVIE</cx:pt>
          <cx:pt idx="3103">MOVIE</cx:pt>
          <cx:pt idx="3104">SHOW</cx:pt>
          <cx:pt idx="3105">SHOW</cx:pt>
          <cx:pt idx="3106">MOVIE</cx:pt>
          <cx:pt idx="3107">SHOW</cx:pt>
          <cx:pt idx="3108">MOVIE</cx:pt>
          <cx:pt idx="3109">MOVIE</cx:pt>
          <cx:pt idx="3110">SHOW</cx:pt>
          <cx:pt idx="3111">MOVIE</cx:pt>
          <cx:pt idx="3112">SHOW</cx:pt>
          <cx:pt idx="3113">MOVIE</cx:pt>
          <cx:pt idx="3114">MOVIE</cx:pt>
          <cx:pt idx="3115">SHOW</cx:pt>
          <cx:pt idx="3116">SHOW</cx:pt>
          <cx:pt idx="3117">MOVIE</cx:pt>
          <cx:pt idx="3118">MOVIE</cx:pt>
          <cx:pt idx="3119">MOVIE</cx:pt>
          <cx:pt idx="3120">MOVIE</cx:pt>
          <cx:pt idx="3121">MOVIE</cx:pt>
          <cx:pt idx="3122">SHOW</cx:pt>
          <cx:pt idx="3123">MOVIE</cx:pt>
          <cx:pt idx="3124">MOVIE</cx:pt>
          <cx:pt idx="3125">MOVIE</cx:pt>
          <cx:pt idx="3126">MOVIE</cx:pt>
          <cx:pt idx="3127">SHOW</cx:pt>
          <cx:pt idx="3128">SHOW</cx:pt>
          <cx:pt idx="3129">MOVIE</cx:pt>
          <cx:pt idx="3130">MOVIE</cx:pt>
          <cx:pt idx="3131">SHOW</cx:pt>
          <cx:pt idx="3132">SHOW</cx:pt>
          <cx:pt idx="3133">SHOW</cx:pt>
          <cx:pt idx="3134">SHOW</cx:pt>
          <cx:pt idx="3135">MOVIE</cx:pt>
          <cx:pt idx="3136">MOVIE</cx:pt>
          <cx:pt idx="3137">MOVIE</cx:pt>
          <cx:pt idx="3138">SHOW</cx:pt>
          <cx:pt idx="3139">SHOW</cx:pt>
          <cx:pt idx="3140">MOVIE</cx:pt>
          <cx:pt idx="3141">MOVIE</cx:pt>
          <cx:pt idx="3142">SHOW</cx:pt>
          <cx:pt idx="3143">SHOW</cx:pt>
          <cx:pt idx="3144">MOVIE</cx:pt>
          <cx:pt idx="3145">SHOW</cx:pt>
          <cx:pt idx="3146">MOVIE</cx:pt>
          <cx:pt idx="3147">SHOW</cx:pt>
          <cx:pt idx="3148">MOVIE</cx:pt>
          <cx:pt idx="3149">MOVIE</cx:pt>
          <cx:pt idx="3150">SHOW</cx:pt>
          <cx:pt idx="3151">MOVIE</cx:pt>
          <cx:pt idx="3152">SHOW</cx:pt>
          <cx:pt idx="3153">SHOW</cx:pt>
          <cx:pt idx="3154">MOVIE</cx:pt>
          <cx:pt idx="3155">MOVIE</cx:pt>
          <cx:pt idx="3156">MOVIE</cx:pt>
          <cx:pt idx="3157">SHOW</cx:pt>
          <cx:pt idx="3158">MOVIE</cx:pt>
          <cx:pt idx="3159">MOVIE</cx:pt>
          <cx:pt idx="3160">SHOW</cx:pt>
          <cx:pt idx="3161">SHOW</cx:pt>
          <cx:pt idx="3162">SHOW</cx:pt>
          <cx:pt idx="3163">SHOW</cx:pt>
          <cx:pt idx="3164">SHOW</cx:pt>
          <cx:pt idx="3165">MOVIE</cx:pt>
          <cx:pt idx="3166">SHOW</cx:pt>
          <cx:pt idx="3167">SHOW</cx:pt>
          <cx:pt idx="3168">MOVIE</cx:pt>
          <cx:pt idx="3169">MOVIE</cx:pt>
          <cx:pt idx="3170">MOVIE</cx:pt>
          <cx:pt idx="3171">MOVIE</cx:pt>
          <cx:pt idx="3172">MOVIE</cx:pt>
          <cx:pt idx="3173">MOVIE</cx:pt>
          <cx:pt idx="3174">SHOW</cx:pt>
          <cx:pt idx="3175">SHOW</cx:pt>
          <cx:pt idx="3176">SHOW</cx:pt>
          <cx:pt idx="3177">MOVIE</cx:pt>
          <cx:pt idx="3178">SHOW</cx:pt>
          <cx:pt idx="3179">MOVIE</cx:pt>
          <cx:pt idx="3180">MOVIE</cx:pt>
          <cx:pt idx="3181">SHOW</cx:pt>
          <cx:pt idx="3182">SHOW</cx:pt>
          <cx:pt idx="3183">MOVIE</cx:pt>
          <cx:pt idx="3184">MOVIE</cx:pt>
          <cx:pt idx="3185">MOVIE</cx:pt>
          <cx:pt idx="3186">SHOW</cx:pt>
          <cx:pt idx="3187">SHOW</cx:pt>
          <cx:pt idx="3188">MOVIE</cx:pt>
          <cx:pt idx="3189">MOVIE</cx:pt>
          <cx:pt idx="3190">SHOW</cx:pt>
          <cx:pt idx="3191">MOVIE</cx:pt>
          <cx:pt idx="3192">MOVIE</cx:pt>
          <cx:pt idx="3193">MOVIE</cx:pt>
          <cx:pt idx="3194">MOVIE</cx:pt>
          <cx:pt idx="3195">SHOW</cx:pt>
          <cx:pt idx="3196">MOVIE</cx:pt>
          <cx:pt idx="3197">SHOW</cx:pt>
          <cx:pt idx="3198">MOVIE</cx:pt>
          <cx:pt idx="3199">MOVIE</cx:pt>
          <cx:pt idx="3200">SHOW</cx:pt>
          <cx:pt idx="3201">SHOW</cx:pt>
          <cx:pt idx="3202">MOVIE</cx:pt>
          <cx:pt idx="3203">SHOW</cx:pt>
          <cx:pt idx="3204">MOVIE</cx:pt>
          <cx:pt idx="3205">MOVIE</cx:pt>
          <cx:pt idx="3206">SHOW</cx:pt>
          <cx:pt idx="3207">MOVIE</cx:pt>
          <cx:pt idx="3208">SHOW</cx:pt>
          <cx:pt idx="3209">MOVIE</cx:pt>
          <cx:pt idx="3210">SHOW</cx:pt>
          <cx:pt idx="3211">MOVIE</cx:pt>
          <cx:pt idx="3212">MOVIE</cx:pt>
          <cx:pt idx="3213">MOVIE</cx:pt>
          <cx:pt idx="3214">MOVIE</cx:pt>
          <cx:pt idx="3215">SHOW</cx:pt>
          <cx:pt idx="3216">SHOW</cx:pt>
          <cx:pt idx="3217">MOVIE</cx:pt>
          <cx:pt idx="3218">MOVIE</cx:pt>
          <cx:pt idx="3219">SHOW</cx:pt>
          <cx:pt idx="3220">MOVIE</cx:pt>
          <cx:pt idx="3221">SHOW</cx:pt>
          <cx:pt idx="3222">SHOW</cx:pt>
          <cx:pt idx="3223">SHOW</cx:pt>
          <cx:pt idx="3224">MOVIE</cx:pt>
          <cx:pt idx="3225">SHOW</cx:pt>
          <cx:pt idx="3226">SHOW</cx:pt>
          <cx:pt idx="3227">MOVIE</cx:pt>
          <cx:pt idx="3228">SHOW</cx:pt>
          <cx:pt idx="3229">MOVIE</cx:pt>
          <cx:pt idx="3230">MOVIE</cx:pt>
          <cx:pt idx="3231">SHOW</cx:pt>
          <cx:pt idx="3232">MOVIE</cx:pt>
          <cx:pt idx="3233">MOVIE</cx:pt>
          <cx:pt idx="3234">SHOW</cx:pt>
          <cx:pt idx="3235">MOVIE</cx:pt>
          <cx:pt idx="3236">MOVIE</cx:pt>
          <cx:pt idx="3237">MOVIE</cx:pt>
          <cx:pt idx="3238">MOVIE</cx:pt>
          <cx:pt idx="3239">SHOW</cx:pt>
          <cx:pt idx="3240">MOVIE</cx:pt>
          <cx:pt idx="3241">MOVIE</cx:pt>
          <cx:pt idx="3242">SHOW</cx:pt>
          <cx:pt idx="3243">SHOW</cx:pt>
          <cx:pt idx="3244">MOVIE</cx:pt>
          <cx:pt idx="3245">SHOW</cx:pt>
          <cx:pt idx="3246">MOVIE</cx:pt>
          <cx:pt idx="3247">MOVIE</cx:pt>
          <cx:pt idx="3248">SHOW</cx:pt>
          <cx:pt idx="3249">SHOW</cx:pt>
          <cx:pt idx="3250">SHOW</cx:pt>
          <cx:pt idx="3251">SHOW</cx:pt>
          <cx:pt idx="3252">MOVIE</cx:pt>
          <cx:pt idx="3253">SHOW</cx:pt>
          <cx:pt idx="3254">SHOW</cx:pt>
          <cx:pt idx="3255">MOVIE</cx:pt>
          <cx:pt idx="3256">MOVIE</cx:pt>
          <cx:pt idx="3257">SHOW</cx:pt>
          <cx:pt idx="3258">SHOW</cx:pt>
          <cx:pt idx="3259">MOVIE</cx:pt>
          <cx:pt idx="3260">MOVIE</cx:pt>
          <cx:pt idx="3261">SHOW</cx:pt>
          <cx:pt idx="3262">MOVIE</cx:pt>
          <cx:pt idx="3263">MOVIE</cx:pt>
          <cx:pt idx="3264">SHOW</cx:pt>
          <cx:pt idx="3265">SHOW</cx:pt>
          <cx:pt idx="3266">SHOW</cx:pt>
          <cx:pt idx="3267">SHOW</cx:pt>
          <cx:pt idx="3268">SHOW</cx:pt>
          <cx:pt idx="3269">MOVIE</cx:pt>
          <cx:pt idx="3270">SHOW</cx:pt>
          <cx:pt idx="3271">SHOW</cx:pt>
          <cx:pt idx="3272">MOVIE</cx:pt>
          <cx:pt idx="3273">SHOW</cx:pt>
          <cx:pt idx="3274">MOVIE</cx:pt>
          <cx:pt idx="3275">MOVIE</cx:pt>
          <cx:pt idx="3276">SHOW</cx:pt>
          <cx:pt idx="3277">SHOW</cx:pt>
          <cx:pt idx="3278">SHOW</cx:pt>
          <cx:pt idx="3279">MOVIE</cx:pt>
          <cx:pt idx="3280">SHOW</cx:pt>
          <cx:pt idx="3281">MOVIE</cx:pt>
          <cx:pt idx="3282">SHOW</cx:pt>
          <cx:pt idx="3283">MOVIE</cx:pt>
          <cx:pt idx="3284">MOVIE</cx:pt>
          <cx:pt idx="3285">MOVIE</cx:pt>
          <cx:pt idx="3286">MOVIE</cx:pt>
          <cx:pt idx="3287">MOVIE</cx:pt>
          <cx:pt idx="3288">SHOW</cx:pt>
          <cx:pt idx="3289">SHOW</cx:pt>
          <cx:pt idx="3290">SHOW</cx:pt>
          <cx:pt idx="3291">MOVIE</cx:pt>
          <cx:pt idx="3292">SHOW</cx:pt>
          <cx:pt idx="3293">SHOW</cx:pt>
          <cx:pt idx="3294">SHOW</cx:pt>
          <cx:pt idx="3295">MOVIE</cx:pt>
          <cx:pt idx="3296">MOVIE</cx:pt>
          <cx:pt idx="3297">MOVIE</cx:pt>
          <cx:pt idx="3298">MOVIE</cx:pt>
          <cx:pt idx="3299">MOVIE</cx:pt>
          <cx:pt idx="3300">MOVIE</cx:pt>
          <cx:pt idx="3301">SHOW</cx:pt>
          <cx:pt idx="3302">MOVIE</cx:pt>
          <cx:pt idx="3303">MOVIE</cx:pt>
          <cx:pt idx="3304">SHOW</cx:pt>
          <cx:pt idx="3305">MOVIE</cx:pt>
          <cx:pt idx="3306">SHOW</cx:pt>
          <cx:pt idx="3307">MOVIE</cx:pt>
          <cx:pt idx="3308">MOVIE</cx:pt>
          <cx:pt idx="3309">SHOW</cx:pt>
          <cx:pt idx="3310">SHOW</cx:pt>
          <cx:pt idx="3311">MOVIE</cx:pt>
          <cx:pt idx="3312">SHOW</cx:pt>
          <cx:pt idx="3313">SHOW</cx:pt>
          <cx:pt idx="3314">MOVIE</cx:pt>
          <cx:pt idx="3315">SHOW</cx:pt>
          <cx:pt idx="3316">SHOW</cx:pt>
          <cx:pt idx="3317">MOVIE</cx:pt>
          <cx:pt idx="3318">MOVIE</cx:pt>
          <cx:pt idx="3319">MOVIE</cx:pt>
          <cx:pt idx="3320">MOVIE</cx:pt>
          <cx:pt idx="3321">SHOW</cx:pt>
          <cx:pt idx="3322">MOVIE</cx:pt>
          <cx:pt idx="3323">SHOW</cx:pt>
          <cx:pt idx="3324">MOVIE</cx:pt>
          <cx:pt idx="3325">MOVIE</cx:pt>
          <cx:pt idx="3326">SHOW</cx:pt>
          <cx:pt idx="3327">MOVIE</cx:pt>
          <cx:pt idx="3328">MOVIE</cx:pt>
          <cx:pt idx="3329">SHOW</cx:pt>
          <cx:pt idx="3330">MOVIE</cx:pt>
          <cx:pt idx="3331">MOVIE</cx:pt>
          <cx:pt idx="3332">MOVIE</cx:pt>
          <cx:pt idx="3333">MOVIE</cx:pt>
          <cx:pt idx="3334">SHOW</cx:pt>
          <cx:pt idx="3335">MOVIE</cx:pt>
          <cx:pt idx="3336">MOVIE</cx:pt>
          <cx:pt idx="3337">SHOW</cx:pt>
          <cx:pt idx="3338">SHOW</cx:pt>
          <cx:pt idx="3339">SHOW</cx:pt>
          <cx:pt idx="3340">MOVIE</cx:pt>
          <cx:pt idx="3341">MOVIE</cx:pt>
          <cx:pt idx="3342">MOVIE</cx:pt>
          <cx:pt idx="3343">SHOW</cx:pt>
          <cx:pt idx="3344">SHOW</cx:pt>
          <cx:pt idx="3345">MOVIE</cx:pt>
          <cx:pt idx="3346">MOVIE</cx:pt>
          <cx:pt idx="3347">SHOW</cx:pt>
          <cx:pt idx="3348">MOVIE</cx:pt>
          <cx:pt idx="3349">SHOW</cx:pt>
          <cx:pt idx="3350">SHOW</cx:pt>
          <cx:pt idx="3351">SHOW</cx:pt>
          <cx:pt idx="3352">SHOW</cx:pt>
          <cx:pt idx="3353">MOVIE</cx:pt>
          <cx:pt idx="3354">SHOW</cx:pt>
          <cx:pt idx="3355">SHOW</cx:pt>
          <cx:pt idx="3356">MOVIE</cx:pt>
          <cx:pt idx="3357">SHOW</cx:pt>
          <cx:pt idx="3358">SHOW</cx:pt>
          <cx:pt idx="3359">MOVIE</cx:pt>
          <cx:pt idx="3360">SHOW</cx:pt>
          <cx:pt idx="3361">SHOW</cx:pt>
          <cx:pt idx="3362">MOVIE</cx:pt>
          <cx:pt idx="3363">MOVIE</cx:pt>
          <cx:pt idx="3364">SHOW</cx:pt>
          <cx:pt idx="3365">MOVIE</cx:pt>
          <cx:pt idx="3366">MOVIE</cx:pt>
          <cx:pt idx="3367">SHOW</cx:pt>
          <cx:pt idx="3368">SHOW</cx:pt>
          <cx:pt idx="3369">SHOW</cx:pt>
          <cx:pt idx="3370">MOVIE</cx:pt>
          <cx:pt idx="3371">MOVIE</cx:pt>
          <cx:pt idx="3372">SHOW</cx:pt>
          <cx:pt idx="3373">MOVIE</cx:pt>
          <cx:pt idx="3374">MOVIE</cx:pt>
          <cx:pt idx="3375">MOVIE</cx:pt>
          <cx:pt idx="3376">MOVIE</cx:pt>
          <cx:pt idx="3377">MOVIE</cx:pt>
          <cx:pt idx="3378">MOVIE</cx:pt>
          <cx:pt idx="3379">SHOW</cx:pt>
          <cx:pt idx="3380">SHOW</cx:pt>
          <cx:pt idx="3381">MOVIE</cx:pt>
          <cx:pt idx="3382">MOVIE</cx:pt>
          <cx:pt idx="3383">SHOW</cx:pt>
          <cx:pt idx="3384">MOVIE</cx:pt>
          <cx:pt idx="3385">SHOW</cx:pt>
          <cx:pt idx="3386">SHOW</cx:pt>
          <cx:pt idx="3387">SHOW</cx:pt>
          <cx:pt idx="3388">MOVIE</cx:pt>
          <cx:pt idx="3389">MOVIE</cx:pt>
          <cx:pt idx="3390">MOVIE</cx:pt>
          <cx:pt idx="3391">SHOW</cx:pt>
          <cx:pt idx="3392">SHOW</cx:pt>
          <cx:pt idx="3393">SHOW</cx:pt>
          <cx:pt idx="3394">MOVIE</cx:pt>
          <cx:pt idx="3395">SHOW</cx:pt>
          <cx:pt idx="3396">MOVIE</cx:pt>
          <cx:pt idx="3397">MOVIE</cx:pt>
          <cx:pt idx="3398">MOVIE</cx:pt>
          <cx:pt idx="3399">MOVIE</cx:pt>
          <cx:pt idx="3400">MOVIE</cx:pt>
          <cx:pt idx="3401">MOVIE</cx:pt>
          <cx:pt idx="3402">SHOW</cx:pt>
          <cx:pt idx="3403">MOVIE</cx:pt>
          <cx:pt idx="3404">SHOW</cx:pt>
          <cx:pt idx="3405">MOVIE</cx:pt>
          <cx:pt idx="3406">SHOW</cx:pt>
          <cx:pt idx="3407">MOVIE</cx:pt>
          <cx:pt idx="3408">MOVIE</cx:pt>
          <cx:pt idx="3409">MOVIE</cx:pt>
          <cx:pt idx="3410">MOVIE</cx:pt>
          <cx:pt idx="3411">MOVIE</cx:pt>
          <cx:pt idx="3412">SHOW</cx:pt>
          <cx:pt idx="3413">SHOW</cx:pt>
          <cx:pt idx="3414">SHOW</cx:pt>
          <cx:pt idx="3415">SHOW</cx:pt>
          <cx:pt idx="3416">SHOW</cx:pt>
          <cx:pt idx="3417">MOVIE</cx:pt>
          <cx:pt idx="3418">MOVIE</cx:pt>
          <cx:pt idx="3419">SHOW</cx:pt>
          <cx:pt idx="3420">MOVIE</cx:pt>
          <cx:pt idx="3421">SHOW</cx:pt>
          <cx:pt idx="3422">MOVIE</cx:pt>
          <cx:pt idx="3423">MOVIE</cx:pt>
          <cx:pt idx="3424">SHOW</cx:pt>
          <cx:pt idx="3425">SHOW</cx:pt>
          <cx:pt idx="3426">SHOW</cx:pt>
          <cx:pt idx="3427">MOVIE</cx:pt>
          <cx:pt idx="3428">SHOW</cx:pt>
          <cx:pt idx="3429">SHOW</cx:pt>
          <cx:pt idx="3430">MOVIE</cx:pt>
          <cx:pt idx="3431">MOVIE</cx:pt>
          <cx:pt idx="3432">MOVIE</cx:pt>
          <cx:pt idx="3433">SHOW</cx:pt>
          <cx:pt idx="3434">MOVIE</cx:pt>
          <cx:pt idx="3435">MOVIE</cx:pt>
          <cx:pt idx="3436">MOVIE</cx:pt>
          <cx:pt idx="3437">MOVIE</cx:pt>
          <cx:pt idx="3438">MOVIE</cx:pt>
          <cx:pt idx="3439">MOVIE</cx:pt>
          <cx:pt idx="3440">SHOW</cx:pt>
          <cx:pt idx="3441">MOVIE</cx:pt>
          <cx:pt idx="3442">MOVIE</cx:pt>
          <cx:pt idx="3443">SHOW</cx:pt>
          <cx:pt idx="3444">MOVIE</cx:pt>
          <cx:pt idx="3445">SHOW</cx:pt>
          <cx:pt idx="3446">MOVIE</cx:pt>
          <cx:pt idx="3447">SHOW</cx:pt>
          <cx:pt idx="3448">SHOW</cx:pt>
          <cx:pt idx="3449">MOVIE</cx:pt>
          <cx:pt idx="3450">MOVIE</cx:pt>
          <cx:pt idx="3451">SHOW</cx:pt>
          <cx:pt idx="3452">MOVIE</cx:pt>
          <cx:pt idx="3453">SHOW</cx:pt>
          <cx:pt idx="3454">SHOW</cx:pt>
          <cx:pt idx="3455">MOVIE</cx:pt>
          <cx:pt idx="3456">SHOW</cx:pt>
          <cx:pt idx="3457">MOVIE</cx:pt>
          <cx:pt idx="3458">SHOW</cx:pt>
          <cx:pt idx="3459">SHOW</cx:pt>
          <cx:pt idx="3460">SHOW</cx:pt>
          <cx:pt idx="3461">MOVIE</cx:pt>
          <cx:pt idx="3462">SHOW</cx:pt>
          <cx:pt idx="3463">MOVIE</cx:pt>
          <cx:pt idx="3464">SHOW</cx:pt>
          <cx:pt idx="3465">MOVIE</cx:pt>
          <cx:pt idx="3466">MOVIE</cx:pt>
          <cx:pt idx="3467">MOVIE</cx:pt>
          <cx:pt idx="3468">SHOW</cx:pt>
          <cx:pt idx="3469">MOVIE</cx:pt>
          <cx:pt idx="3470">MOVIE</cx:pt>
          <cx:pt idx="3471">SHOW</cx:pt>
          <cx:pt idx="3472">MOVIE</cx:pt>
          <cx:pt idx="3473">MOVIE</cx:pt>
          <cx:pt idx="3474">SHOW</cx:pt>
          <cx:pt idx="3475">MOVIE</cx:pt>
          <cx:pt idx="3476">SHOW</cx:pt>
          <cx:pt idx="3477">MOVIE</cx:pt>
          <cx:pt idx="3478">SHOW</cx:pt>
          <cx:pt idx="3479">SHOW</cx:pt>
          <cx:pt idx="3480">SHOW</cx:pt>
          <cx:pt idx="3481">SHOW</cx:pt>
          <cx:pt idx="3482">MOVIE</cx:pt>
          <cx:pt idx="3483">SHOW</cx:pt>
          <cx:pt idx="3484">MOVIE</cx:pt>
          <cx:pt idx="3485">MOVIE</cx:pt>
          <cx:pt idx="3486">MOVIE</cx:pt>
          <cx:pt idx="3487">MOVIE</cx:pt>
          <cx:pt idx="3488">MOVIE</cx:pt>
          <cx:pt idx="3489">SHOW</cx:pt>
          <cx:pt idx="3490">MOVIE</cx:pt>
          <cx:pt idx="3491">MOVIE</cx:pt>
          <cx:pt idx="3492">SHOW</cx:pt>
          <cx:pt idx="3493">MOVIE</cx:pt>
          <cx:pt idx="3494">MOVIE</cx:pt>
          <cx:pt idx="3495">MOVIE</cx:pt>
          <cx:pt idx="3496">SHOW</cx:pt>
          <cx:pt idx="3497">SHOW</cx:pt>
          <cx:pt idx="3498">SHOW</cx:pt>
          <cx:pt idx="3499">MOVIE</cx:pt>
          <cx:pt idx="3500">SHOW</cx:pt>
          <cx:pt idx="3501">SHOW</cx:pt>
          <cx:pt idx="3502">MOVIE</cx:pt>
          <cx:pt idx="3503">MOVIE</cx:pt>
          <cx:pt idx="3504">SHOW</cx:pt>
          <cx:pt idx="3505">MOVIE</cx:pt>
          <cx:pt idx="3506">MOVIE</cx:pt>
          <cx:pt idx="3507">SHOW</cx:pt>
          <cx:pt idx="3508">SHOW</cx:pt>
          <cx:pt idx="3509">MOVIE</cx:pt>
          <cx:pt idx="3510">MOVIE</cx:pt>
          <cx:pt idx="3511">SHOW</cx:pt>
          <cx:pt idx="3512">MOVIE</cx:pt>
          <cx:pt idx="3513">SHOW</cx:pt>
          <cx:pt idx="3514">SHOW</cx:pt>
          <cx:pt idx="3515">MOVIE</cx:pt>
          <cx:pt idx="3516">MOVIE</cx:pt>
          <cx:pt idx="3517">MOVIE</cx:pt>
          <cx:pt idx="3518">MOVIE</cx:pt>
          <cx:pt idx="3519">MOVIE</cx:pt>
          <cx:pt idx="3520">SHOW</cx:pt>
          <cx:pt idx="3521">SHOW</cx:pt>
          <cx:pt idx="3522">SHOW</cx:pt>
          <cx:pt idx="3523">MOVIE</cx:pt>
          <cx:pt idx="3524">SHOW</cx:pt>
          <cx:pt idx="3525">SHOW</cx:pt>
          <cx:pt idx="3526">MOVIE</cx:pt>
          <cx:pt idx="3527">SHOW</cx:pt>
          <cx:pt idx="3528">SHOW</cx:pt>
          <cx:pt idx="3529">MOVIE</cx:pt>
          <cx:pt idx="3530">SHOW</cx:pt>
          <cx:pt idx="3531">SHOW</cx:pt>
          <cx:pt idx="3532">SHOW</cx:pt>
          <cx:pt idx="3533">SHOW</cx:pt>
          <cx:pt idx="3534">MOVIE</cx:pt>
          <cx:pt idx="3535">MOVIE</cx:pt>
          <cx:pt idx="3536">SHOW</cx:pt>
          <cx:pt idx="3537">MOVIE</cx:pt>
          <cx:pt idx="3538">SHOW</cx:pt>
          <cx:pt idx="3539">MOVIE</cx:pt>
          <cx:pt idx="3540">SHOW</cx:pt>
          <cx:pt idx="3541">MOVIE</cx:pt>
          <cx:pt idx="3542">SHOW</cx:pt>
          <cx:pt idx="3543">SHOW</cx:pt>
          <cx:pt idx="3544">SHOW</cx:pt>
          <cx:pt idx="3545">SHOW</cx:pt>
          <cx:pt idx="3546">SHOW</cx:pt>
          <cx:pt idx="3547">MOVIE</cx:pt>
          <cx:pt idx="3548">MOVIE</cx:pt>
          <cx:pt idx="3549">MOVIE</cx:pt>
          <cx:pt idx="3550">MOVIE</cx:pt>
          <cx:pt idx="3551">SHOW</cx:pt>
          <cx:pt idx="3552">SHOW</cx:pt>
          <cx:pt idx="3553">MOVIE</cx:pt>
          <cx:pt idx="3554">MOVIE</cx:pt>
          <cx:pt idx="3555">SHOW</cx:pt>
          <cx:pt idx="3556">SHOW</cx:pt>
          <cx:pt idx="3557">MOVIE</cx:pt>
          <cx:pt idx="3558">MOVIE</cx:pt>
          <cx:pt idx="3559">MOVIE</cx:pt>
          <cx:pt idx="3560">MOVIE</cx:pt>
          <cx:pt idx="3561">MOVIE</cx:pt>
          <cx:pt idx="3562">SHOW</cx:pt>
          <cx:pt idx="3563">SHOW</cx:pt>
          <cx:pt idx="3564">MOVIE</cx:pt>
          <cx:pt idx="3565">SHOW</cx:pt>
          <cx:pt idx="3566">MOVIE</cx:pt>
          <cx:pt idx="3567">SHOW</cx:pt>
          <cx:pt idx="3568">SHOW</cx:pt>
          <cx:pt idx="3569">SHOW</cx:pt>
          <cx:pt idx="3570">MOVIE</cx:pt>
          <cx:pt idx="3571">MOVIE</cx:pt>
          <cx:pt idx="3572">MOVIE</cx:pt>
          <cx:pt idx="3573">SHOW</cx:pt>
          <cx:pt idx="3574">SHOW</cx:pt>
          <cx:pt idx="3575">MOVIE</cx:pt>
          <cx:pt idx="3576">SHOW</cx:pt>
          <cx:pt idx="3577">MOVIE</cx:pt>
          <cx:pt idx="3578">MOVIE</cx:pt>
          <cx:pt idx="3579">SHOW</cx:pt>
          <cx:pt idx="3580">MOVIE</cx:pt>
          <cx:pt idx="3581">MOVIE</cx:pt>
          <cx:pt idx="3582">MOVIE</cx:pt>
          <cx:pt idx="3583">MOVIE</cx:pt>
          <cx:pt idx="3584">MOVIE</cx:pt>
          <cx:pt idx="3585">SHOW</cx:pt>
          <cx:pt idx="3586">SHOW</cx:pt>
          <cx:pt idx="3587">SHOW</cx:pt>
          <cx:pt idx="3588">SHOW</cx:pt>
          <cx:pt idx="3589">SHOW</cx:pt>
          <cx:pt idx="3590">SHOW</cx:pt>
          <cx:pt idx="3591">MOVIE</cx:pt>
          <cx:pt idx="3592">SHOW</cx:pt>
          <cx:pt idx="3593">MOVIE</cx:pt>
          <cx:pt idx="3594">SHOW</cx:pt>
          <cx:pt idx="3595">SHOW</cx:pt>
          <cx:pt idx="3596">MOVIE</cx:pt>
          <cx:pt idx="3597">MOVIE</cx:pt>
          <cx:pt idx="3598">SHOW</cx:pt>
          <cx:pt idx="3599">SHOW</cx:pt>
          <cx:pt idx="3600">SHOW</cx:pt>
          <cx:pt idx="3601">MOVIE</cx:pt>
          <cx:pt idx="3602">MOVIE</cx:pt>
          <cx:pt idx="3603">SHOW</cx:pt>
          <cx:pt idx="3604">SHOW</cx:pt>
          <cx:pt idx="3605">SHOW</cx:pt>
          <cx:pt idx="3606">SHOW</cx:pt>
          <cx:pt idx="3607">SHOW</cx:pt>
          <cx:pt idx="3608">SHOW</cx:pt>
          <cx:pt idx="3609">MOVIE</cx:pt>
          <cx:pt idx="3610">MOVIE</cx:pt>
          <cx:pt idx="3611">SHOW</cx:pt>
          <cx:pt idx="3612">MOVIE</cx:pt>
          <cx:pt idx="3613">SHOW</cx:pt>
          <cx:pt idx="3614">MOVIE</cx:pt>
          <cx:pt idx="3615">MOVIE</cx:pt>
          <cx:pt idx="3616">SHOW</cx:pt>
          <cx:pt idx="3617">SHOW</cx:pt>
          <cx:pt idx="3618">MOVIE</cx:pt>
          <cx:pt idx="3619">MOVIE</cx:pt>
          <cx:pt idx="3620">SHOW</cx:pt>
          <cx:pt idx="3621">MOVIE</cx:pt>
          <cx:pt idx="3622">SHOW</cx:pt>
          <cx:pt idx="3623">SHOW</cx:pt>
          <cx:pt idx="3624">SHOW</cx:pt>
          <cx:pt idx="3625">MOVIE</cx:pt>
          <cx:pt idx="3626">SHOW</cx:pt>
          <cx:pt idx="3627">MOVIE</cx:pt>
          <cx:pt idx="3628">SHOW</cx:pt>
          <cx:pt idx="3629">SHOW</cx:pt>
          <cx:pt idx="3630">MOVIE</cx:pt>
          <cx:pt idx="3631">MOVIE</cx:pt>
          <cx:pt idx="3632">SHOW</cx:pt>
          <cx:pt idx="3633">SHOW</cx:pt>
          <cx:pt idx="3634">SHOW</cx:pt>
          <cx:pt idx="3635">SHOW</cx:pt>
          <cx:pt idx="3636">MOVIE</cx:pt>
          <cx:pt idx="3637">MOVIE</cx:pt>
          <cx:pt idx="3638">MOVIE</cx:pt>
          <cx:pt idx="3639">MOVIE</cx:pt>
          <cx:pt idx="3640">MOVIE</cx:pt>
          <cx:pt idx="3641">MOVIE</cx:pt>
          <cx:pt idx="3642">SHOW</cx:pt>
          <cx:pt idx="3643">MOVIE</cx:pt>
          <cx:pt idx="3644">SHOW</cx:pt>
          <cx:pt idx="3645">MOVIE</cx:pt>
          <cx:pt idx="3646">SHOW</cx:pt>
          <cx:pt idx="3647">MOVIE</cx:pt>
          <cx:pt idx="3648">SHOW</cx:pt>
          <cx:pt idx="3649">SHOW</cx:pt>
          <cx:pt idx="3650">MOVIE</cx:pt>
          <cx:pt idx="3651">SHOW</cx:pt>
          <cx:pt idx="3652">MOVIE</cx:pt>
          <cx:pt idx="3653">SHOW</cx:pt>
          <cx:pt idx="3654">SHOW</cx:pt>
          <cx:pt idx="3655">SHOW</cx:pt>
          <cx:pt idx="3656">MOVIE</cx:pt>
          <cx:pt idx="3657">MOVIE</cx:pt>
          <cx:pt idx="3658">SHOW</cx:pt>
          <cx:pt idx="3659">MOVIE</cx:pt>
          <cx:pt idx="3660">SHOW</cx:pt>
          <cx:pt idx="3661">SHOW</cx:pt>
          <cx:pt idx="3662">MOVIE</cx:pt>
          <cx:pt idx="3663">MOVIE</cx:pt>
          <cx:pt idx="3664">MOVIE</cx:pt>
          <cx:pt idx="3665">MOVIE</cx:pt>
          <cx:pt idx="3666">SHOW</cx:pt>
          <cx:pt idx="3667">SHOW</cx:pt>
          <cx:pt idx="3668">MOVIE</cx:pt>
          <cx:pt idx="3669">MOVIE</cx:pt>
          <cx:pt idx="3670">SHOW</cx:pt>
          <cx:pt idx="3671">SHOW</cx:pt>
          <cx:pt idx="3672">MOVIE</cx:pt>
          <cx:pt idx="3673">MOVIE</cx:pt>
          <cx:pt idx="3674">MOVIE</cx:pt>
          <cx:pt idx="3675">SHOW</cx:pt>
          <cx:pt idx="3676">MOVIE</cx:pt>
          <cx:pt idx="3677">MOVIE</cx:pt>
          <cx:pt idx="3678">SHOW</cx:pt>
          <cx:pt idx="3679">SHOW</cx:pt>
          <cx:pt idx="3680">MOVIE</cx:pt>
          <cx:pt idx="3681">SHOW</cx:pt>
          <cx:pt idx="3682">SHOW</cx:pt>
          <cx:pt idx="3683">MOVIE</cx:pt>
          <cx:pt idx="3684">SHOW</cx:pt>
          <cx:pt idx="3685">SHOW</cx:pt>
          <cx:pt idx="3686">MOVIE</cx:pt>
          <cx:pt idx="3687">MOVIE</cx:pt>
          <cx:pt idx="3688">MOVIE</cx:pt>
          <cx:pt idx="3689">SHOW</cx:pt>
          <cx:pt idx="3690">SHOW</cx:pt>
          <cx:pt idx="3691">MOVIE</cx:pt>
          <cx:pt idx="3692">SHOW</cx:pt>
          <cx:pt idx="3693">MOVIE</cx:pt>
          <cx:pt idx="3694">SHOW</cx:pt>
          <cx:pt idx="3695">MOVIE</cx:pt>
          <cx:pt idx="3696">SHOW</cx:pt>
          <cx:pt idx="3697">MOVIE</cx:pt>
          <cx:pt idx="3698">SHOW</cx:pt>
          <cx:pt idx="3699">MOVIE</cx:pt>
          <cx:pt idx="3700">MOVIE</cx:pt>
          <cx:pt idx="3701">MOVIE</cx:pt>
          <cx:pt idx="3702">SHOW</cx:pt>
          <cx:pt idx="3703">MOVIE</cx:pt>
          <cx:pt idx="3704">MOVIE</cx:pt>
          <cx:pt idx="3705">MOVIE</cx:pt>
          <cx:pt idx="3706">MOVIE</cx:pt>
          <cx:pt idx="3707">MOVIE</cx:pt>
          <cx:pt idx="3708">MOVIE</cx:pt>
          <cx:pt idx="3709">MOVIE</cx:pt>
          <cx:pt idx="3710">MOVIE</cx:pt>
          <cx:pt idx="3711">SHOW</cx:pt>
          <cx:pt idx="3712">SHOW</cx:pt>
          <cx:pt idx="3713">SHOW</cx:pt>
          <cx:pt idx="3714">MOVIE</cx:pt>
          <cx:pt idx="3715">MOVIE</cx:pt>
          <cx:pt idx="3716">SHOW</cx:pt>
          <cx:pt idx="3717">MOVIE</cx:pt>
          <cx:pt idx="3718">MOVIE</cx:pt>
          <cx:pt idx="3719">SHOW</cx:pt>
          <cx:pt idx="3720">SHOW</cx:pt>
          <cx:pt idx="3721">SHOW</cx:pt>
          <cx:pt idx="3722">MOVIE</cx:pt>
          <cx:pt idx="3723">SHOW</cx:pt>
          <cx:pt idx="3724">SHOW</cx:pt>
          <cx:pt idx="3725">MOVIE</cx:pt>
          <cx:pt idx="3726">MOVIE</cx:pt>
          <cx:pt idx="3727">SHOW</cx:pt>
          <cx:pt idx="3728">MOVIE</cx:pt>
          <cx:pt idx="3729">MOVIE</cx:pt>
          <cx:pt idx="3730">MOVIE</cx:pt>
          <cx:pt idx="3731">SHOW</cx:pt>
          <cx:pt idx="3732">SHOW</cx:pt>
          <cx:pt idx="3733">MOVIE</cx:pt>
          <cx:pt idx="3734">MOVIE</cx:pt>
          <cx:pt idx="3735">SHOW</cx:pt>
          <cx:pt idx="3736">SHOW</cx:pt>
          <cx:pt idx="3737">MOVIE</cx:pt>
          <cx:pt idx="3738">SHOW</cx:pt>
          <cx:pt idx="3739">SHOW</cx:pt>
          <cx:pt idx="3740">MOVIE</cx:pt>
          <cx:pt idx="3741">SHOW</cx:pt>
          <cx:pt idx="3742">MOVIE</cx:pt>
          <cx:pt idx="3743">MOVIE</cx:pt>
          <cx:pt idx="3744">SHOW</cx:pt>
          <cx:pt idx="3745">MOVIE</cx:pt>
          <cx:pt idx="3746">MOVIE</cx:pt>
          <cx:pt idx="3747">SHOW</cx:pt>
          <cx:pt idx="3748">SHOW</cx:pt>
          <cx:pt idx="3749">MOVIE</cx:pt>
          <cx:pt idx="3750">MOVIE</cx:pt>
          <cx:pt idx="3751">MOVIE</cx:pt>
          <cx:pt idx="3752">SHOW</cx:pt>
          <cx:pt idx="3753">MOVIE</cx:pt>
          <cx:pt idx="3754">MOVIE</cx:pt>
          <cx:pt idx="3755">MOVIE</cx:pt>
          <cx:pt idx="3756">MOVIE</cx:pt>
          <cx:pt idx="3757">SHOW</cx:pt>
          <cx:pt idx="3758">SHOW</cx:pt>
          <cx:pt idx="3759">MOVIE</cx:pt>
          <cx:pt idx="3760">MOVIE</cx:pt>
          <cx:pt idx="3761">SHOW</cx:pt>
          <cx:pt idx="3762">SHOW</cx:pt>
          <cx:pt idx="3763">MOVIE</cx:pt>
          <cx:pt idx="3764">MOVIE</cx:pt>
          <cx:pt idx="3765">MOVIE</cx:pt>
          <cx:pt idx="3766">MOVIE</cx:pt>
          <cx:pt idx="3767">SHOW</cx:pt>
          <cx:pt idx="3768">MOVIE</cx:pt>
          <cx:pt idx="3769">SHOW</cx:pt>
          <cx:pt idx="3770">SHOW</cx:pt>
          <cx:pt idx="3771">MOVIE</cx:pt>
          <cx:pt idx="3772">MOVIE</cx:pt>
          <cx:pt idx="3773">MOVIE</cx:pt>
          <cx:pt idx="3774">SHOW</cx:pt>
          <cx:pt idx="3775">SHOW</cx:pt>
          <cx:pt idx="3776">MOVIE</cx:pt>
          <cx:pt idx="3777">SHOW</cx:pt>
          <cx:pt idx="3778">SHOW</cx:pt>
          <cx:pt idx="3779">MOVIE</cx:pt>
          <cx:pt idx="3780">MOVIE</cx:pt>
          <cx:pt idx="3781">MOVIE</cx:pt>
          <cx:pt idx="3782">MOVIE</cx:pt>
          <cx:pt idx="3783">MOVIE</cx:pt>
          <cx:pt idx="3784">SHOW</cx:pt>
          <cx:pt idx="3785">MOVIE</cx:pt>
          <cx:pt idx="3786">SHOW</cx:pt>
          <cx:pt idx="3787">MOVIE</cx:pt>
          <cx:pt idx="3788">SHOW</cx:pt>
          <cx:pt idx="3789">SHOW</cx:pt>
          <cx:pt idx="3790">MOVIE</cx:pt>
          <cx:pt idx="3791">MOVIE</cx:pt>
          <cx:pt idx="3792">MOVIE</cx:pt>
          <cx:pt idx="3793">MOVIE</cx:pt>
          <cx:pt idx="3794">MOVIE</cx:pt>
          <cx:pt idx="3795">MOVIE</cx:pt>
          <cx:pt idx="3796">MOVIE</cx:pt>
          <cx:pt idx="3797">SHOW</cx:pt>
          <cx:pt idx="3798">MOVIE</cx:pt>
          <cx:pt idx="3799">MOVIE</cx:pt>
          <cx:pt idx="3800">MOVIE</cx:pt>
          <cx:pt idx="3801">SHOW</cx:pt>
          <cx:pt idx="3802">MOVIE</cx:pt>
          <cx:pt idx="3803">MOVIE</cx:pt>
          <cx:pt idx="3804">MOVIE</cx:pt>
          <cx:pt idx="3805">SHOW</cx:pt>
          <cx:pt idx="3806">MOVIE</cx:pt>
          <cx:pt idx="3807">SHOW</cx:pt>
          <cx:pt idx="3808">MOVIE</cx:pt>
          <cx:pt idx="3809">MOVIE</cx:pt>
          <cx:pt idx="3810">SHOW</cx:pt>
          <cx:pt idx="3811">MOVIE</cx:pt>
          <cx:pt idx="3812">MOVIE</cx:pt>
          <cx:pt idx="3813">MOVIE</cx:pt>
          <cx:pt idx="3814">SHOW</cx:pt>
          <cx:pt idx="3815">SHOW</cx:pt>
          <cx:pt idx="3816">MOVIE</cx:pt>
          <cx:pt idx="3817">SHOW</cx:pt>
          <cx:pt idx="3818">MOVIE</cx:pt>
          <cx:pt idx="3819">SHOW</cx:pt>
          <cx:pt idx="3820">MOVIE</cx:pt>
          <cx:pt idx="3821">MOVIE</cx:pt>
          <cx:pt idx="3822">MOVIE</cx:pt>
          <cx:pt idx="3823">MOVIE</cx:pt>
          <cx:pt idx="3824">SHOW</cx:pt>
          <cx:pt idx="3825">MOVIE</cx:pt>
          <cx:pt idx="3826">MOVIE</cx:pt>
          <cx:pt idx="3827">MOVIE</cx:pt>
          <cx:pt idx="3828">MOVIE</cx:pt>
          <cx:pt idx="3829">MOVIE</cx:pt>
          <cx:pt idx="3830">MOVIE</cx:pt>
          <cx:pt idx="3831">MOVIE</cx:pt>
          <cx:pt idx="3832">MOVIE</cx:pt>
          <cx:pt idx="3833">MOVIE</cx:pt>
          <cx:pt idx="3834">MOVIE</cx:pt>
          <cx:pt idx="3835">MOVIE</cx:pt>
          <cx:pt idx="3836">SHOW</cx:pt>
          <cx:pt idx="3837">SHOW</cx:pt>
          <cx:pt idx="3838">MOVIE</cx:pt>
          <cx:pt idx="3839">MOVIE</cx:pt>
          <cx:pt idx="3840">MOVIE</cx:pt>
          <cx:pt idx="3841">MOVIE</cx:pt>
          <cx:pt idx="3842">MOVIE</cx:pt>
          <cx:pt idx="3843">MOVIE</cx:pt>
          <cx:pt idx="3844">MOVIE</cx:pt>
          <cx:pt idx="3845">SHOW</cx:pt>
          <cx:pt idx="3846">MOVIE</cx:pt>
          <cx:pt idx="3847">MOVIE</cx:pt>
          <cx:pt idx="3848">SHOW</cx:pt>
          <cx:pt idx="3849">SHOW</cx:pt>
          <cx:pt idx="3850">MOVIE</cx:pt>
          <cx:pt idx="3851">MOVIE</cx:pt>
          <cx:pt idx="3852">MOVIE</cx:pt>
          <cx:pt idx="3853">MOVIE</cx:pt>
          <cx:pt idx="3854">MOVIE</cx:pt>
          <cx:pt idx="3855">MOVIE</cx:pt>
          <cx:pt idx="3856">MOVIE</cx:pt>
          <cx:pt idx="3857">MOVIE</cx:pt>
          <cx:pt idx="3858">MOVIE</cx:pt>
          <cx:pt idx="3859">MOVIE</cx:pt>
          <cx:pt idx="3860">MOVIE</cx:pt>
          <cx:pt idx="3861">MOVIE</cx:pt>
          <cx:pt idx="3862">MOVIE</cx:pt>
          <cx:pt idx="3863">MOVIE</cx:pt>
          <cx:pt idx="3864">MOVIE</cx:pt>
          <cx:pt idx="3865">SHOW</cx:pt>
          <cx:pt idx="3866">MOVIE</cx:pt>
          <cx:pt idx="3867">MOVIE</cx:pt>
          <cx:pt idx="3868">SHOW</cx:pt>
          <cx:pt idx="3869">SHOW</cx:pt>
          <cx:pt idx="3870">MOVIE</cx:pt>
          <cx:pt idx="3871">MOVIE</cx:pt>
          <cx:pt idx="3872">MOVIE</cx:pt>
          <cx:pt idx="3873">MOVIE</cx:pt>
          <cx:pt idx="3874">MOVIE</cx:pt>
          <cx:pt idx="3875">MOVIE</cx:pt>
          <cx:pt idx="3876">MOVIE</cx:pt>
          <cx:pt idx="3877">MOVIE</cx:pt>
          <cx:pt idx="3878">MOVIE</cx:pt>
          <cx:pt idx="3879">MOVIE</cx:pt>
          <cx:pt idx="3880">MOVIE</cx:pt>
          <cx:pt idx="3881">SHOW</cx:pt>
          <cx:pt idx="3882">SHOW</cx:pt>
          <cx:pt idx="3883">SHOW</cx:pt>
          <cx:pt idx="3884">MOVIE</cx:pt>
          <cx:pt idx="3885">MOVIE</cx:pt>
          <cx:pt idx="3886">MOVIE</cx:pt>
          <cx:pt idx="3887">MOVIE</cx:pt>
          <cx:pt idx="3888">MOVIE</cx:pt>
          <cx:pt idx="3889">MOVIE</cx:pt>
          <cx:pt idx="3890">MOVIE</cx:pt>
          <cx:pt idx="3891">MOVIE</cx:pt>
          <cx:pt idx="3892">MOVIE</cx:pt>
          <cx:pt idx="3893">MOVIE</cx:pt>
          <cx:pt idx="3894">SHOW</cx:pt>
          <cx:pt idx="3895">MOVIE</cx:pt>
          <cx:pt idx="3896">SHOW</cx:pt>
          <cx:pt idx="3897">MOVIE</cx:pt>
          <cx:pt idx="3898">MOVIE</cx:pt>
          <cx:pt idx="3899">SHOW</cx:pt>
          <cx:pt idx="3900">MOVIE</cx:pt>
          <cx:pt idx="3901">MOVIE</cx:pt>
          <cx:pt idx="3902">MOVIE</cx:pt>
          <cx:pt idx="3903">SHOW</cx:pt>
          <cx:pt idx="3904">MOVIE</cx:pt>
          <cx:pt idx="3905">MOVIE</cx:pt>
          <cx:pt idx="3906">MOVIE</cx:pt>
          <cx:pt idx="3907">MOVIE</cx:pt>
          <cx:pt idx="3908">MOVIE</cx:pt>
          <cx:pt idx="3909">MOVIE</cx:pt>
          <cx:pt idx="3910">MOVIE</cx:pt>
          <cx:pt idx="3911">MOVIE</cx:pt>
          <cx:pt idx="3912">SHOW</cx:pt>
          <cx:pt idx="3913">MOVIE</cx:pt>
          <cx:pt idx="3914">SHOW</cx:pt>
          <cx:pt idx="3915">MOVIE</cx:pt>
          <cx:pt idx="3916">SHOW</cx:pt>
          <cx:pt idx="3917">SHOW</cx:pt>
          <cx:pt idx="3918">MOVIE</cx:pt>
          <cx:pt idx="3919">MOVIE</cx:pt>
          <cx:pt idx="3920">MOVIE</cx:pt>
          <cx:pt idx="3921">SHOW</cx:pt>
          <cx:pt idx="3922">SHOW</cx:pt>
          <cx:pt idx="3923">MOVIE</cx:pt>
          <cx:pt idx="3924">SHOW</cx:pt>
          <cx:pt idx="3925">MOVIE</cx:pt>
          <cx:pt idx="3926">SHOW</cx:pt>
          <cx:pt idx="3927">SHOW</cx:pt>
          <cx:pt idx="3928">MOVIE</cx:pt>
          <cx:pt idx="3929">SHOW</cx:pt>
          <cx:pt idx="3930">SHOW</cx:pt>
          <cx:pt idx="3931">MOVIE</cx:pt>
          <cx:pt idx="3932">MOVIE</cx:pt>
          <cx:pt idx="3933">SHOW</cx:pt>
          <cx:pt idx="3934">MOVIE</cx:pt>
          <cx:pt idx="3935">SHOW</cx:pt>
          <cx:pt idx="3936">MOVIE</cx:pt>
          <cx:pt idx="3937">MOVIE</cx:pt>
          <cx:pt idx="3938">SHOW</cx:pt>
          <cx:pt idx="3939">MOVIE</cx:pt>
          <cx:pt idx="3940">MOVIE</cx:pt>
          <cx:pt idx="3941">SHOW</cx:pt>
          <cx:pt idx="3942">MOVIE</cx:pt>
          <cx:pt idx="3943">MOVIE</cx:pt>
          <cx:pt idx="3944">SHOW</cx:pt>
          <cx:pt idx="3945">SHOW</cx:pt>
          <cx:pt idx="3946">MOVIE</cx:pt>
          <cx:pt idx="3947">SHOW</cx:pt>
          <cx:pt idx="3948">MOVIE</cx:pt>
          <cx:pt idx="3949">SHOW</cx:pt>
          <cx:pt idx="3950">MOVIE</cx:pt>
          <cx:pt idx="3951">MOVIE</cx:pt>
          <cx:pt idx="3952">MOVIE</cx:pt>
          <cx:pt idx="3953">MOVIE</cx:pt>
          <cx:pt idx="3954">MOVIE</cx:pt>
          <cx:pt idx="3955">SHOW</cx:pt>
          <cx:pt idx="3956">MOVIE</cx:pt>
          <cx:pt idx="3957">SHOW</cx:pt>
          <cx:pt idx="3958">SHOW</cx:pt>
          <cx:pt idx="3959">MOVIE</cx:pt>
          <cx:pt idx="3960">MOVIE</cx:pt>
          <cx:pt idx="3961">MOVIE</cx:pt>
          <cx:pt idx="3962">MOVIE</cx:pt>
          <cx:pt idx="3963">MOVIE</cx:pt>
          <cx:pt idx="3964">SHOW</cx:pt>
          <cx:pt idx="3965">MOVIE</cx:pt>
          <cx:pt idx="3966">MOVIE</cx:pt>
          <cx:pt idx="3967">MOVIE</cx:pt>
          <cx:pt idx="3968">SHOW</cx:pt>
          <cx:pt idx="3969">MOVIE</cx:pt>
          <cx:pt idx="3970">MOVIE</cx:pt>
          <cx:pt idx="3971">MOVIE</cx:pt>
          <cx:pt idx="3972">MOVIE</cx:pt>
          <cx:pt idx="3973">MOVIE</cx:pt>
          <cx:pt idx="3974">MOVIE</cx:pt>
          <cx:pt idx="3975">MOVIE</cx:pt>
          <cx:pt idx="3976">MOVIE</cx:pt>
          <cx:pt idx="3977">MOVIE</cx:pt>
          <cx:pt idx="3978">MOVIE</cx:pt>
          <cx:pt idx="3979">MOVIE</cx:pt>
          <cx:pt idx="3980">MOVIE</cx:pt>
          <cx:pt idx="3981">MOVIE</cx:pt>
          <cx:pt idx="3982">MOVIE</cx:pt>
          <cx:pt idx="3983">SHOW</cx:pt>
          <cx:pt idx="3984">MOVIE</cx:pt>
          <cx:pt idx="3985">MOVIE</cx:pt>
          <cx:pt idx="3986">MOVIE</cx:pt>
          <cx:pt idx="3987">SHOW</cx:pt>
          <cx:pt idx="3988">MOVIE</cx:pt>
          <cx:pt idx="3989">SHOW</cx:pt>
          <cx:pt idx="3990">MOVIE</cx:pt>
          <cx:pt idx="3991">MOVIE</cx:pt>
          <cx:pt idx="3992">MOVIE</cx:pt>
          <cx:pt idx="3993">MOVIE</cx:pt>
          <cx:pt idx="3994">MOVIE</cx:pt>
          <cx:pt idx="3995">SHOW</cx:pt>
          <cx:pt idx="3996">MOVIE</cx:pt>
          <cx:pt idx="3997">MOVIE</cx:pt>
          <cx:pt idx="3998">SHOW</cx:pt>
          <cx:pt idx="3999">MOVIE</cx:pt>
          <cx:pt idx="4000">SHOW</cx:pt>
          <cx:pt idx="4001">MOVIE</cx:pt>
          <cx:pt idx="4002">MOVIE</cx:pt>
          <cx:pt idx="4003">MOVIE</cx:pt>
          <cx:pt idx="4004">MOVIE</cx:pt>
          <cx:pt idx="4005">SHOW</cx:pt>
          <cx:pt idx="4006">SHOW</cx:pt>
          <cx:pt idx="4007">MOVIE</cx:pt>
          <cx:pt idx="4008">MOVIE</cx:pt>
          <cx:pt idx="4009">MOVIE</cx:pt>
          <cx:pt idx="4010">MOVIE</cx:pt>
          <cx:pt idx="4011">MOVIE</cx:pt>
          <cx:pt idx="4012">SHOW</cx:pt>
          <cx:pt idx="4013">MOVIE</cx:pt>
          <cx:pt idx="4014">MOVIE</cx:pt>
          <cx:pt idx="4015">SHOW</cx:pt>
          <cx:pt idx="4016">MOVIE</cx:pt>
          <cx:pt idx="4017">SHOW</cx:pt>
          <cx:pt idx="4018">MOVIE</cx:pt>
          <cx:pt idx="4019">MOVIE</cx:pt>
          <cx:pt idx="4020">MOVIE</cx:pt>
          <cx:pt idx="4021">SHOW</cx:pt>
          <cx:pt idx="4022">MOVIE</cx:pt>
          <cx:pt idx="4023">SHOW</cx:pt>
          <cx:pt idx="4024">MOVIE</cx:pt>
          <cx:pt idx="4025">MOVIE</cx:pt>
          <cx:pt idx="4026">MOVIE</cx:pt>
          <cx:pt idx="4027">MOVIE</cx:pt>
          <cx:pt idx="4028">MOVIE</cx:pt>
          <cx:pt idx="4029">MOVIE</cx:pt>
          <cx:pt idx="4030">MOVIE</cx:pt>
          <cx:pt idx="4031">SHOW</cx:pt>
          <cx:pt idx="4032">MOVIE</cx:pt>
          <cx:pt idx="4033">MOVIE</cx:pt>
          <cx:pt idx="4034">MOVIE</cx:pt>
          <cx:pt idx="4035">MOVIE</cx:pt>
          <cx:pt idx="4036">MOVIE</cx:pt>
          <cx:pt idx="4037">SHOW</cx:pt>
          <cx:pt idx="4038">MOVIE</cx:pt>
          <cx:pt idx="4039">MOVIE</cx:pt>
          <cx:pt idx="4040">SHOW</cx:pt>
          <cx:pt idx="4041">MOVIE</cx:pt>
          <cx:pt idx="4042">MOVIE</cx:pt>
          <cx:pt idx="4043">MOVIE</cx:pt>
          <cx:pt idx="4044">MOVIE</cx:pt>
          <cx:pt idx="4045">MOVIE</cx:pt>
          <cx:pt idx="4046">SHOW</cx:pt>
          <cx:pt idx="4047">MOVIE</cx:pt>
          <cx:pt idx="4048">MOVIE</cx:pt>
          <cx:pt idx="4049">SHOW</cx:pt>
          <cx:pt idx="4050">MOVIE</cx:pt>
          <cx:pt idx="4051">MOVIE</cx:pt>
          <cx:pt idx="4052">MOVIE</cx:pt>
          <cx:pt idx="4053">MOVIE</cx:pt>
          <cx:pt idx="4054">MOVIE</cx:pt>
          <cx:pt idx="4055">SHOW</cx:pt>
          <cx:pt idx="4056">MOVIE</cx:pt>
          <cx:pt idx="4057">MOVIE</cx:pt>
          <cx:pt idx="4058">SHOW</cx:pt>
          <cx:pt idx="4059">MOVIE</cx:pt>
          <cx:pt idx="4060">MOVIE</cx:pt>
          <cx:pt idx="4061">MOVIE</cx:pt>
          <cx:pt idx="4062">MOVIE</cx:pt>
          <cx:pt idx="4063">MOVIE</cx:pt>
          <cx:pt idx="4064">MOVIE</cx:pt>
          <cx:pt idx="4065">MOVIE</cx:pt>
          <cx:pt idx="4066">MOVIE</cx:pt>
          <cx:pt idx="4067">MOVIE</cx:pt>
          <cx:pt idx="4068">MOVIE</cx:pt>
          <cx:pt idx="4069">SHOW</cx:pt>
          <cx:pt idx="4070">SHOW</cx:pt>
          <cx:pt idx="4071">MOVIE</cx:pt>
          <cx:pt idx="4072">MOVIE</cx:pt>
          <cx:pt idx="4073">MOVIE</cx:pt>
          <cx:pt idx="4074">MOVIE</cx:pt>
          <cx:pt idx="4075">MOVIE</cx:pt>
          <cx:pt idx="4076">MOVIE</cx:pt>
          <cx:pt idx="4077">MOVIE</cx:pt>
          <cx:pt idx="4078">MOVIE</cx:pt>
          <cx:pt idx="4079">MOVIE</cx:pt>
          <cx:pt idx="4080">MOVIE</cx:pt>
          <cx:pt idx="4081">SHOW</cx:pt>
          <cx:pt idx="4082">MOVIE</cx:pt>
          <cx:pt idx="4083">MOVIE</cx:pt>
          <cx:pt idx="4084">SHOW</cx:pt>
          <cx:pt idx="4085">MOVIE</cx:pt>
          <cx:pt idx="4086">MOVIE</cx:pt>
          <cx:pt idx="4087">MOVIE</cx:pt>
          <cx:pt idx="4088">SHOW</cx:pt>
          <cx:pt idx="4089">SHOW</cx:pt>
          <cx:pt idx="4090">MOVIE</cx:pt>
          <cx:pt idx="4091">MOVIE</cx:pt>
          <cx:pt idx="4092">MOVIE</cx:pt>
          <cx:pt idx="4093">SHOW</cx:pt>
          <cx:pt idx="4094">MOVIE</cx:pt>
          <cx:pt idx="4095">SHOW</cx:pt>
          <cx:pt idx="4096">MOVIE</cx:pt>
          <cx:pt idx="4097">SHOW</cx:pt>
          <cx:pt idx="4098">MOVIE</cx:pt>
          <cx:pt idx="4099">MOVIE</cx:pt>
          <cx:pt idx="4100">MOVIE</cx:pt>
          <cx:pt idx="4101">MOVIE</cx:pt>
          <cx:pt idx="4102">MOVIE</cx:pt>
          <cx:pt idx="4103">MOVIE</cx:pt>
          <cx:pt idx="4104">MOVIE</cx:pt>
          <cx:pt idx="4105">MOVIE</cx:pt>
          <cx:pt idx="4106">MOVIE</cx:pt>
          <cx:pt idx="4107">MOVIE</cx:pt>
          <cx:pt idx="4108">MOVIE</cx:pt>
          <cx:pt idx="4109">MOVIE</cx:pt>
          <cx:pt idx="4110">MOVIE</cx:pt>
          <cx:pt idx="4111">MOVIE</cx:pt>
          <cx:pt idx="4112">MOVIE</cx:pt>
          <cx:pt idx="4113">MOVIE</cx:pt>
          <cx:pt idx="4114">MOVIE</cx:pt>
          <cx:pt idx="4115">SHOW</cx:pt>
          <cx:pt idx="4116">MOVIE</cx:pt>
          <cx:pt idx="4117">MOVIE</cx:pt>
          <cx:pt idx="4118">MOVIE</cx:pt>
          <cx:pt idx="4119">MOVIE</cx:pt>
          <cx:pt idx="4120">MOVIE</cx:pt>
          <cx:pt idx="4121">MOVIE</cx:pt>
          <cx:pt idx="4122">MOVIE</cx:pt>
          <cx:pt idx="4123">MOVIE</cx:pt>
          <cx:pt idx="4124">MOVIE</cx:pt>
          <cx:pt idx="4125">MOVIE</cx:pt>
          <cx:pt idx="4126">SHOW</cx:pt>
          <cx:pt idx="4127">MOVIE</cx:pt>
          <cx:pt idx="4128">MOVIE</cx:pt>
          <cx:pt idx="4129">MOVIE</cx:pt>
          <cx:pt idx="4130">SHOW</cx:pt>
          <cx:pt idx="4131">MOVIE</cx:pt>
          <cx:pt idx="4132">MOVIE</cx:pt>
          <cx:pt idx="4133">MOVIE</cx:pt>
          <cx:pt idx="4134">MOVIE</cx:pt>
          <cx:pt idx="4135">MOVIE</cx:pt>
          <cx:pt idx="4136">MOVIE</cx:pt>
          <cx:pt idx="4137">MOVIE</cx:pt>
          <cx:pt idx="4138">MOVIE</cx:pt>
          <cx:pt idx="4139">MOVIE</cx:pt>
          <cx:pt idx="4140">MOVIE</cx:pt>
          <cx:pt idx="4141">MOVIE</cx:pt>
          <cx:pt idx="4142">MOVIE</cx:pt>
          <cx:pt idx="4143">MOVIE</cx:pt>
          <cx:pt idx="4144">MOVIE</cx:pt>
          <cx:pt idx="4145">MOVIE</cx:pt>
          <cx:pt idx="4146">SHOW</cx:pt>
          <cx:pt idx="4147">MOVIE</cx:pt>
          <cx:pt idx="4148">MOVIE</cx:pt>
          <cx:pt idx="4149">MOVIE</cx:pt>
          <cx:pt idx="4150">MOVIE</cx:pt>
          <cx:pt idx="4151">SHOW</cx:pt>
          <cx:pt idx="4152">MOVIE</cx:pt>
          <cx:pt idx="4153">SHOW</cx:pt>
          <cx:pt idx="4154">MOVIE</cx:pt>
          <cx:pt idx="4155">MOVIE</cx:pt>
          <cx:pt idx="4156">MOVIE</cx:pt>
          <cx:pt idx="4157">MOVIE</cx:pt>
          <cx:pt idx="4158">MOVIE</cx:pt>
          <cx:pt idx="4159">MOVIE</cx:pt>
          <cx:pt idx="4160">MOVIE</cx:pt>
          <cx:pt idx="4161">MOVIE</cx:pt>
          <cx:pt idx="4162">MOVIE</cx:pt>
          <cx:pt idx="4163">SHOW</cx:pt>
          <cx:pt idx="4164">MOVIE</cx:pt>
          <cx:pt idx="4165">SHOW</cx:pt>
          <cx:pt idx="4166">MOVIE</cx:pt>
          <cx:pt idx="4167">MOVIE</cx:pt>
          <cx:pt idx="4168">MOVIE</cx:pt>
          <cx:pt idx="4169">SHOW</cx:pt>
          <cx:pt idx="4170">MOVIE</cx:pt>
          <cx:pt idx="4171">SHOW</cx:pt>
          <cx:pt idx="4172">MOVIE</cx:pt>
          <cx:pt idx="4173">MOVIE</cx:pt>
          <cx:pt idx="4174">MOVIE</cx:pt>
          <cx:pt idx="4175">MOVIE</cx:pt>
          <cx:pt idx="4176">MOVIE</cx:pt>
          <cx:pt idx="4177">MOVIE</cx:pt>
          <cx:pt idx="4178">MOVIE</cx:pt>
          <cx:pt idx="4179">MOVIE</cx:pt>
          <cx:pt idx="4180">MOVIE</cx:pt>
          <cx:pt idx="4181">MOVIE</cx:pt>
          <cx:pt idx="4182">SHOW</cx:pt>
          <cx:pt idx="4183">MOVIE</cx:pt>
          <cx:pt idx="4184">SHOW</cx:pt>
          <cx:pt idx="4185">MOVIE</cx:pt>
          <cx:pt idx="4186">SHOW</cx:pt>
          <cx:pt idx="4187">SHOW</cx:pt>
          <cx:pt idx="4188">MOVIE</cx:pt>
          <cx:pt idx="4189">MOVIE</cx:pt>
          <cx:pt idx="4190">MOVIE</cx:pt>
          <cx:pt idx="4191">MOVIE</cx:pt>
          <cx:pt idx="4192">MOVIE</cx:pt>
          <cx:pt idx="4193">SHOW</cx:pt>
          <cx:pt idx="4194">SHOW</cx:pt>
          <cx:pt idx="4195">MOVIE</cx:pt>
          <cx:pt idx="4196">MOVIE</cx:pt>
          <cx:pt idx="4197">MOVIE</cx:pt>
          <cx:pt idx="4198">MOVIE</cx:pt>
          <cx:pt idx="4199">MOVIE</cx:pt>
          <cx:pt idx="4200">MOVIE</cx:pt>
          <cx:pt idx="4201">MOVIE</cx:pt>
          <cx:pt idx="4202">MOVIE</cx:pt>
          <cx:pt idx="4203">SHOW</cx:pt>
          <cx:pt idx="4204">MOVIE</cx:pt>
          <cx:pt idx="4205">MOVIE</cx:pt>
          <cx:pt idx="4206">MOVIE</cx:pt>
          <cx:pt idx="4207">MOVIE</cx:pt>
          <cx:pt idx="4208">MOVIE</cx:pt>
          <cx:pt idx="4209">MOVIE</cx:pt>
          <cx:pt idx="4210">MOVIE</cx:pt>
          <cx:pt idx="4211">MOVIE</cx:pt>
          <cx:pt idx="4212">MOVIE</cx:pt>
          <cx:pt idx="4213">MOVIE</cx:pt>
          <cx:pt idx="4214">MOVIE</cx:pt>
          <cx:pt idx="4215">MOVIE</cx:pt>
          <cx:pt idx="4216">MOVIE</cx:pt>
          <cx:pt idx="4217">MOVIE</cx:pt>
          <cx:pt idx="4218">SHOW</cx:pt>
          <cx:pt idx="4219">MOVIE</cx:pt>
          <cx:pt idx="4220">MOVIE</cx:pt>
          <cx:pt idx="4221">MOVIE</cx:pt>
          <cx:pt idx="4222">MOVIE</cx:pt>
          <cx:pt idx="4223">MOVIE</cx:pt>
          <cx:pt idx="4224">MOVIE</cx:pt>
          <cx:pt idx="4225">MOVIE</cx:pt>
          <cx:pt idx="4226">MOVIE</cx:pt>
          <cx:pt idx="4227">SHOW</cx:pt>
          <cx:pt idx="4228">MOVIE</cx:pt>
          <cx:pt idx="4229">MOVIE</cx:pt>
          <cx:pt idx="4230">MOVIE</cx:pt>
          <cx:pt idx="4231">MOVIE</cx:pt>
          <cx:pt idx="4232">MOVIE</cx:pt>
          <cx:pt idx="4233">MOVIE</cx:pt>
          <cx:pt idx="4234">MOVIE</cx:pt>
          <cx:pt idx="4235">MOVIE</cx:pt>
          <cx:pt idx="4236">MOVIE</cx:pt>
          <cx:pt idx="4237">MOVIE</cx:pt>
          <cx:pt idx="4238">MOVIE</cx:pt>
          <cx:pt idx="4239">MOVIE</cx:pt>
          <cx:pt idx="4240">MOVIE</cx:pt>
          <cx:pt idx="4241">MOVIE</cx:pt>
          <cx:pt idx="4242">MOVIE</cx:pt>
          <cx:pt idx="4243">MOVIE</cx:pt>
          <cx:pt idx="4244">MOVIE</cx:pt>
          <cx:pt idx="4245">MOVIE</cx:pt>
          <cx:pt idx="4246">SHOW</cx:pt>
          <cx:pt idx="4247">SHOW</cx:pt>
          <cx:pt idx="4248">MOVIE</cx:pt>
          <cx:pt idx="4249">MOVIE</cx:pt>
          <cx:pt idx="4250">SHOW</cx:pt>
          <cx:pt idx="4251">SHOW</cx:pt>
          <cx:pt idx="4252">MOVIE</cx:pt>
          <cx:pt idx="4253">MOVIE</cx:pt>
          <cx:pt idx="4254">SHOW</cx:pt>
          <cx:pt idx="4255">MOVIE</cx:pt>
          <cx:pt idx="4256">SHOW</cx:pt>
          <cx:pt idx="4257">MOVIE</cx:pt>
          <cx:pt idx="4258">SHOW</cx:pt>
          <cx:pt idx="4259">MOVIE</cx:pt>
          <cx:pt idx="4260">MOVIE</cx:pt>
          <cx:pt idx="4261">MOVIE</cx:pt>
          <cx:pt idx="4262">SHOW</cx:pt>
          <cx:pt idx="4263">MOVIE</cx:pt>
          <cx:pt idx="4264">MOVIE</cx:pt>
          <cx:pt idx="4265">MOVIE</cx:pt>
          <cx:pt idx="4266">MOVIE</cx:pt>
          <cx:pt idx="4267">MOVIE</cx:pt>
          <cx:pt idx="4268">MOVIE</cx:pt>
          <cx:pt idx="4269">MOVIE</cx:pt>
          <cx:pt idx="4270">MOVIE</cx:pt>
          <cx:pt idx="4271">MOVIE</cx:pt>
          <cx:pt idx="4272">SHOW</cx:pt>
          <cx:pt idx="4273">MOVIE</cx:pt>
          <cx:pt idx="4274">MOVIE</cx:pt>
          <cx:pt idx="4275">MOVIE</cx:pt>
          <cx:pt idx="4276">MOVIE</cx:pt>
          <cx:pt idx="4277">MOVIE</cx:pt>
          <cx:pt idx="4278">MOVIE</cx:pt>
          <cx:pt idx="4279">MOVIE</cx:pt>
          <cx:pt idx="4280">MOVIE</cx:pt>
          <cx:pt idx="4281">MOVIE</cx:pt>
          <cx:pt idx="4282">MOVIE</cx:pt>
          <cx:pt idx="4283">MOVIE</cx:pt>
          <cx:pt idx="4284">MOVIE</cx:pt>
          <cx:pt idx="4285">MOVIE</cx:pt>
          <cx:pt idx="4286">MOVIE</cx:pt>
          <cx:pt idx="4287">MOVIE</cx:pt>
          <cx:pt idx="4288">SHOW</cx:pt>
          <cx:pt idx="4289">SHOW</cx:pt>
          <cx:pt idx="4290">SHOW</cx:pt>
          <cx:pt idx="4291">SHOW</cx:pt>
          <cx:pt idx="4292">SHOW</cx:pt>
          <cx:pt idx="4293">SHOW</cx:pt>
          <cx:pt idx="4294">MOVIE</cx:pt>
          <cx:pt idx="4295">MOVIE</cx:pt>
          <cx:pt idx="4296">MOVIE</cx:pt>
          <cx:pt idx="4297">SHOW</cx:pt>
          <cx:pt idx="4298">MOVIE</cx:pt>
          <cx:pt idx="4299">MOVIE</cx:pt>
          <cx:pt idx="4300">SHOW</cx:pt>
          <cx:pt idx="4301">MOVIE</cx:pt>
          <cx:pt idx="4302">MOVIE</cx:pt>
          <cx:pt idx="4303">SHOW</cx:pt>
          <cx:pt idx="4304">SHOW</cx:pt>
          <cx:pt idx="4305">SHOW</cx:pt>
          <cx:pt idx="4306">MOVIE</cx:pt>
          <cx:pt idx="4307">MOVIE</cx:pt>
          <cx:pt idx="4308">SHOW</cx:pt>
          <cx:pt idx="4309">SHOW</cx:pt>
          <cx:pt idx="4310">SHOW</cx:pt>
          <cx:pt idx="4311">MOVIE</cx:pt>
          <cx:pt idx="4312">SHOW</cx:pt>
          <cx:pt idx="4313">SHOW</cx:pt>
          <cx:pt idx="4314">SHOW</cx:pt>
          <cx:pt idx="4315">MOVIE</cx:pt>
          <cx:pt idx="4316">SHOW</cx:pt>
          <cx:pt idx="4317">SHOW</cx:pt>
          <cx:pt idx="4318">SHOW</cx:pt>
          <cx:pt idx="4319">MOVIE</cx:pt>
          <cx:pt idx="4320">SHOW</cx:pt>
          <cx:pt idx="4321">SHOW</cx:pt>
          <cx:pt idx="4322">MOVIE</cx:pt>
          <cx:pt idx="4323">MOVIE</cx:pt>
          <cx:pt idx="4324">SHOW</cx:pt>
          <cx:pt idx="4325">MOVIE</cx:pt>
          <cx:pt idx="4326">MOVIE</cx:pt>
          <cx:pt idx="4327">MOVIE</cx:pt>
          <cx:pt idx="4328">SHOW</cx:pt>
          <cx:pt idx="4329">MOVIE</cx:pt>
          <cx:pt idx="4330">MOVIE</cx:pt>
          <cx:pt idx="4331">SHOW</cx:pt>
          <cx:pt idx="4332">SHOW</cx:pt>
          <cx:pt idx="4333">SHOW</cx:pt>
          <cx:pt idx="4334">SHOW</cx:pt>
          <cx:pt idx="4335">SHOW</cx:pt>
          <cx:pt idx="4336">SHOW</cx:pt>
          <cx:pt idx="4337">MOVIE</cx:pt>
          <cx:pt idx="4338">MOVIE</cx:pt>
          <cx:pt idx="4339">MOVIE</cx:pt>
          <cx:pt idx="4340">SHOW</cx:pt>
          <cx:pt idx="4341">SHOW</cx:pt>
          <cx:pt idx="4342">SHOW</cx:pt>
          <cx:pt idx="4343">SHOW</cx:pt>
          <cx:pt idx="4344">MOVIE</cx:pt>
          <cx:pt idx="4345">MOVIE</cx:pt>
          <cx:pt idx="4346">MOVIE</cx:pt>
          <cx:pt idx="4347">SHOW</cx:pt>
          <cx:pt idx="4348">MOVIE</cx:pt>
          <cx:pt idx="4349">SHOW</cx:pt>
          <cx:pt idx="4350">MOVIE</cx:pt>
          <cx:pt idx="4351">SHOW</cx:pt>
          <cx:pt idx="4352">MOVIE</cx:pt>
          <cx:pt idx="4353">MOVIE</cx:pt>
          <cx:pt idx="4354">SHOW</cx:pt>
          <cx:pt idx="4355">MOVIE</cx:pt>
          <cx:pt idx="4356">MOVIE</cx:pt>
          <cx:pt idx="4357">MOVIE</cx:pt>
          <cx:pt idx="4358">SHOW</cx:pt>
          <cx:pt idx="4359">MOVIE</cx:pt>
          <cx:pt idx="4360">MOVIE</cx:pt>
          <cx:pt idx="4361">MOVIE</cx:pt>
          <cx:pt idx="4362">MOVIE</cx:pt>
          <cx:pt idx="4363">SHOW</cx:pt>
          <cx:pt idx="4364">SHOW</cx:pt>
          <cx:pt idx="4365">MOVIE</cx:pt>
          <cx:pt idx="4366">SHOW</cx:pt>
          <cx:pt idx="4367">SHOW</cx:pt>
          <cx:pt idx="4368">SHOW</cx:pt>
          <cx:pt idx="4369">SHOW</cx:pt>
          <cx:pt idx="4370">MOVIE</cx:pt>
          <cx:pt idx="4371">SHOW</cx:pt>
          <cx:pt idx="4372">SHOW</cx:pt>
          <cx:pt idx="4373">SHOW</cx:pt>
          <cx:pt idx="4374">MOVIE</cx:pt>
          <cx:pt idx="4375">SHOW</cx:pt>
          <cx:pt idx="4376">MOVIE</cx:pt>
          <cx:pt idx="4377">MOVIE</cx:pt>
          <cx:pt idx="4378">MOVIE</cx:pt>
          <cx:pt idx="4379">SHOW</cx:pt>
          <cx:pt idx="4380">SHOW</cx:pt>
          <cx:pt idx="4381">SHOW</cx:pt>
          <cx:pt idx="4382">MOVIE</cx:pt>
          <cx:pt idx="4383">MOVIE</cx:pt>
          <cx:pt idx="4384">MOVIE</cx:pt>
          <cx:pt idx="4385">MOVIE</cx:pt>
          <cx:pt idx="4386">SHOW</cx:pt>
          <cx:pt idx="4387">MOVIE</cx:pt>
          <cx:pt idx="4388">SHOW</cx:pt>
          <cx:pt idx="4389">MOVIE</cx:pt>
          <cx:pt idx="4390">MOVIE</cx:pt>
          <cx:pt idx="4391">SHOW</cx:pt>
          <cx:pt idx="4392">SHOW</cx:pt>
          <cx:pt idx="4393">SHOW</cx:pt>
          <cx:pt idx="4394">MOVIE</cx:pt>
          <cx:pt idx="4395">SHOW</cx:pt>
          <cx:pt idx="4396">SHOW</cx:pt>
          <cx:pt idx="4397">MOVIE</cx:pt>
          <cx:pt idx="4398">SHOW</cx:pt>
          <cx:pt idx="4399">MOVIE</cx:pt>
          <cx:pt idx="4400">MOVIE</cx:pt>
          <cx:pt idx="4401">SHOW</cx:pt>
          <cx:pt idx="4402">SHOW</cx:pt>
          <cx:pt idx="4403">SHOW</cx:pt>
          <cx:pt idx="4404">MOVIE</cx:pt>
          <cx:pt idx="4405">SHOW</cx:pt>
          <cx:pt idx="4406">SHOW</cx:pt>
          <cx:pt idx="4407">SHOW</cx:pt>
          <cx:pt idx="4408">MOVIE</cx:pt>
          <cx:pt idx="4409">MOVIE</cx:pt>
          <cx:pt idx="4410">SHOW</cx:pt>
          <cx:pt idx="4411">MOVIE</cx:pt>
          <cx:pt idx="4412">MOVIE</cx:pt>
          <cx:pt idx="4413">SHOW</cx:pt>
          <cx:pt idx="4414">SHOW</cx:pt>
          <cx:pt idx="4415">SHOW</cx:pt>
          <cx:pt idx="4416">SHOW</cx:pt>
          <cx:pt idx="4417">SHOW</cx:pt>
          <cx:pt idx="4418">MOVIE</cx:pt>
          <cx:pt idx="4419">MOVIE</cx:pt>
          <cx:pt idx="4420">SHOW</cx:pt>
          <cx:pt idx="4421">MOVIE</cx:pt>
          <cx:pt idx="4422">SHOW</cx:pt>
          <cx:pt idx="4423">MOVIE</cx:pt>
          <cx:pt idx="4424">MOVIE</cx:pt>
          <cx:pt idx="4425">MOVIE</cx:pt>
          <cx:pt idx="4426">MOVIE</cx:pt>
          <cx:pt idx="4427">MOVIE</cx:pt>
          <cx:pt idx="4428">SHOW</cx:pt>
          <cx:pt idx="4429">MOVIE</cx:pt>
          <cx:pt idx="4430">SHOW</cx:pt>
          <cx:pt idx="4431">MOVIE</cx:pt>
          <cx:pt idx="4432">MOVIE</cx:pt>
          <cx:pt idx="4433">SHOW</cx:pt>
          <cx:pt idx="4434">SHOW</cx:pt>
          <cx:pt idx="4435">MOVIE</cx:pt>
          <cx:pt idx="4436">SHOW</cx:pt>
          <cx:pt idx="4437">MOVIE</cx:pt>
          <cx:pt idx="4438">SHOW</cx:pt>
          <cx:pt idx="4439">MOVIE</cx:pt>
          <cx:pt idx="4440">MOVIE</cx:pt>
          <cx:pt idx="4441">SHOW</cx:pt>
          <cx:pt idx="4442">MOVIE</cx:pt>
          <cx:pt idx="4443">SHOW</cx:pt>
          <cx:pt idx="4444">SHOW</cx:pt>
          <cx:pt idx="4445">SHOW</cx:pt>
          <cx:pt idx="4446">MOVIE</cx:pt>
          <cx:pt idx="4447">SHOW</cx:pt>
          <cx:pt idx="4448">MOVIE</cx:pt>
          <cx:pt idx="4449">SHOW</cx:pt>
          <cx:pt idx="4450">SHOW</cx:pt>
          <cx:pt idx="4451">SHOW</cx:pt>
          <cx:pt idx="4452">MOVIE</cx:pt>
          <cx:pt idx="4453">MOVIE</cx:pt>
          <cx:pt idx="4454">MOVIE</cx:pt>
          <cx:pt idx="4455">MOVIE</cx:pt>
          <cx:pt idx="4456">SHOW</cx:pt>
          <cx:pt idx="4457">MOVIE</cx:pt>
          <cx:pt idx="4458">MOVIE</cx:pt>
          <cx:pt idx="4459">MOVIE</cx:pt>
          <cx:pt idx="4460">SHOW</cx:pt>
          <cx:pt idx="4461">MOVIE</cx:pt>
          <cx:pt idx="4462">MOVIE</cx:pt>
          <cx:pt idx="4463">MOVIE</cx:pt>
          <cx:pt idx="4464">SHOW</cx:pt>
          <cx:pt idx="4465">SHOW</cx:pt>
          <cx:pt idx="4466">MOVIE</cx:pt>
          <cx:pt idx="4467">MOVIE</cx:pt>
          <cx:pt idx="4468">SHOW</cx:pt>
          <cx:pt idx="4469">MOVIE</cx:pt>
          <cx:pt idx="4470">MOVIE</cx:pt>
          <cx:pt idx="4471">MOVIE</cx:pt>
          <cx:pt idx="4472">MOVIE</cx:pt>
          <cx:pt idx="4473">MOVIE</cx:pt>
          <cx:pt idx="4474">MOVIE</cx:pt>
          <cx:pt idx="4475">SHOW</cx:pt>
          <cx:pt idx="4476">SHOW</cx:pt>
          <cx:pt idx="4477">MOVIE</cx:pt>
          <cx:pt idx="4478">SHOW</cx:pt>
          <cx:pt idx="4479">MOVIE</cx:pt>
          <cx:pt idx="4480">SHOW</cx:pt>
          <cx:pt idx="4481">SHOW</cx:pt>
          <cx:pt idx="4482">MOVIE</cx:pt>
          <cx:pt idx="4483">MOVIE</cx:pt>
          <cx:pt idx="4484">MOVIE</cx:pt>
          <cx:pt idx="4485">SHOW</cx:pt>
          <cx:pt idx="4486">MOVIE</cx:pt>
          <cx:pt idx="4487">SHOW</cx:pt>
          <cx:pt idx="4488">SHOW</cx:pt>
          <cx:pt idx="4489">MOVIE</cx:pt>
          <cx:pt idx="4490">MOVIE</cx:pt>
          <cx:pt idx="4491">MOVIE</cx:pt>
          <cx:pt idx="4492">MOVIE</cx:pt>
          <cx:pt idx="4493">SHOW</cx:pt>
          <cx:pt idx="4494">MOVIE</cx:pt>
          <cx:pt idx="4495">MOVIE</cx:pt>
          <cx:pt idx="4496">MOVIE</cx:pt>
          <cx:pt idx="4497">MOVIE</cx:pt>
          <cx:pt idx="4498">MOVIE</cx:pt>
          <cx:pt idx="4499">SHOW</cx:pt>
          <cx:pt idx="4500">SHOW</cx:pt>
          <cx:pt idx="4501">MOVIE</cx:pt>
          <cx:pt idx="4502">SHOW</cx:pt>
          <cx:pt idx="4503">SHOW</cx:pt>
          <cx:pt idx="4504">SHOW</cx:pt>
          <cx:pt idx="4505">SHOW</cx:pt>
          <cx:pt idx="4506">SHOW</cx:pt>
          <cx:pt idx="4507">MOVIE</cx:pt>
          <cx:pt idx="4508">MOVIE</cx:pt>
          <cx:pt idx="4509">MOVIE</cx:pt>
          <cx:pt idx="4510">MOVIE</cx:pt>
          <cx:pt idx="4511">MOVIE</cx:pt>
          <cx:pt idx="4512">SHOW</cx:pt>
          <cx:pt idx="4513">SHOW</cx:pt>
          <cx:pt idx="4514">SHOW</cx:pt>
          <cx:pt idx="4515">MOVIE</cx:pt>
          <cx:pt idx="4516">MOVIE</cx:pt>
          <cx:pt idx="4517">MOVIE</cx:pt>
          <cx:pt idx="4518">MOVIE</cx:pt>
          <cx:pt idx="4519">MOVIE</cx:pt>
          <cx:pt idx="4520">SHOW</cx:pt>
          <cx:pt idx="4521">MOVIE</cx:pt>
          <cx:pt idx="4522">SHOW</cx:pt>
          <cx:pt idx="4523">MOVIE</cx:pt>
          <cx:pt idx="4524">MOVIE</cx:pt>
          <cx:pt idx="4525">MOVIE</cx:pt>
          <cx:pt idx="4526">MOVIE</cx:pt>
          <cx:pt idx="4527">SHOW</cx:pt>
          <cx:pt idx="4528">SHOW</cx:pt>
          <cx:pt idx="4529">MOVIE</cx:pt>
          <cx:pt idx="4530">SHOW</cx:pt>
          <cx:pt idx="4531">MOVIE</cx:pt>
          <cx:pt idx="4532">MOVIE</cx:pt>
          <cx:pt idx="4533">SHOW</cx:pt>
          <cx:pt idx="4534">SHOW</cx:pt>
          <cx:pt idx="4535">MOVIE</cx:pt>
          <cx:pt idx="4536">SHOW</cx:pt>
          <cx:pt idx="4537">MOVIE</cx:pt>
          <cx:pt idx="4538">MOVIE</cx:pt>
          <cx:pt idx="4539">MOVIE</cx:pt>
          <cx:pt idx="4540">MOVIE</cx:pt>
          <cx:pt idx="4541">SHOW</cx:pt>
          <cx:pt idx="4542">MOVIE</cx:pt>
          <cx:pt idx="4543">SHOW</cx:pt>
          <cx:pt idx="4544">SHOW</cx:pt>
          <cx:pt idx="4545">SHOW</cx:pt>
          <cx:pt idx="4546">MOVIE</cx:pt>
          <cx:pt idx="4547">SHOW</cx:pt>
          <cx:pt idx="4548">MOVIE</cx:pt>
          <cx:pt idx="4549">SHOW</cx:pt>
          <cx:pt idx="4550">SHOW</cx:pt>
          <cx:pt idx="4551">MOVIE</cx:pt>
          <cx:pt idx="4552">MOVIE</cx:pt>
          <cx:pt idx="4553">MOVIE</cx:pt>
          <cx:pt idx="4554">MOVIE</cx:pt>
          <cx:pt idx="4555">MOVIE</cx:pt>
          <cx:pt idx="4556">MOVIE</cx:pt>
          <cx:pt idx="4557">SHOW</cx:pt>
          <cx:pt idx="4558">SHOW</cx:pt>
          <cx:pt idx="4559">SHOW</cx:pt>
          <cx:pt idx="4560">MOVIE</cx:pt>
          <cx:pt idx="4561">SHOW</cx:pt>
          <cx:pt idx="4562">SHOW</cx:pt>
          <cx:pt idx="4563">SHOW</cx:pt>
          <cx:pt idx="4564">MOVIE</cx:pt>
          <cx:pt idx="4565">SHOW</cx:pt>
          <cx:pt idx="4566">SHOW</cx:pt>
          <cx:pt idx="4567">MOVIE</cx:pt>
          <cx:pt idx="4568">MOVIE</cx:pt>
          <cx:pt idx="4569">MOVIE</cx:pt>
          <cx:pt idx="4570">SHOW</cx:pt>
          <cx:pt idx="4571">MOVIE</cx:pt>
          <cx:pt idx="4572">SHOW</cx:pt>
          <cx:pt idx="4573">MOVIE</cx:pt>
          <cx:pt idx="4574">SHOW</cx:pt>
          <cx:pt idx="4575">SHOW</cx:pt>
          <cx:pt idx="4576">SHOW</cx:pt>
          <cx:pt idx="4577">SHOW</cx:pt>
          <cx:pt idx="4578">SHOW</cx:pt>
          <cx:pt idx="4579">SHOW</cx:pt>
          <cx:pt idx="4580">MOVIE</cx:pt>
          <cx:pt idx="4581">MOVIE</cx:pt>
          <cx:pt idx="4582">MOVIE</cx:pt>
          <cx:pt idx="4583">SHOW</cx:pt>
          <cx:pt idx="4584">MOVIE</cx:pt>
          <cx:pt idx="4585">MOVIE</cx:pt>
          <cx:pt idx="4586">SHOW</cx:pt>
          <cx:pt idx="4587">SHOW</cx:pt>
          <cx:pt idx="4588">MOVIE</cx:pt>
          <cx:pt idx="4589">SHOW</cx:pt>
          <cx:pt idx="4590">MOVIE</cx:pt>
          <cx:pt idx="4591">MOVIE</cx:pt>
          <cx:pt idx="4592">MOVIE</cx:pt>
          <cx:pt idx="4593">SHOW</cx:pt>
          <cx:pt idx="4594">SHOW</cx:pt>
          <cx:pt idx="4595">MOVIE</cx:pt>
          <cx:pt idx="4596">MOVIE</cx:pt>
          <cx:pt idx="4597">SHOW</cx:pt>
          <cx:pt idx="4598">MOVIE</cx:pt>
          <cx:pt idx="4599">MOVIE</cx:pt>
          <cx:pt idx="4600">SHOW</cx:pt>
          <cx:pt idx="4601">SHOW</cx:pt>
          <cx:pt idx="4602">MOVIE</cx:pt>
          <cx:pt idx="4603">MOVIE</cx:pt>
          <cx:pt idx="4604">SHOW</cx:pt>
          <cx:pt idx="4605">MOVIE</cx:pt>
          <cx:pt idx="4606">SHOW</cx:pt>
          <cx:pt idx="4607">MOVIE</cx:pt>
          <cx:pt idx="4608">SHOW</cx:pt>
          <cx:pt idx="4609">MOVIE</cx:pt>
          <cx:pt idx="4610">SHOW</cx:pt>
          <cx:pt idx="4611">MOVIE</cx:pt>
          <cx:pt idx="4612">SHOW</cx:pt>
          <cx:pt idx="4613">MOVIE</cx:pt>
          <cx:pt idx="4614">SHOW</cx:pt>
          <cx:pt idx="4615">MOVIE</cx:pt>
          <cx:pt idx="4616">SHOW</cx:pt>
          <cx:pt idx="4617">SHOW</cx:pt>
          <cx:pt idx="4618">MOVIE</cx:pt>
          <cx:pt idx="4619">MOVIE</cx:pt>
          <cx:pt idx="4620">SHOW</cx:pt>
          <cx:pt idx="4621">MOVIE</cx:pt>
          <cx:pt idx="4622">SHOW</cx:pt>
          <cx:pt idx="4623">MOVIE</cx:pt>
          <cx:pt idx="4624">MOVIE</cx:pt>
          <cx:pt idx="4625">MOVIE</cx:pt>
          <cx:pt idx="4626">MOVIE</cx:pt>
          <cx:pt idx="4627">MOVIE</cx:pt>
          <cx:pt idx="4628">MOVIE</cx:pt>
          <cx:pt idx="4629">SHOW</cx:pt>
          <cx:pt idx="4630">MOVIE</cx:pt>
          <cx:pt idx="4631">SHOW</cx:pt>
          <cx:pt idx="4632">MOVIE</cx:pt>
          <cx:pt idx="4633">SHOW</cx:pt>
          <cx:pt idx="4634">SHOW</cx:pt>
          <cx:pt idx="4635">SHOW</cx:pt>
          <cx:pt idx="4636">MOVIE</cx:pt>
          <cx:pt idx="4637">SHOW</cx:pt>
          <cx:pt idx="4638">SHOW</cx:pt>
          <cx:pt idx="4639">MOVIE</cx:pt>
          <cx:pt idx="4640">SHOW</cx:pt>
          <cx:pt idx="4641">SHOW</cx:pt>
          <cx:pt idx="4642">SHOW</cx:pt>
          <cx:pt idx="4643">SHOW</cx:pt>
          <cx:pt idx="4644">MOVIE</cx:pt>
          <cx:pt idx="4645">MOVIE</cx:pt>
          <cx:pt idx="4646">MOVIE</cx:pt>
          <cx:pt idx="4647">SHOW</cx:pt>
          <cx:pt idx="4648">SHOW</cx:pt>
          <cx:pt idx="4649">SHOW</cx:pt>
          <cx:pt idx="4650">SHOW</cx:pt>
          <cx:pt idx="4651">SHOW</cx:pt>
          <cx:pt idx="4652">SHOW</cx:pt>
          <cx:pt idx="4653">MOVIE</cx:pt>
          <cx:pt idx="4654">SHOW</cx:pt>
          <cx:pt idx="4655">MOVIE</cx:pt>
          <cx:pt idx="4656">MOVIE</cx:pt>
          <cx:pt idx="4657">SHOW</cx:pt>
          <cx:pt idx="4658">SHOW</cx:pt>
          <cx:pt idx="4659">SHOW</cx:pt>
          <cx:pt idx="4660">SHOW</cx:pt>
          <cx:pt idx="4661">SHOW</cx:pt>
          <cx:pt idx="4662">SHOW</cx:pt>
          <cx:pt idx="4663">MOVIE</cx:pt>
          <cx:pt idx="4664">MOVIE</cx:pt>
          <cx:pt idx="4665">MOVIE</cx:pt>
          <cx:pt idx="4666">SHOW</cx:pt>
          <cx:pt idx="4667">SHOW</cx:pt>
          <cx:pt idx="4668">SHOW</cx:pt>
          <cx:pt idx="4669">SHOW</cx:pt>
          <cx:pt idx="4670">SHOW</cx:pt>
          <cx:pt idx="4671">SHOW</cx:pt>
          <cx:pt idx="4672">MOVIE</cx:pt>
          <cx:pt idx="4673">SHOW</cx:pt>
          <cx:pt idx="4674">SHOW</cx:pt>
          <cx:pt idx="4675">MOVIE</cx:pt>
          <cx:pt idx="4676">SHOW</cx:pt>
          <cx:pt idx="4677">SHOW</cx:pt>
          <cx:pt idx="4678">SHOW</cx:pt>
          <cx:pt idx="4679">MOVIE</cx:pt>
          <cx:pt idx="4680">MOVIE</cx:pt>
          <cx:pt idx="4681">SHOW</cx:pt>
          <cx:pt idx="4682">MOVIE</cx:pt>
          <cx:pt idx="4683">MOVIE</cx:pt>
          <cx:pt idx="4684">MOVIE</cx:pt>
          <cx:pt idx="4685">SHOW</cx:pt>
          <cx:pt idx="4686">SHOW</cx:pt>
          <cx:pt idx="4687">SHOW</cx:pt>
          <cx:pt idx="4688">MOVIE</cx:pt>
          <cx:pt idx="4689">MOVIE</cx:pt>
          <cx:pt idx="4690">MOVIE</cx:pt>
          <cx:pt idx="4691">SHOW</cx:pt>
          <cx:pt idx="4692">MOVIE</cx:pt>
          <cx:pt idx="4693">SHOW</cx:pt>
          <cx:pt idx="4694">SHOW</cx:pt>
          <cx:pt idx="4695">SHOW</cx:pt>
          <cx:pt idx="4696">MOVIE</cx:pt>
          <cx:pt idx="4697">MOVIE</cx:pt>
          <cx:pt idx="4698">MOVIE</cx:pt>
          <cx:pt idx="4699">MOVIE</cx:pt>
          <cx:pt idx="4700">SHOW</cx:pt>
          <cx:pt idx="4701">MOVIE</cx:pt>
          <cx:pt idx="4702">SHOW</cx:pt>
          <cx:pt idx="4703">MOVIE</cx:pt>
          <cx:pt idx="4704">SHOW</cx:pt>
          <cx:pt idx="4705">MOVIE</cx:pt>
          <cx:pt idx="4706">MOVIE</cx:pt>
          <cx:pt idx="4707">SHOW</cx:pt>
          <cx:pt idx="4708">SHOW</cx:pt>
          <cx:pt idx="4709">MOVIE</cx:pt>
          <cx:pt idx="4710">MOVIE</cx:pt>
          <cx:pt idx="4711">MOVIE</cx:pt>
          <cx:pt idx="4712">SHOW</cx:pt>
          <cx:pt idx="4713">MOVIE</cx:pt>
          <cx:pt idx="4714">SHOW</cx:pt>
          <cx:pt idx="4715">MOVIE</cx:pt>
          <cx:pt idx="4716">MOVIE</cx:pt>
          <cx:pt idx="4717">MOVIE</cx:pt>
          <cx:pt idx="4718">SHOW</cx:pt>
          <cx:pt idx="4719">SHOW</cx:pt>
          <cx:pt idx="4720">SHOW</cx:pt>
          <cx:pt idx="4721">SHOW</cx:pt>
          <cx:pt idx="4722">SHOW</cx:pt>
          <cx:pt idx="4723">MOVIE</cx:pt>
          <cx:pt idx="4724">SHOW</cx:pt>
          <cx:pt idx="4725">MOVIE</cx:pt>
          <cx:pt idx="4726">SHOW</cx:pt>
          <cx:pt idx="4727">SHOW</cx:pt>
          <cx:pt idx="4728">SHOW</cx:pt>
          <cx:pt idx="4729">MOVIE</cx:pt>
          <cx:pt idx="4730">MOVIE</cx:pt>
          <cx:pt idx="4731">MOVIE</cx:pt>
          <cx:pt idx="4732">SHOW</cx:pt>
          <cx:pt idx="4733">MOVIE</cx:pt>
          <cx:pt idx="4734">SHOW</cx:pt>
          <cx:pt idx="4735">SHOW</cx:pt>
          <cx:pt idx="4736">SHOW</cx:pt>
          <cx:pt idx="4737">MOVIE</cx:pt>
          <cx:pt idx="4738">SHOW</cx:pt>
          <cx:pt idx="4739">MOVIE</cx:pt>
          <cx:pt idx="4740">SHOW</cx:pt>
          <cx:pt idx="4741">SHOW</cx:pt>
          <cx:pt idx="4742">SHOW</cx:pt>
          <cx:pt idx="4743">MOVIE</cx:pt>
          <cx:pt idx="4744">SHOW</cx:pt>
          <cx:pt idx="4745">MOVIE</cx:pt>
          <cx:pt idx="4746">MOVIE</cx:pt>
          <cx:pt idx="4747">SHOW</cx:pt>
          <cx:pt idx="4748">MOVIE</cx:pt>
          <cx:pt idx="4749">SHOW</cx:pt>
          <cx:pt idx="4750">MOVIE</cx:pt>
          <cx:pt idx="4751">SHOW</cx:pt>
          <cx:pt idx="4752">SHOW</cx:pt>
          <cx:pt idx="4753">MOVIE</cx:pt>
          <cx:pt idx="4754">MOVIE</cx:pt>
          <cx:pt idx="4755">SHOW</cx:pt>
          <cx:pt idx="4756">MOVIE</cx:pt>
          <cx:pt idx="4757">MOVIE</cx:pt>
          <cx:pt idx="4758">MOVIE</cx:pt>
          <cx:pt idx="4759">MOVIE</cx:pt>
          <cx:pt idx="4760">SHOW</cx:pt>
          <cx:pt idx="4761">SHOW</cx:pt>
          <cx:pt idx="4762">SHOW</cx:pt>
          <cx:pt idx="4763">SHOW</cx:pt>
          <cx:pt idx="4764">MOVIE</cx:pt>
          <cx:pt idx="4765">SHOW</cx:pt>
          <cx:pt idx="4766">MOVIE</cx:pt>
          <cx:pt idx="4767">MOVIE</cx:pt>
          <cx:pt idx="4768">SHOW</cx:pt>
          <cx:pt idx="4769">SHOW</cx:pt>
          <cx:pt idx="4770">SHOW</cx:pt>
          <cx:pt idx="4771">SHOW</cx:pt>
          <cx:pt idx="4772">MOVIE</cx:pt>
          <cx:pt idx="4773">MOVIE</cx:pt>
          <cx:pt idx="4774">MOVIE</cx:pt>
          <cx:pt idx="4775">MOVIE</cx:pt>
          <cx:pt idx="4776">SHOW</cx:pt>
          <cx:pt idx="4777">SHOW</cx:pt>
          <cx:pt idx="4778">MOVIE</cx:pt>
          <cx:pt idx="4779">MOVIE</cx:pt>
          <cx:pt idx="4780">MOVIE</cx:pt>
          <cx:pt idx="4781">MOVIE</cx:pt>
          <cx:pt idx="4782">MOVIE</cx:pt>
          <cx:pt idx="4783">MOVIE</cx:pt>
          <cx:pt idx="4784">SHOW</cx:pt>
          <cx:pt idx="4785">SHOW</cx:pt>
          <cx:pt idx="4786">MOVIE</cx:pt>
          <cx:pt idx="4787">SHOW</cx:pt>
          <cx:pt idx="4788">MOVIE</cx:pt>
          <cx:pt idx="4789">MOVIE</cx:pt>
          <cx:pt idx="4790">SHOW</cx:pt>
          <cx:pt idx="4791">SHOW</cx:pt>
          <cx:pt idx="4792">SHOW</cx:pt>
          <cx:pt idx="4793">MOVIE</cx:pt>
          <cx:pt idx="4794">SHOW</cx:pt>
          <cx:pt idx="4795">SHOW</cx:pt>
          <cx:pt idx="4796">MOVIE</cx:pt>
          <cx:pt idx="4797">SHOW</cx:pt>
          <cx:pt idx="4798">SHOW</cx:pt>
          <cx:pt idx="4799">SHOW</cx:pt>
          <cx:pt idx="4800">SHOW</cx:pt>
          <cx:pt idx="4801">MOVIE</cx:pt>
          <cx:pt idx="4802">MOVIE</cx:pt>
          <cx:pt idx="4803">SHOW</cx:pt>
          <cx:pt idx="4804">MOVIE</cx:pt>
          <cx:pt idx="4805">SHOW</cx:pt>
          <cx:pt idx="4806">MOVIE</cx:pt>
          <cx:pt idx="4807">SHOW</cx:pt>
          <cx:pt idx="4808">MOVIE</cx:pt>
          <cx:pt idx="4809">MOVIE</cx:pt>
          <cx:pt idx="4810">SHOW</cx:pt>
          <cx:pt idx="4811">MOVIE</cx:pt>
          <cx:pt idx="4812">MOVIE</cx:pt>
          <cx:pt idx="4813">SHOW</cx:pt>
          <cx:pt idx="4814">SHOW</cx:pt>
          <cx:pt idx="4815">SHOW</cx:pt>
          <cx:pt idx="4816">SHOW</cx:pt>
          <cx:pt idx="4817">SHOW</cx:pt>
          <cx:pt idx="4818">SHOW</cx:pt>
          <cx:pt idx="4819">SHOW</cx:pt>
          <cx:pt idx="4820">SHOW</cx:pt>
          <cx:pt idx="4821">MOVIE</cx:pt>
          <cx:pt idx="4822">SHOW</cx:pt>
          <cx:pt idx="4823">MOVIE</cx:pt>
          <cx:pt idx="4824">SHOW</cx:pt>
          <cx:pt idx="4825">SHOW</cx:pt>
          <cx:pt idx="4826">SHOW</cx:pt>
          <cx:pt idx="4827">SHOW</cx:pt>
          <cx:pt idx="4828">MOVIE</cx:pt>
          <cx:pt idx="4829">SHOW</cx:pt>
          <cx:pt idx="4830">MOVIE</cx:pt>
          <cx:pt idx="4831">MOVIE</cx:pt>
          <cx:pt idx="4832">MOVIE</cx:pt>
          <cx:pt idx="4833">MOVIE</cx:pt>
          <cx:pt idx="4834">SHOW</cx:pt>
          <cx:pt idx="4835">MOVIE</cx:pt>
          <cx:pt idx="4836">MOVIE</cx:pt>
          <cx:pt idx="4837">SHOW</cx:pt>
          <cx:pt idx="4838">SHOW</cx:pt>
          <cx:pt idx="4839">MOVIE</cx:pt>
          <cx:pt idx="4840">MOVIE</cx:pt>
          <cx:pt idx="4841">SHOW</cx:pt>
          <cx:pt idx="4842">SHOW</cx:pt>
          <cx:pt idx="4843">MOVIE</cx:pt>
          <cx:pt idx="4844">MOVIE</cx:pt>
          <cx:pt idx="4845">MOVIE</cx:pt>
          <cx:pt idx="4846">MOVIE</cx:pt>
          <cx:pt idx="4847">MOVIE</cx:pt>
          <cx:pt idx="4848">MOVIE</cx:pt>
          <cx:pt idx="4849">MOVIE</cx:pt>
          <cx:pt idx="4850">SHOW</cx:pt>
          <cx:pt idx="4851">MOVIE</cx:pt>
          <cx:pt idx="4852">MOVIE</cx:pt>
          <cx:pt idx="4853">SHOW</cx:pt>
          <cx:pt idx="4854">SHOW</cx:pt>
          <cx:pt idx="4855">SHOW</cx:pt>
          <cx:pt idx="4856">MOVIE</cx:pt>
          <cx:pt idx="4857">SHOW</cx:pt>
          <cx:pt idx="4858">MOVIE</cx:pt>
          <cx:pt idx="4859">SHOW</cx:pt>
          <cx:pt idx="4860">MOVIE</cx:pt>
          <cx:pt idx="4861">MOVIE</cx:pt>
          <cx:pt idx="4862">MOVIE</cx:pt>
          <cx:pt idx="4863">MOVIE</cx:pt>
          <cx:pt idx="4864">MOVIE</cx:pt>
          <cx:pt idx="4865">MOVIE</cx:pt>
          <cx:pt idx="4866">MOVIE</cx:pt>
          <cx:pt idx="4867">SHOW</cx:pt>
          <cx:pt idx="4868">SHOW</cx:pt>
          <cx:pt idx="4869">MOVIE</cx:pt>
          <cx:pt idx="4870">MOVIE</cx:pt>
          <cx:pt idx="4871">SHOW</cx:pt>
          <cx:pt idx="4872">MOVIE</cx:pt>
          <cx:pt idx="4873">SHOW</cx:pt>
          <cx:pt idx="4874">MOVIE</cx:pt>
          <cx:pt idx="4875">SHOW</cx:pt>
          <cx:pt idx="4876">SHOW</cx:pt>
          <cx:pt idx="4877">MOVIE</cx:pt>
          <cx:pt idx="4878">MOVIE</cx:pt>
          <cx:pt idx="4879">MOVIE</cx:pt>
          <cx:pt idx="4880">SHOW</cx:pt>
          <cx:pt idx="4881">MOVIE</cx:pt>
          <cx:pt idx="4882">SHOW</cx:pt>
          <cx:pt idx="4883">SHOW</cx:pt>
          <cx:pt idx="4884">SHOW</cx:pt>
          <cx:pt idx="4885">MOVIE</cx:pt>
          <cx:pt idx="4886">SHOW</cx:pt>
          <cx:pt idx="4887">MOVIE</cx:pt>
          <cx:pt idx="4888">MOVIE</cx:pt>
          <cx:pt idx="4889">SHOW</cx:pt>
          <cx:pt idx="4890">MOVIE</cx:pt>
          <cx:pt idx="4891">MOVIE</cx:pt>
          <cx:pt idx="4892">SHOW</cx:pt>
          <cx:pt idx="4893">MOVIE</cx:pt>
          <cx:pt idx="4894">SHOW</cx:pt>
          <cx:pt idx="4895">SHOW</cx:pt>
          <cx:pt idx="4896">MOVIE</cx:pt>
          <cx:pt idx="4897">MOVIE</cx:pt>
          <cx:pt idx="4898">MOVIE</cx:pt>
          <cx:pt idx="4899">MOVIE</cx:pt>
          <cx:pt idx="4900">MOVIE</cx:pt>
          <cx:pt idx="4901">SHOW</cx:pt>
          <cx:pt idx="4902">MOVIE</cx:pt>
          <cx:pt idx="4903">SHOW</cx:pt>
          <cx:pt idx="4904">MOVIE</cx:pt>
          <cx:pt idx="4905">MOVIE</cx:pt>
          <cx:pt idx="4906">SHOW</cx:pt>
          <cx:pt idx="4907">MOVIE</cx:pt>
          <cx:pt idx="4908">MOVIE</cx:pt>
          <cx:pt idx="4909">MOVIE</cx:pt>
          <cx:pt idx="4910">MOVIE</cx:pt>
          <cx:pt idx="4911">MOVIE</cx:pt>
          <cx:pt idx="4912">MOVIE</cx:pt>
          <cx:pt idx="4913">MOVIE</cx:pt>
          <cx:pt idx="4914">MOVIE</cx:pt>
          <cx:pt idx="4915">MOVIE</cx:pt>
          <cx:pt idx="4916">MOVIE</cx:pt>
          <cx:pt idx="4917">MOVIE</cx:pt>
          <cx:pt idx="4918">MOVIE</cx:pt>
          <cx:pt idx="4919">MOVIE</cx:pt>
          <cx:pt idx="4920">SHOW</cx:pt>
          <cx:pt idx="4921">SHOW</cx:pt>
          <cx:pt idx="4922">SHOW</cx:pt>
          <cx:pt idx="4923">SHOW</cx:pt>
          <cx:pt idx="4924">MOVIE</cx:pt>
          <cx:pt idx="4925">SHOW</cx:pt>
          <cx:pt idx="4926">MOVIE</cx:pt>
          <cx:pt idx="4927">MOVIE</cx:pt>
          <cx:pt idx="4928">SHOW</cx:pt>
          <cx:pt idx="4929">MOVIE</cx:pt>
          <cx:pt idx="4930">SHOW</cx:pt>
          <cx:pt idx="4931">MOVIE</cx:pt>
          <cx:pt idx="4932">MOVIE</cx:pt>
          <cx:pt idx="4933">MOVIE</cx:pt>
          <cx:pt idx="4934">SHOW</cx:pt>
          <cx:pt idx="4935">SHOW</cx:pt>
          <cx:pt idx="4936">MOVIE</cx:pt>
          <cx:pt idx="4937">MOVIE</cx:pt>
          <cx:pt idx="4938">MOVIE</cx:pt>
          <cx:pt idx="4939">MOVIE</cx:pt>
          <cx:pt idx="4940">MOVIE</cx:pt>
          <cx:pt idx="4941">SHOW</cx:pt>
          <cx:pt idx="4942">MOVIE</cx:pt>
          <cx:pt idx="4943">MOVIE</cx:pt>
          <cx:pt idx="4944">SHOW</cx:pt>
          <cx:pt idx="4945">MOVIE</cx:pt>
          <cx:pt idx="4946">SHOW</cx:pt>
          <cx:pt idx="4947">MOVIE</cx:pt>
          <cx:pt idx="4948">MOVIE</cx:pt>
          <cx:pt idx="4949">MOVIE</cx:pt>
          <cx:pt idx="4950">SHOW</cx:pt>
          <cx:pt idx="4951">SHOW</cx:pt>
          <cx:pt idx="4952">MOVIE</cx:pt>
          <cx:pt idx="4953">MOVIE</cx:pt>
          <cx:pt idx="4954">MOVIE</cx:pt>
          <cx:pt idx="4955">SHOW</cx:pt>
          <cx:pt idx="4956">SHOW</cx:pt>
          <cx:pt idx="4957">SHOW</cx:pt>
          <cx:pt idx="4958">MOVIE</cx:pt>
          <cx:pt idx="4959">MOVIE</cx:pt>
          <cx:pt idx="4960">MOVIE</cx:pt>
          <cx:pt idx="4961">SHOW</cx:pt>
          <cx:pt idx="4962">MOVIE</cx:pt>
          <cx:pt idx="4963">SHOW</cx:pt>
          <cx:pt idx="4964">MOVIE</cx:pt>
          <cx:pt idx="4965">MOVIE</cx:pt>
          <cx:pt idx="4966">MOVIE</cx:pt>
          <cx:pt idx="4967">MOVIE</cx:pt>
          <cx:pt idx="4968">MOVIE</cx:pt>
          <cx:pt idx="4969">MOVIE</cx:pt>
          <cx:pt idx="4970">MOVIE</cx:pt>
          <cx:pt idx="4971">MOVIE</cx:pt>
          <cx:pt idx="4972">SHOW</cx:pt>
          <cx:pt idx="4973">MOVIE</cx:pt>
          <cx:pt idx="4974">SHOW</cx:pt>
          <cx:pt idx="4975">MOVIE</cx:pt>
          <cx:pt idx="4976">MOVIE</cx:pt>
          <cx:pt idx="4977">SHOW</cx:pt>
          <cx:pt idx="4978">MOVIE</cx:pt>
          <cx:pt idx="4979">SHOW</cx:pt>
          <cx:pt idx="4980">MOVIE</cx:pt>
          <cx:pt idx="4981">MOVIE</cx:pt>
          <cx:pt idx="4982">MOVIE</cx:pt>
          <cx:pt idx="4983">MOVIE</cx:pt>
          <cx:pt idx="4984">MOVIE</cx:pt>
          <cx:pt idx="4985">MOVIE</cx:pt>
          <cx:pt idx="4986">MOVIE</cx:pt>
          <cx:pt idx="4987">MOVIE</cx:pt>
          <cx:pt idx="4988">SHOW</cx:pt>
          <cx:pt idx="4989">MOVIE</cx:pt>
          <cx:pt idx="4990">MOVIE</cx:pt>
          <cx:pt idx="4991">MOVIE</cx:pt>
          <cx:pt idx="4992">SHOW</cx:pt>
          <cx:pt idx="4993">MOVIE</cx:pt>
          <cx:pt idx="4994">SHOW</cx:pt>
          <cx:pt idx="4995">MOVIE</cx:pt>
          <cx:pt idx="4996">MOVIE</cx:pt>
          <cx:pt idx="4997">MOVIE</cx:pt>
          <cx:pt idx="4998">MOVIE</cx:pt>
          <cx:pt idx="4999">MOVIE</cx:pt>
          <cx:pt idx="5000">MOVIE</cx:pt>
          <cx:pt idx="5001">MOVIE</cx:pt>
          <cx:pt idx="5002">MOVIE</cx:pt>
          <cx:pt idx="5003">SHOW</cx:pt>
          <cx:pt idx="5004">SHOW</cx:pt>
          <cx:pt idx="5005">SHOW</cx:pt>
          <cx:pt idx="5006">SHOW</cx:pt>
          <cx:pt idx="5007">MOVIE</cx:pt>
          <cx:pt idx="5008">MOVIE</cx:pt>
          <cx:pt idx="5009">MOVIE</cx:pt>
          <cx:pt idx="5010">SHOW</cx:pt>
          <cx:pt idx="5011">MOVIE</cx:pt>
          <cx:pt idx="5012">MOVIE</cx:pt>
          <cx:pt idx="5013">MOVIE</cx:pt>
          <cx:pt idx="5014">SHOW</cx:pt>
          <cx:pt idx="5015">MOVIE</cx:pt>
          <cx:pt idx="5016">MOVIE</cx:pt>
          <cx:pt idx="5017">MOVIE</cx:pt>
          <cx:pt idx="5018">MOVIE</cx:pt>
          <cx:pt idx="5019">SHOW</cx:pt>
          <cx:pt idx="5020">MOVIE</cx:pt>
          <cx:pt idx="5021">MOVIE</cx:pt>
          <cx:pt idx="5022">MOVIE</cx:pt>
          <cx:pt idx="5023">MOVIE</cx:pt>
          <cx:pt idx="5024">MOVIE</cx:pt>
          <cx:pt idx="5025">MOVIE</cx:pt>
          <cx:pt idx="5026">MOVIE</cx:pt>
          <cx:pt idx="5027">MOVIE</cx:pt>
          <cx:pt idx="5028">MOVIE</cx:pt>
          <cx:pt idx="5029">SHOW</cx:pt>
          <cx:pt idx="5030">MOVIE</cx:pt>
          <cx:pt idx="5031">MOVIE</cx:pt>
          <cx:pt idx="5032">MOVIE</cx:pt>
          <cx:pt idx="5033">SHOW</cx:pt>
          <cx:pt idx="5034">MOVIE</cx:pt>
          <cx:pt idx="5035">SHOW</cx:pt>
          <cx:pt idx="5036">MOVIE</cx:pt>
          <cx:pt idx="5037">MOVIE</cx:pt>
          <cx:pt idx="5038">MOVIE</cx:pt>
          <cx:pt idx="5039">MOVIE</cx:pt>
          <cx:pt idx="5040">MOVIE</cx:pt>
          <cx:pt idx="5041">SHOW</cx:pt>
          <cx:pt idx="5042">MOVIE</cx:pt>
          <cx:pt idx="5043">SHOW</cx:pt>
          <cx:pt idx="5044">MOVIE</cx:pt>
          <cx:pt idx="5045">MOVIE</cx:pt>
          <cx:pt idx="5046">MOVIE</cx:pt>
          <cx:pt idx="5047">MOVIE</cx:pt>
          <cx:pt idx="5048">MOVIE</cx:pt>
          <cx:pt idx="5049">MOVIE</cx:pt>
          <cx:pt idx="5050">MOVIE</cx:pt>
          <cx:pt idx="5051">SHOW</cx:pt>
          <cx:pt idx="5052">MOVIE</cx:pt>
          <cx:pt idx="5053">SHOW</cx:pt>
          <cx:pt idx="5054">MOVIE</cx:pt>
          <cx:pt idx="5055">MOVIE</cx:pt>
          <cx:pt idx="5056">SHOW</cx:pt>
          <cx:pt idx="5057">SHOW</cx:pt>
          <cx:pt idx="5058">SHOW</cx:pt>
          <cx:pt idx="5059">MOVIE</cx:pt>
          <cx:pt idx="5060">MOVIE</cx:pt>
          <cx:pt idx="5061">MOVIE</cx:pt>
          <cx:pt idx="5062">MOVIE</cx:pt>
          <cx:pt idx="5063">MOVIE</cx:pt>
          <cx:pt idx="5064">MOVIE</cx:pt>
          <cx:pt idx="5065">MOVIE</cx:pt>
          <cx:pt idx="5066">MOVIE</cx:pt>
          <cx:pt idx="5067">MOVIE</cx:pt>
          <cx:pt idx="5068">SHOW</cx:pt>
          <cx:pt idx="5069">MOVIE</cx:pt>
          <cx:pt idx="5070">MOVIE</cx:pt>
          <cx:pt idx="5071">MOVIE</cx:pt>
          <cx:pt idx="5072">MOVIE</cx:pt>
          <cx:pt idx="5073">MOVIE</cx:pt>
          <cx:pt idx="5074">MOVIE</cx:pt>
          <cx:pt idx="5075">MOVIE</cx:pt>
          <cx:pt idx="5076">MOVIE</cx:pt>
          <cx:pt idx="5077">SHOW</cx:pt>
          <cx:pt idx="5078">MOVIE</cx:pt>
          <cx:pt idx="5079">MOVIE</cx:pt>
          <cx:pt idx="5080">SHOW</cx:pt>
          <cx:pt idx="5081">SHOW</cx:pt>
          <cx:pt idx="5082">MOVIE</cx:pt>
          <cx:pt idx="5083">SHOW</cx:pt>
          <cx:pt idx="5084">MOVIE</cx:pt>
          <cx:pt idx="5085">MOVIE</cx:pt>
          <cx:pt idx="5086">SHOW</cx:pt>
          <cx:pt idx="5087">MOVIE</cx:pt>
          <cx:pt idx="5088">MOVIE</cx:pt>
          <cx:pt idx="5089">SHOW</cx:pt>
          <cx:pt idx="5090">MOVIE</cx:pt>
          <cx:pt idx="5091">MOVIE</cx:pt>
          <cx:pt idx="5092">MOVIE</cx:pt>
          <cx:pt idx="5093">SHOW</cx:pt>
          <cx:pt idx="5094">MOVIE</cx:pt>
          <cx:pt idx="5095">SHOW</cx:pt>
          <cx:pt idx="5096">MOVIE</cx:pt>
          <cx:pt idx="5097">MOVIE</cx:pt>
          <cx:pt idx="5098">MOVIE</cx:pt>
          <cx:pt idx="5099">MOVIE</cx:pt>
          <cx:pt idx="5100">MOVIE</cx:pt>
          <cx:pt idx="5101">MOVIE</cx:pt>
          <cx:pt idx="5102">MOVIE</cx:pt>
          <cx:pt idx="5103">MOVIE</cx:pt>
          <cx:pt idx="5104">MOVIE</cx:pt>
          <cx:pt idx="5105">MOVIE</cx:pt>
          <cx:pt idx="5106">SHOW</cx:pt>
          <cx:pt idx="5107">MOVIE</cx:pt>
          <cx:pt idx="5108">MOVIE</cx:pt>
          <cx:pt idx="5109">MOVIE</cx:pt>
          <cx:pt idx="5110">MOVIE</cx:pt>
          <cx:pt idx="5111">MOVIE</cx:pt>
          <cx:pt idx="5112">MOVIE</cx:pt>
          <cx:pt idx="5113">MOVIE</cx:pt>
          <cx:pt idx="5114">SHOW</cx:pt>
          <cx:pt idx="5115">MOVIE</cx:pt>
          <cx:pt idx="5116">MOVIE</cx:pt>
          <cx:pt idx="5117">MOVIE</cx:pt>
          <cx:pt idx="5118">MOVIE</cx:pt>
          <cx:pt idx="5119">MOVIE</cx:pt>
        </cx:lvl>
      </cx:strDim>
      <cx:numDim type="val">
        <cx:f>' PIVOT TABLE AND CHARTS-1'!$AF$5:$AF$5124</cx:f>
        <cx:lvl ptCount="5120" formatCode="General">
          <cx:pt idx="0">8.3000000000000007</cx:pt>
          <cx:pt idx="1">8.1999999999999993</cx:pt>
          <cx:pt idx="2">8</cx:pt>
          <cx:pt idx="3">8.0999999999999996</cx:pt>
          <cx:pt idx="4">8.8000000000000007</cx:pt>
          <cx:pt idx="5">7.7000000000000002</cx:pt>
          <cx:pt idx="6">7.7999999999999998</cx:pt>
          <cx:pt idx="7">5.7999999999999998</cx:pt>
          <cx:pt idx="8">7.7000000000000002</cx:pt>
          <cx:pt idx="9">7.2999999999999998</cx:pt>
          <cx:pt idx="10">7.5</cx:pt>
          <cx:pt idx="11">7.5999999999999996</cx:pt>
          <cx:pt idx="12">8.0999999999999996</cx:pt>
          <cx:pt idx="13">6.9000000000000004</cx:pt>
          <cx:pt idx="14">7.5</cx:pt>
          <cx:pt idx="15">7.5</cx:pt>
          <cx:pt idx="16">7.2000000000000002</cx:pt>
          <cx:pt idx="17">7.5</cx:pt>
          <cx:pt idx="18">6.2000000000000002</cx:pt>
          <cx:pt idx="19">7.5999999999999996</cx:pt>
          <cx:pt idx="20">6.4000000000000004</cx:pt>
          <cx:pt idx="21">6.7000000000000002</cx:pt>
          <cx:pt idx="22">7.2000000000000002</cx:pt>
          <cx:pt idx="23">6.7999999999999998</cx:pt>
          <cx:pt idx="24">9</cx:pt>
          <cx:pt idx="25">6.7000000000000002</cx:pt>
          <cx:pt idx="26">2.1000000000000001</cx:pt>
          <cx:pt idx="27">7.4000000000000004</cx:pt>
          <cx:pt idx="28">7.2000000000000002</cx:pt>
          <cx:pt idx="29">6.9000000000000004</cx:pt>
          <cx:pt idx="30">6.5</cx:pt>
          <cx:pt idx="31">6.5</cx:pt>
          <cx:pt idx="32">6.2000000000000002</cx:pt>
          <cx:pt idx="33">7.7999999999999998</cx:pt>
          <cx:pt idx="34">6.2000000000000002</cx:pt>
          <cx:pt idx="35">6.7000000000000002</cx:pt>
          <cx:pt idx="36">6.2000000000000002</cx:pt>
          <cx:pt idx="37">6.7999999999999998</cx:pt>
          <cx:pt idx="38">4.5999999999999996</cx:pt>
          <cx:pt idx="39">4.2000000000000002</cx:pt>
          <cx:pt idx="40">5.0999999999999996</cx:pt>
          <cx:pt idx="41">6.9000000000000004</cx:pt>
          <cx:pt idx="42">8.9000000000000004</cx:pt>
          <cx:pt idx="43">8.0999999999999996</cx:pt>
          <cx:pt idx="44">8.3000000000000007</cx:pt>
          <cx:pt idx="45">7.7000000000000002</cx:pt>
          <cx:pt idx="46">6.7000000000000002</cx:pt>
          <cx:pt idx="47">8.3000000000000007</cx:pt>
          <cx:pt idx="48">6.7000000000000002</cx:pt>
          <cx:pt idx="49">7.4000000000000004</cx:pt>
          <cx:pt idx="50">6.9000000000000004</cx:pt>
          <cx:pt idx="51">7.7999999999999998</cx:pt>
          <cx:pt idx="52">6.5</cx:pt>
          <cx:pt idx="53">6.5999999999999996</cx:pt>
          <cx:pt idx="54">6.5</cx:pt>
          <cx:pt idx="55">7.0999999999999996</cx:pt>
          <cx:pt idx="56">6.7000000000000002</cx:pt>
          <cx:pt idx="57">7.5999999999999996</cx:pt>
          <cx:pt idx="58">4.9000000000000004</cx:pt>
          <cx:pt idx="59">6.7000000000000002</cx:pt>
          <cx:pt idx="60">6.4000000000000004</cx:pt>
          <cx:pt idx="61">6.0999999999999996</cx:pt>
          <cx:pt idx="62">7.4000000000000004</cx:pt>
          <cx:pt idx="63">7.2000000000000002</cx:pt>
          <cx:pt idx="64">7.2999999999999998</cx:pt>
          <cx:pt idx="65">7.2000000000000002</cx:pt>
          <cx:pt idx="66">6</cx:pt>
          <cx:pt idx="67">7.9000000000000004</cx:pt>
          <cx:pt idx="68">6</cx:pt>
          <cx:pt idx="69">6</cx:pt>
          <cx:pt idx="70">8</cx:pt>
          <cx:pt idx="71">7.7000000000000002</cx:pt>
          <cx:pt idx="72">7.5999999999999996</cx:pt>
          <cx:pt idx="73">8.0999999999999996</cx:pt>
          <cx:pt idx="74">6.7000000000000002</cx:pt>
          <cx:pt idx="75">7</cx:pt>
          <cx:pt idx="76">6.5</cx:pt>
          <cx:pt idx="77">7.2000000000000002</cx:pt>
          <cx:pt idx="78">5.5999999999999996</cx:pt>
          <cx:pt idx="79">6.5999999999999996</cx:pt>
          <cx:pt idx="80">8.6999999999999993</cx:pt>
          <cx:pt idx="81">7.0999999999999996</cx:pt>
          <cx:pt idx="82">6.5</cx:pt>
          <cx:pt idx="83">6.2999999999999998</cx:pt>
          <cx:pt idx="84">5.0999999999999996</cx:pt>
          <cx:pt idx="85">5.7999999999999998</cx:pt>
          <cx:pt idx="86">4.7999999999999998</cx:pt>
          <cx:pt idx="87">6.0999999999999996</cx:pt>
          <cx:pt idx="88">6.2999999999999998</cx:pt>
          <cx:pt idx="89">6.2000000000000002</cx:pt>
          <cx:pt idx="90">3.7999999999999998</cx:pt>
          <cx:pt idx="91">6.0999999999999996</cx:pt>
          <cx:pt idx="92">5.2000000000000002</cx:pt>
          <cx:pt idx="93">5.4000000000000004</cx:pt>
          <cx:pt idx="94">7.2999999999999998</cx:pt>
          <cx:pt idx="95">6.2999999999999998</cx:pt>
          <cx:pt idx="96">6.5</cx:pt>
          <cx:pt idx="97">7.4000000000000004</cx:pt>
          <cx:pt idx="98">8.4000000000000004</cx:pt>
          <cx:pt idx="99">7.5999999999999996</cx:pt>
          <cx:pt idx="100">8.8000000000000007</cx:pt>
          <cx:pt idx="101">7</cx:pt>
          <cx:pt idx="102">8.8000000000000007</cx:pt>
          <cx:pt idx="103">8.5999999999999996</cx:pt>
          <cx:pt idx="104">8.9000000000000004</cx:pt>
          <cx:pt idx="105">8.0999999999999996</cx:pt>
          <cx:pt idx="106">7.7999999999999998</cx:pt>
          <cx:pt idx="107">7.7999999999999998</cx:pt>
          <cx:pt idx="108">8.1999999999999993</cx:pt>
          <cx:pt idx="109">7.0999999999999996</cx:pt>
          <cx:pt idx="110">6.7000000000000002</cx:pt>
          <cx:pt idx="111">7.2999999999999998</cx:pt>
          <cx:pt idx="112">8.5</cx:pt>
          <cx:pt idx="113">7.7999999999999998</cx:pt>
          <cx:pt idx="114">7.7000000000000002</cx:pt>
          <cx:pt idx="115">6.5</cx:pt>
          <cx:pt idx="116">6.5</cx:pt>
          <cx:pt idx="117">6.2000000000000002</cx:pt>
          <cx:pt idx="118">6.5999999999999996</cx:pt>
          <cx:pt idx="119">6.4000000000000004</cx:pt>
          <cx:pt idx="120">7.0999999999999996</cx:pt>
          <cx:pt idx="121">7.5</cx:pt>
          <cx:pt idx="122">7.2000000000000002</cx:pt>
          <cx:pt idx="123">7.2999999999999998</cx:pt>
          <cx:pt idx="124">7.5999999999999996</cx:pt>
          <cx:pt idx="125">7.2000000000000002</cx:pt>
          <cx:pt idx="126">7.9000000000000004</cx:pt>
          <cx:pt idx="127">6.9000000000000004</cx:pt>
          <cx:pt idx="128">7.5</cx:pt>
          <cx:pt idx="129">7.0999999999999996</cx:pt>
          <cx:pt idx="130">6.7999999999999998</cx:pt>
          <cx:pt idx="131">7.2000000000000002</cx:pt>
          <cx:pt idx="132">6.5</cx:pt>
          <cx:pt idx="133">6</cx:pt>
          <cx:pt idx="134">4.5</cx:pt>
          <cx:pt idx="135">7.2000000000000002</cx:pt>
          <cx:pt idx="136">6.5999999999999996</cx:pt>
          <cx:pt idx="137">5.5999999999999996</cx:pt>
          <cx:pt idx="138">7.2999999999999998</cx:pt>
          <cx:pt idx="139">4.7999999999999998</cx:pt>
          <cx:pt idx="140">6.9000000000000004</cx:pt>
          <cx:pt idx="141">6.5</cx:pt>
          <cx:pt idx="142">5.7000000000000002</cx:pt>
          <cx:pt idx="143">6</cx:pt>
          <cx:pt idx="144">3.7999999999999998</cx:pt>
          <cx:pt idx="145">5.7999999999999998</cx:pt>
          <cx:pt idx="146">5.4000000000000004</cx:pt>
          <cx:pt idx="147">8</cx:pt>
          <cx:pt idx="148">5.2000000000000002</cx:pt>
          <cx:pt idx="149">5.5999999999999996</cx:pt>
          <cx:pt idx="150">5.9000000000000004</cx:pt>
          <cx:pt idx="151">6.2000000000000002</cx:pt>
          <cx:pt idx="152">7</cx:pt>
          <cx:pt idx="153">4.7000000000000002</cx:pt>
          <cx:pt idx="154">6.4000000000000004</cx:pt>
          <cx:pt idx="155">4.5</cx:pt>
          <cx:pt idx="156">4.7000000000000002</cx:pt>
          <cx:pt idx="157">4.7000000000000002</cx:pt>
          <cx:pt idx="158">6.5</cx:pt>
          <cx:pt idx="159">5.7000000000000002</cx:pt>
          <cx:pt idx="160">6.2000000000000002</cx:pt>
          <cx:pt idx="161">8</cx:pt>
          <cx:pt idx="162">6.5</cx:pt>
          <cx:pt idx="163">6.5999999999999996</cx:pt>
          <cx:pt idx="164">7.2000000000000002</cx:pt>
          <cx:pt idx="165">4.5</cx:pt>
          <cx:pt idx="166">7.9000000000000004</cx:pt>
          <cx:pt idx="167">6.7999999999999998</cx:pt>
          <cx:pt idx="168">6.7999999999999998</cx:pt>
          <cx:pt idx="169">8.5</cx:pt>
          <cx:pt idx="170">7</cx:pt>
          <cx:pt idx="171">7.9000000000000004</cx:pt>
          <cx:pt idx="172">6.4000000000000004</cx:pt>
          <cx:pt idx="173">6.7000000000000002</cx:pt>
          <cx:pt idx="174">7.5999999999999996</cx:pt>
          <cx:pt idx="175">7.4000000000000004</cx:pt>
          <cx:pt idx="176">7.4000000000000004</cx:pt>
          <cx:pt idx="177">7.7999999999999998</cx:pt>
          <cx:pt idx="178">5.9000000000000004</cx:pt>
          <cx:pt idx="179">7.7999999999999998</cx:pt>
          <cx:pt idx="180">7.5</cx:pt>
          <cx:pt idx="181">4.7000000000000002</cx:pt>
          <cx:pt idx="182">7.0999999999999996</cx:pt>
          <cx:pt idx="183">4</cx:pt>
          <cx:pt idx="184">7.2000000000000002</cx:pt>
          <cx:pt idx="185">8.0999999999999996</cx:pt>
          <cx:pt idx="186">7.5999999999999996</cx:pt>
          <cx:pt idx="187">7.5999999999999996</cx:pt>
          <cx:pt idx="188">4.7999999999999998</cx:pt>
          <cx:pt idx="189">5.4000000000000004</cx:pt>
          <cx:pt idx="190">6.5</cx:pt>
          <cx:pt idx="191">6.2000000000000002</cx:pt>
          <cx:pt idx="192">9</cx:pt>
          <cx:pt idx="193">6.2000000000000002</cx:pt>
          <cx:pt idx="194">7.5999999999999996</cx:pt>
          <cx:pt idx="195">5.5</cx:pt>
          <cx:pt idx="196">6.0999999999999996</cx:pt>
          <cx:pt idx="197">6.4000000000000004</cx:pt>
          <cx:pt idx="198">5.5</cx:pt>
          <cx:pt idx="199">7.5</cx:pt>
          <cx:pt idx="200">5.4000000000000004</cx:pt>
          <cx:pt idx="201">6.9000000000000004</cx:pt>
          <cx:pt idx="202">5.5</cx:pt>
          <cx:pt idx="203">6.5999999999999996</cx:pt>
          <cx:pt idx="204">7.7999999999999998</cx:pt>
          <cx:pt idx="205">4.5</cx:pt>
          <cx:pt idx="206">7.2999999999999998</cx:pt>
          <cx:pt idx="207">6.5999999999999996</cx:pt>
          <cx:pt idx="208">6.5999999999999996</cx:pt>
          <cx:pt idx="209">6.0999999999999996</cx:pt>
          <cx:pt idx="210">7.7999999999999998</cx:pt>
          <cx:pt idx="211">7.7999999999999998</cx:pt>
          <cx:pt idx="212">5.9000000000000004</cx:pt>
          <cx:pt idx="213">6.7000000000000002</cx:pt>
          <cx:pt idx="214">8.1999999999999993</cx:pt>
          <cx:pt idx="215">6.0999999999999996</cx:pt>
          <cx:pt idx="216">6.5</cx:pt>
          <cx:pt idx="217">4.5</cx:pt>
          <cx:pt idx="218">7.9000000000000004</cx:pt>
          <cx:pt idx="219">6.7000000000000002</cx:pt>
          <cx:pt idx="220">6.9000000000000004</cx:pt>
          <cx:pt idx="221">3.6000000000000001</cx:pt>
          <cx:pt idx="222">6.2000000000000002</cx:pt>
          <cx:pt idx="223">5</cx:pt>
          <cx:pt idx="224">6</cx:pt>
          <cx:pt idx="225">4.5999999999999996</cx:pt>
          <cx:pt idx="226">5.9000000000000004</cx:pt>
          <cx:pt idx="227">9.5</cx:pt>
          <cx:pt idx="228">8.1999999999999993</cx:pt>
          <cx:pt idx="229">7.7999999999999998</cx:pt>
          <cx:pt idx="230">8.6999999999999993</cx:pt>
          <cx:pt idx="231">7.5999999999999996</cx:pt>
          <cx:pt idx="232">8.5999999999999996</cx:pt>
          <cx:pt idx="233">8.0999999999999996</cx:pt>
          <cx:pt idx="234">7.7999999999999998</cx:pt>
          <cx:pt idx="235">8.5</cx:pt>
          <cx:pt idx="236">8.4000000000000004</cx:pt>
          <cx:pt idx="237">8.5</cx:pt>
          <cx:pt idx="238">7.0999999999999996</cx:pt>
          <cx:pt idx="239">6.5</cx:pt>
          <cx:pt idx="240">8.6999999999999993</cx:pt>
          <cx:pt idx="241">8.5</cx:pt>
          <cx:pt idx="242">8.3000000000000007</cx:pt>
          <cx:pt idx="243">9.3000000000000007</cx:pt>
          <cx:pt idx="244">8.8000000000000007</cx:pt>
          <cx:pt idx="245">6.5999999999999996</cx:pt>
          <cx:pt idx="246">8.0999999999999996</cx:pt>
          <cx:pt idx="247">8.6999999999999993</cx:pt>
          <cx:pt idx="248">8</cx:pt>
          <cx:pt idx="249">7.2000000000000002</cx:pt>
          <cx:pt idx="250">7.5999999999999996</cx:pt>
          <cx:pt idx="251">7.2000000000000002</cx:pt>
          <cx:pt idx="252">6.5999999999999996</cx:pt>
          <cx:pt idx="253">6.0999999999999996</cx:pt>
          <cx:pt idx="254">9</cx:pt>
          <cx:pt idx="255">6.5</cx:pt>
          <cx:pt idx="256">7.7000000000000002</cx:pt>
          <cx:pt idx="257">6.5999999999999996</cx:pt>
          <cx:pt idx="258">6.0999999999999996</cx:pt>
          <cx:pt idx="259">7</cx:pt>
          <cx:pt idx="260">7.7999999999999998</cx:pt>
          <cx:pt idx="261">7.7000000000000002</cx:pt>
          <cx:pt idx="262">8.4000000000000004</cx:pt>
          <cx:pt idx="263">7.5</cx:pt>
          <cx:pt idx="264">7.2000000000000002</cx:pt>
          <cx:pt idx="265">8</cx:pt>
          <cx:pt idx="266">8</cx:pt>
          <cx:pt idx="267">7</cx:pt>
          <cx:pt idx="268">5.5999999999999996</cx:pt>
          <cx:pt idx="269">7.5999999999999996</cx:pt>
          <cx:pt idx="270">7.5999999999999996</cx:pt>
          <cx:pt idx="271">7.2000000000000002</cx:pt>
          <cx:pt idx="272">8.8000000000000007</cx:pt>
          <cx:pt idx="273">6.7000000000000002</cx:pt>
          <cx:pt idx="274">5.9000000000000004</cx:pt>
          <cx:pt idx="275">7.5999999999999996</cx:pt>
          <cx:pt idx="276">6.5999999999999996</cx:pt>
          <cx:pt idx="277">7.0999999999999996</cx:pt>
          <cx:pt idx="278">8.5999999999999996</cx:pt>
          <cx:pt idx="279">8.0999999999999996</cx:pt>
          <cx:pt idx="280">7.5999999999999996</cx:pt>
          <cx:pt idx="281">7</cx:pt>
          <cx:pt idx="282">7.5999999999999996</cx:pt>
          <cx:pt idx="283">8.5</cx:pt>
          <cx:pt idx="284">7.7999999999999998</cx:pt>
          <cx:pt idx="285">6.7000000000000002</cx:pt>
          <cx:pt idx="286">6.9000000000000004</cx:pt>
          <cx:pt idx="287">6.7999999999999998</cx:pt>
          <cx:pt idx="288">7.2999999999999998</cx:pt>
          <cx:pt idx="289">7.9000000000000004</cx:pt>
          <cx:pt idx="290">6.2999999999999998</cx:pt>
          <cx:pt idx="291">6.7000000000000002</cx:pt>
          <cx:pt idx="292">7.2999999999999998</cx:pt>
          <cx:pt idx="293">7.0999999999999996</cx:pt>
          <cx:pt idx="294">7.2999999999999998</cx:pt>
          <cx:pt idx="295">5.7999999999999998</cx:pt>
          <cx:pt idx="296">6.2999999999999998</cx:pt>
          <cx:pt idx="297">6.9000000000000004</cx:pt>
          <cx:pt idx="298">8.3000000000000007</cx:pt>
          <cx:pt idx="299">6.7000000000000002</cx:pt>
          <cx:pt idx="300">6.2999999999999998</cx:pt>
          <cx:pt idx="301">8</cx:pt>
          <cx:pt idx="302">6.7999999999999998</cx:pt>
          <cx:pt idx="303">6.2999999999999998</cx:pt>
          <cx:pt idx="304">6.2000000000000002</cx:pt>
          <cx:pt idx="305">6.5</cx:pt>
          <cx:pt idx="306">5.9000000000000004</cx:pt>
          <cx:pt idx="307">6.7000000000000002</cx:pt>
          <cx:pt idx="308">8.3000000000000007</cx:pt>
          <cx:pt idx="309">6.7999999999999998</cx:pt>
          <cx:pt idx="310">7</cx:pt>
          <cx:pt idx="311">5.7000000000000002</cx:pt>
          <cx:pt idx="312">6.7999999999999998</cx:pt>
          <cx:pt idx="313">8.6999999999999993</cx:pt>
          <cx:pt idx="314">6.5</cx:pt>
          <cx:pt idx="315">5</cx:pt>
          <cx:pt idx="316">6.5</cx:pt>
          <cx:pt idx="317">4</cx:pt>
          <cx:pt idx="318">5.7999999999999998</cx:pt>
          <cx:pt idx="319">5.5999999999999996</cx:pt>
          <cx:pt idx="320">5.9000000000000004</cx:pt>
          <cx:pt idx="321">6.4000000000000004</cx:pt>
          <cx:pt idx="322">8</cx:pt>
          <cx:pt idx="323">7.2999999999999998</cx:pt>
          <cx:pt idx="324">5.7999999999999998</cx:pt>
          <cx:pt idx="325">5.5</cx:pt>
          <cx:pt idx="326">6</cx:pt>
          <cx:pt idx="327">5.4000000000000004</cx:pt>
          <cx:pt idx="328">5.0999999999999996</cx:pt>
          <cx:pt idx="329">5.0999999999999996</cx:pt>
          <cx:pt idx="330">6.7000000000000002</cx:pt>
          <cx:pt idx="331">5.5</cx:pt>
          <cx:pt idx="332">7.4000000000000004</cx:pt>
          <cx:pt idx="333">5.7000000000000002</cx:pt>
          <cx:pt idx="334">7.9000000000000004</cx:pt>
          <cx:pt idx="335">7.2999999999999998</cx:pt>
          <cx:pt idx="336">7.0999999999999996</cx:pt>
          <cx:pt idx="337">5.9000000000000004</cx:pt>
          <cx:pt idx="338">7.5999999999999996</cx:pt>
          <cx:pt idx="339">6.2999999999999998</cx:pt>
          <cx:pt idx="340">5.0999999999999996</cx:pt>
          <cx:pt idx="341">6.2000000000000002</cx:pt>
          <cx:pt idx="342">6.0999999999999996</cx:pt>
          <cx:pt idx="343">6.2000000000000002</cx:pt>
          <cx:pt idx="344">6.5</cx:pt>
          <cx:pt idx="345">5.5</cx:pt>
          <cx:pt idx="346">7.2999999999999998</cx:pt>
          <cx:pt idx="347">8.9000000000000004</cx:pt>
          <cx:pt idx="348">8.4000000000000004</cx:pt>
          <cx:pt idx="349">8.5999999999999996</cx:pt>
          <cx:pt idx="350">7.2000000000000002</cx:pt>
          <cx:pt idx="351">8.3000000000000007</cx:pt>
          <cx:pt idx="352">7.5999999999999996</cx:pt>
          <cx:pt idx="353">4.7999999999999998</cx:pt>
          <cx:pt idx="354">7</cx:pt>
          <cx:pt idx="355">7.4000000000000004</cx:pt>
          <cx:pt idx="356">6.7999999999999998</cx:pt>
          <cx:pt idx="357">6.5999999999999996</cx:pt>
          <cx:pt idx="358">6.0999999999999996</cx:pt>
          <cx:pt idx="359">6.5999999999999996</cx:pt>
          <cx:pt idx="360">7.9000000000000004</cx:pt>
          <cx:pt idx="361">6.2000000000000002</cx:pt>
          <cx:pt idx="362">5.0999999999999996</cx:pt>
          <cx:pt idx="363">6.2999999999999998</cx:pt>
          <cx:pt idx="364">5.7999999999999998</cx:pt>
          <cx:pt idx="365">7.5999999999999996</cx:pt>
          <cx:pt idx="366">6.5</cx:pt>
          <cx:pt idx="367">5.5</cx:pt>
          <cx:pt idx="368">7.5999999999999996</cx:pt>
          <cx:pt idx="369">8</cx:pt>
          <cx:pt idx="370">5.9000000000000004</cx:pt>
          <cx:pt idx="372">6</cx:pt>
          <cx:pt idx="373">5.9000000000000004</cx:pt>
          <cx:pt idx="374">8</cx:pt>
          <cx:pt idx="375">6.5999999999999996</cx:pt>
          <cx:pt idx="376">8.0999999999999996</cx:pt>
          <cx:pt idx="377">6.2000000000000002</cx:pt>
          <cx:pt idx="378">6.7000000000000002</cx:pt>
          <cx:pt idx="379">5.7999999999999998</cx:pt>
          <cx:pt idx="380">6.9000000000000004</cx:pt>
          <cx:pt idx="381">8.3000000000000007</cx:pt>
          <cx:pt idx="382">5.5999999999999996</cx:pt>
          <cx:pt idx="383">3.8999999999999999</cx:pt>
          <cx:pt idx="384">8.4000000000000004</cx:pt>
          <cx:pt idx="385">5.5999999999999996</cx:pt>
          <cx:pt idx="386">7.5999999999999996</cx:pt>
          <cx:pt idx="387">6.5999999999999996</cx:pt>
          <cx:pt idx="388">7.7000000000000002</cx:pt>
          <cx:pt idx="389">6.7000000000000002</cx:pt>
          <cx:pt idx="390">7.5</cx:pt>
          <cx:pt idx="391">7.5999999999999996</cx:pt>
          <cx:pt idx="392">8.3000000000000007</cx:pt>
          <cx:pt idx="393">8.0999999999999996</cx:pt>
          <cx:pt idx="394">7</cx:pt>
          <cx:pt idx="395">8.1999999999999993</cx:pt>
          <cx:pt idx="396">7.4000000000000004</cx:pt>
          <cx:pt idx="397">5.4000000000000004</cx:pt>
          <cx:pt idx="398">7.7999999999999998</cx:pt>
          <cx:pt idx="399">5.5</cx:pt>
          <cx:pt idx="400">5.0999999999999996</cx:pt>
          <cx:pt idx="401">7.2999999999999998</cx:pt>
          <cx:pt idx="402">4.9000000000000004</cx:pt>
          <cx:pt idx="403">7.7999999999999998</cx:pt>
          <cx:pt idx="404">6.5</cx:pt>
          <cx:pt idx="405">7.5</cx:pt>
          <cx:pt idx="406">5.2999999999999998</cx:pt>
          <cx:pt idx="407">6.4000000000000004</cx:pt>
          <cx:pt idx="408">8.0999999999999996</cx:pt>
          <cx:pt idx="409">7.5999999999999996</cx:pt>
          <cx:pt idx="410">6.2999999999999998</cx:pt>
          <cx:pt idx="411">6.9000000000000004</cx:pt>
          <cx:pt idx="412">3.6000000000000001</cx:pt>
          <cx:pt idx="413">7.5</cx:pt>
          <cx:pt idx="414">5.4000000000000004</cx:pt>
          <cx:pt idx="415">5.5999999999999996</cx:pt>
          <cx:pt idx="416">5.5999999999999996</cx:pt>
          <cx:pt idx="417">7.2999999999999998</cx:pt>
          <cx:pt idx="418">7.9000000000000004</cx:pt>
          <cx:pt idx="419">6.7999999999999998</cx:pt>
          <cx:pt idx="420">7.4000000000000004</cx:pt>
          <cx:pt idx="421">7.4000000000000004</cx:pt>
          <cx:pt idx="422">6.7000000000000002</cx:pt>
          <cx:pt idx="423">7.0999999999999996</cx:pt>
          <cx:pt idx="424">8</cx:pt>
          <cx:pt idx="425">5.5999999999999996</cx:pt>
          <cx:pt idx="426">7.5</cx:pt>
          <cx:pt idx="427">3.8999999999999999</cx:pt>
          <cx:pt idx="428">7</cx:pt>
          <cx:pt idx="429">6.7000000000000002</cx:pt>
          <cx:pt idx="430">7.9000000000000004</cx:pt>
          <cx:pt idx="431">8.0999999999999996</cx:pt>
          <cx:pt idx="432">4.7999999999999998</cx:pt>
          <cx:pt idx="433">6.5</cx:pt>
          <cx:pt idx="434">6.5999999999999996</cx:pt>
          <cx:pt idx="435">6.5999999999999996</cx:pt>
          <cx:pt idx="436">6.2999999999999998</cx:pt>
          <cx:pt idx="437">5.9000000000000004</cx:pt>
          <cx:pt idx="438">5.0999999999999996</cx:pt>
          <cx:pt idx="439">6.9000000000000004</cx:pt>
          <cx:pt idx="440">4.0999999999999996</cx:pt>
          <cx:pt idx="441">5.7999999999999998</cx:pt>
          <cx:pt idx="442">6.4000000000000004</cx:pt>
          <cx:pt idx="443">4.5</cx:pt>
          <cx:pt idx="444">7.5999999999999996</cx:pt>
          <cx:pt idx="445">6.2999999999999998</cx:pt>
          <cx:pt idx="446">7</cx:pt>
          <cx:pt idx="447">6.0999999999999996</cx:pt>
          <cx:pt idx="448">7.2000000000000002</cx:pt>
          <cx:pt idx="449">6.5999999999999996</cx:pt>
          <cx:pt idx="450">6.5999999999999996</cx:pt>
          <cx:pt idx="451">6.4000000000000004</cx:pt>
          <cx:pt idx="452">7.9000000000000004</cx:pt>
          <cx:pt idx="453">6.5</cx:pt>
          <cx:pt idx="454">6.2999999999999998</cx:pt>
          <cx:pt idx="455">7</cx:pt>
          <cx:pt idx="456">6.9000000000000004</cx:pt>
          <cx:pt idx="457">7.4000000000000004</cx:pt>
          <cx:pt idx="458">8.0999999999999996</cx:pt>
          <cx:pt idx="459">7.2999999999999998</cx:pt>
          <cx:pt idx="460">7.4000000000000004</cx:pt>
          <cx:pt idx="461">7.0999999999999996</cx:pt>
          <cx:pt idx="462">4.4000000000000004</cx:pt>
          <cx:pt idx="463">8.6999999999999993</cx:pt>
          <cx:pt idx="464">6.9000000000000004</cx:pt>
          <cx:pt idx="465">6.7999999999999998</cx:pt>
          <cx:pt idx="466">7</cx:pt>
          <cx:pt idx="467">5.4000000000000004</cx:pt>
          <cx:pt idx="468">5.9000000000000004</cx:pt>
          <cx:pt idx="469">6.2000000000000002</cx:pt>
          <cx:pt idx="470">7.0999999999999996</cx:pt>
          <cx:pt idx="471">7.7000000000000002</cx:pt>
          <cx:pt idx="472">7</cx:pt>
          <cx:pt idx="473">7.5999999999999996</cx:pt>
          <cx:pt idx="474">7</cx:pt>
          <cx:pt idx="475">6.9000000000000004</cx:pt>
          <cx:pt idx="476">7.2000000000000002</cx:pt>
          <cx:pt idx="477">6.5999999999999996</cx:pt>
          <cx:pt idx="478">7.0999999999999996</cx:pt>
          <cx:pt idx="479">7.2000000000000002</cx:pt>
          <cx:pt idx="480">8.0999999999999996</cx:pt>
          <cx:pt idx="481">7.4000000000000004</cx:pt>
          <cx:pt idx="482">8.0999999999999996</cx:pt>
          <cx:pt idx="483">4.7000000000000002</cx:pt>
          <cx:pt idx="484">8</cx:pt>
          <cx:pt idx="485">5.4000000000000004</cx:pt>
          <cx:pt idx="486">6.0999999999999996</cx:pt>
          <cx:pt idx="487">7.9000000000000004</cx:pt>
          <cx:pt idx="488">7.5</cx:pt>
          <cx:pt idx="489">7.2999999999999998</cx:pt>
          <cx:pt idx="490">6.2000000000000002</cx:pt>
          <cx:pt idx="491">7.4000000000000004</cx:pt>
          <cx:pt idx="492">8.6999999999999993</cx:pt>
          <cx:pt idx="493">7.7000000000000002</cx:pt>
          <cx:pt idx="494">7.0999999999999996</cx:pt>
          <cx:pt idx="495">6</cx:pt>
          <cx:pt idx="496">8.4000000000000004</cx:pt>
          <cx:pt idx="497">7.4000000000000004</cx:pt>
          <cx:pt idx="498">6.5999999999999996</cx:pt>
          <cx:pt idx="499">6.5999999999999996</cx:pt>
          <cx:pt idx="500">5.0999999999999996</cx:pt>
          <cx:pt idx="501">7.7000000000000002</cx:pt>
          <cx:pt idx="502">8</cx:pt>
          <cx:pt idx="503">6.5999999999999996</cx:pt>
          <cx:pt idx="504">7.2000000000000002</cx:pt>
          <cx:pt idx="505">5.5</cx:pt>
          <cx:pt idx="506">8</cx:pt>
          <cx:pt idx="507">5.2000000000000002</cx:pt>
          <cx:pt idx="508">7.9000000000000004</cx:pt>
          <cx:pt idx="509">7.5999999999999996</cx:pt>
          <cx:pt idx="510">6.2000000000000002</cx:pt>
          <cx:pt idx="511">7.2000000000000002</cx:pt>
          <cx:pt idx="512">7.4000000000000004</cx:pt>
          <cx:pt idx="513">7.7000000000000002</cx:pt>
          <cx:pt idx="514">7</cx:pt>
          <cx:pt idx="515">5.2999999999999998</cx:pt>
          <cx:pt idx="516">7.4000000000000004</cx:pt>
          <cx:pt idx="517">6.2999999999999998</cx:pt>
          <cx:pt idx="518">6.0999999999999996</cx:pt>
          <cx:pt idx="519">7.2000000000000002</cx:pt>
          <cx:pt idx="520">7.5999999999999996</cx:pt>
          <cx:pt idx="521">7.4000000000000004</cx:pt>
          <cx:pt idx="522">7.4000000000000004</cx:pt>
          <cx:pt idx="523">7.2000000000000002</cx:pt>
          <cx:pt idx="524">7.5</cx:pt>
          <cx:pt idx="525">8</cx:pt>
          <cx:pt idx="526">7.4000000000000004</cx:pt>
          <cx:pt idx="527">7.2999999999999998</cx:pt>
          <cx:pt idx="528">8.5</cx:pt>
          <cx:pt idx="529">7.4000000000000004</cx:pt>
          <cx:pt idx="530">7.2000000000000002</cx:pt>
          <cx:pt idx="531">4.0999999999999996</cx:pt>
          <cx:pt idx="533">7.5</cx:pt>
          <cx:pt idx="534">6.9000000000000004</cx:pt>
          <cx:pt idx="535">7.5999999999999996</cx:pt>
          <cx:pt idx="536">7.4000000000000004</cx:pt>
          <cx:pt idx="537">7.0999999999999996</cx:pt>
          <cx:pt idx="538">7.0999999999999996</cx:pt>
          <cx:pt idx="539">7.9000000000000004</cx:pt>
          <cx:pt idx="540">6.2999999999999998</cx:pt>
          <cx:pt idx="541">5</cx:pt>
          <cx:pt idx="542">6.7999999999999998</cx:pt>
          <cx:pt idx="543">7.2999999999999998</cx:pt>
          <cx:pt idx="544">6.2999999999999998</cx:pt>
          <cx:pt idx="545">7.0999999999999996</cx:pt>
          <cx:pt idx="546">6.9000000000000004</cx:pt>
          <cx:pt idx="547">7.4000000000000004</cx:pt>
          <cx:pt idx="548">7.7999999999999998</cx:pt>
          <cx:pt idx="549">7.7999999999999998</cx:pt>
          <cx:pt idx="550">6.2999999999999998</cx:pt>
          <cx:pt idx="551">6.7999999999999998</cx:pt>
          <cx:pt idx="552">7.5</cx:pt>
          <cx:pt idx="553">5.2999999999999998</cx:pt>
          <cx:pt idx="554">7.5999999999999996</cx:pt>
          <cx:pt idx="555">7.4000000000000004</cx:pt>
          <cx:pt idx="556">6.7999999999999998</cx:pt>
          <cx:pt idx="557">6.2000000000000002</cx:pt>
          <cx:pt idx="558">4.4000000000000004</cx:pt>
          <cx:pt idx="559">6.5999999999999996</cx:pt>
          <cx:pt idx="560">5.7000000000000002</cx:pt>
          <cx:pt idx="561">7.5</cx:pt>
          <cx:pt idx="562">7.2999999999999998</cx:pt>
          <cx:pt idx="563">7.2000000000000002</cx:pt>
          <cx:pt idx="564">8.6999999999999993</cx:pt>
          <cx:pt idx="565">7.7999999999999998</cx:pt>
          <cx:pt idx="566">6.5</cx:pt>
          <cx:pt idx="567">7.7000000000000002</cx:pt>
          <cx:pt idx="568">7.5999999999999996</cx:pt>
          <cx:pt idx="569">8.3000000000000007</cx:pt>
          <cx:pt idx="570">6.0999999999999996</cx:pt>
          <cx:pt idx="572">8.0999999999999996</cx:pt>
          <cx:pt idx="573">7</cx:pt>
          <cx:pt idx="574">6.9000000000000004</cx:pt>
          <cx:pt idx="575">8.0999999999999996</cx:pt>
          <cx:pt idx="576">7</cx:pt>
          <cx:pt idx="577">5.5999999999999996</cx:pt>
          <cx:pt idx="578">6.7999999999999998</cx:pt>
          <cx:pt idx="579">7.0999999999999996</cx:pt>
          <cx:pt idx="580">7.2000000000000002</cx:pt>
          <cx:pt idx="581">8</cx:pt>
          <cx:pt idx="582">8.4000000000000004</cx:pt>
          <cx:pt idx="583">7.2000000000000002</cx:pt>
          <cx:pt idx="584">5.2000000000000002</cx:pt>
          <cx:pt idx="585">7.9000000000000004</cx:pt>
          <cx:pt idx="586">5.2000000000000002</cx:pt>
          <cx:pt idx="587">2.8999999999999999</cx:pt>
          <cx:pt idx="588">5.2000000000000002</cx:pt>
          <cx:pt idx="589">4.2000000000000002</cx:pt>
          <cx:pt idx="590">5.0999999999999996</cx:pt>
          <cx:pt idx="591">6.7999999999999998</cx:pt>
          <cx:pt idx="592">8.4000000000000004</cx:pt>
          <cx:pt idx="593">5.5999999999999996</cx:pt>
          <cx:pt idx="594">5.5</cx:pt>
          <cx:pt idx="595">6.9000000000000004</cx:pt>
          <cx:pt idx="596">8</cx:pt>
          <cx:pt idx="597">5.2999999999999998</cx:pt>
          <cx:pt idx="598">6.4000000000000004</cx:pt>
          <cx:pt idx="599">4.2999999999999998</cx:pt>
          <cx:pt idx="600">7.2999999999999998</cx:pt>
          <cx:pt idx="601">5.2000000000000002</cx:pt>
          <cx:pt idx="602">3.5</cx:pt>
          <cx:pt idx="603">7</cx:pt>
          <cx:pt idx="604">5.5999999999999996</cx:pt>
          <cx:pt idx="605">6.4000000000000004</cx:pt>
          <cx:pt idx="606">4.7999999999999998</cx:pt>
          <cx:pt idx="607">6.5</cx:pt>
          <cx:pt idx="608">2.8999999999999999</cx:pt>
          <cx:pt idx="609">6.7000000000000002</cx:pt>
          <cx:pt idx="610">4.7999999999999998</cx:pt>
          <cx:pt idx="611">5.5999999999999996</cx:pt>
          <cx:pt idx="612">6.5</cx:pt>
          <cx:pt idx="613">6.4000000000000004</cx:pt>
          <cx:pt idx="614">6.4000000000000004</cx:pt>
          <cx:pt idx="615">6.2999999999999998</cx:pt>
          <cx:pt idx="616">7.0999999999999996</cx:pt>
          <cx:pt idx="617">7.4000000000000004</cx:pt>
          <cx:pt idx="618">7.2999999999999998</cx:pt>
          <cx:pt idx="619">5.9000000000000004</cx:pt>
          <cx:pt idx="620">6.2999999999999998</cx:pt>
          <cx:pt idx="621">5.5999999999999996</cx:pt>
          <cx:pt idx="622">7.7000000000000002</cx:pt>
          <cx:pt idx="623">6.5999999999999996</cx:pt>
          <cx:pt idx="624">7.5999999999999996</cx:pt>
          <cx:pt idx="625">4.2999999999999998</cx:pt>
          <cx:pt idx="626">8.4000000000000004</cx:pt>
          <cx:pt idx="627">5.5</cx:pt>
          <cx:pt idx="628">4.7999999999999998</cx:pt>
          <cx:pt idx="629">7.4000000000000004</cx:pt>
          <cx:pt idx="630">5.2000000000000002</cx:pt>
          <cx:pt idx="631">6.7999999999999998</cx:pt>
          <cx:pt idx="632">3.3999999999999999</cx:pt>
          <cx:pt idx="633">5.4000000000000004</cx:pt>
          <cx:pt idx="634">7.0999999999999996</cx:pt>
          <cx:pt idx="635">6.7000000000000002</cx:pt>
          <cx:pt idx="636">5.5</cx:pt>
          <cx:pt idx="637">6.7000000000000002</cx:pt>
          <cx:pt idx="638">7</cx:pt>
          <cx:pt idx="639">6.9000000000000004</cx:pt>
          <cx:pt idx="640">6.4000000000000004</cx:pt>
          <cx:pt idx="641">6.5</cx:pt>
          <cx:pt idx="642">6.0999999999999996</cx:pt>
          <cx:pt idx="643">8</cx:pt>
          <cx:pt idx="645">6.2999999999999998</cx:pt>
          <cx:pt idx="646">6.4000000000000004</cx:pt>
          <cx:pt idx="648">5.7000000000000002</cx:pt>
          <cx:pt idx="649">6.0999999999999996</cx:pt>
          <cx:pt idx="650">6.5</cx:pt>
          <cx:pt idx="651">7.4000000000000004</cx:pt>
          <cx:pt idx="652">8.5</cx:pt>
          <cx:pt idx="653">5.4000000000000004</cx:pt>
          <cx:pt idx="654">7.4000000000000004</cx:pt>
          <cx:pt idx="655">7.7000000000000002</cx:pt>
          <cx:pt idx="656">8.8000000000000007</cx:pt>
          <cx:pt idx="657">7.0999999999999996</cx:pt>
          <cx:pt idx="658">8.4000000000000004</cx:pt>
          <cx:pt idx="659">8.3000000000000007</cx:pt>
          <cx:pt idx="660">7.4000000000000004</cx:pt>
          <cx:pt idx="661">8.5999999999999996</cx:pt>
          <cx:pt idx="662">7.7999999999999998</cx:pt>
          <cx:pt idx="663">7.7000000000000002</cx:pt>
          <cx:pt idx="664">8.3000000000000007</cx:pt>
          <cx:pt idx="665">7.7000000000000002</cx:pt>
          <cx:pt idx="666">7.4000000000000004</cx:pt>
          <cx:pt idx="667">8.4000000000000004</cx:pt>
          <cx:pt idx="668">8.1999999999999993</cx:pt>
          <cx:pt idx="669">9</cx:pt>
          <cx:pt idx="670">7.5</cx:pt>
          <cx:pt idx="671">7.5</cx:pt>
          <cx:pt idx="672">7.7999999999999998</cx:pt>
          <cx:pt idx="673">6.7999999999999998</cx:pt>
          <cx:pt idx="674">5.7999999999999998</cx:pt>
          <cx:pt idx="675">6.2000000000000002</cx:pt>
          <cx:pt idx="676">6.4000000000000004</cx:pt>
          <cx:pt idx="677">6.2000000000000002</cx:pt>
          <cx:pt idx="678">7.4000000000000004</cx:pt>
          <cx:pt idx="679">7.7000000000000002</cx:pt>
          <cx:pt idx="680">8.4000000000000004</cx:pt>
          <cx:pt idx="681">7.5999999999999996</cx:pt>
          <cx:pt idx="682">6</cx:pt>
          <cx:pt idx="683">7.9000000000000004</cx:pt>
          <cx:pt idx="684">7.2000000000000002</cx:pt>
          <cx:pt idx="685">6.2000000000000002</cx:pt>
          <cx:pt idx="686">8.3000000000000007</cx:pt>
          <cx:pt idx="687">6.5999999999999996</cx:pt>
          <cx:pt idx="688">7.5</cx:pt>
          <cx:pt idx="689">7</cx:pt>
          <cx:pt idx="690">6.4000000000000004</cx:pt>
          <cx:pt idx="691">5.9000000000000004</cx:pt>
          <cx:pt idx="692">6.5999999999999996</cx:pt>
          <cx:pt idx="693">6.4000000000000004</cx:pt>
          <cx:pt idx="694">4.5</cx:pt>
          <cx:pt idx="695">5.9000000000000004</cx:pt>
          <cx:pt idx="696">8</cx:pt>
          <cx:pt idx="697">7.9000000000000004</cx:pt>
          <cx:pt idx="698">7.4000000000000004</cx:pt>
          <cx:pt idx="699">6.7999999999999998</cx:pt>
          <cx:pt idx="700">7.2999999999999998</cx:pt>
          <cx:pt idx="701">8.1999999999999993</cx:pt>
          <cx:pt idx="702">6</cx:pt>
          <cx:pt idx="703">7.5</cx:pt>
          <cx:pt idx="704">7.2999999999999998</cx:pt>
          <cx:pt idx="705">4.0999999999999996</cx:pt>
          <cx:pt idx="706">6.2000000000000002</cx:pt>
          <cx:pt idx="707">8.1999999999999993</cx:pt>
          <cx:pt idx="708">7.7999999999999998</cx:pt>
          <cx:pt idx="709">5.9000000000000004</cx:pt>
          <cx:pt idx="710">6.0999999999999996</cx:pt>
          <cx:pt idx="711">5.4000000000000004</cx:pt>
          <cx:pt idx="712">6.9000000000000004</cx:pt>
          <cx:pt idx="713">8.3000000000000007</cx:pt>
          <cx:pt idx="714">5.5999999999999996</cx:pt>
          <cx:pt idx="715">5.4000000000000004</cx:pt>
          <cx:pt idx="716">3.2999999999999998</cx:pt>
          <cx:pt idx="717">6.4000000000000004</cx:pt>
          <cx:pt idx="718">8.0999999999999996</cx:pt>
          <cx:pt idx="719">8.1999999999999993</cx:pt>
          <cx:pt idx="720">6.2000000000000002</cx:pt>
          <cx:pt idx="721">7.7999999999999998</cx:pt>
          <cx:pt idx="722">5</cx:pt>
          <cx:pt idx="723">7.0999999999999996</cx:pt>
          <cx:pt idx="724">7.5</cx:pt>
          <cx:pt idx="725">8</cx:pt>
          <cx:pt idx="726">5.7000000000000002</cx:pt>
          <cx:pt idx="727">7.4000000000000004</cx:pt>
          <cx:pt idx="728">7.5999999999999996</cx:pt>
          <cx:pt idx="729">6.7999999999999998</cx:pt>
          <cx:pt idx="730">7.7000000000000002</cx:pt>
          <cx:pt idx="731">8</cx:pt>
          <cx:pt idx="732">8.4000000000000004</cx:pt>
          <cx:pt idx="733">8.1999999999999993</cx:pt>
          <cx:pt idx="734">7.4000000000000004</cx:pt>
          <cx:pt idx="735">7.0999999999999996</cx:pt>
          <cx:pt idx="736">7.2000000000000002</cx:pt>
          <cx:pt idx="737">7.4000000000000004</cx:pt>
          <cx:pt idx="738">6.2999999999999998</cx:pt>
          <cx:pt idx="739">6.5</cx:pt>
          <cx:pt idx="740">8.0999999999999996</cx:pt>
          <cx:pt idx="741">5.7999999999999998</cx:pt>
          <cx:pt idx="742">8</cx:pt>
          <cx:pt idx="743">7.7000000000000002</cx:pt>
          <cx:pt idx="744">6.7999999999999998</cx:pt>
          <cx:pt idx="745">7.0999999999999996</cx:pt>
          <cx:pt idx="746">8.1999999999999993</cx:pt>
          <cx:pt idx="747">8.0999999999999996</cx:pt>
          <cx:pt idx="748">6.7999999999999998</cx:pt>
          <cx:pt idx="749">6.0999999999999996</cx:pt>
          <cx:pt idx="750">6.2999999999999998</cx:pt>
          <cx:pt idx="751">5.9000000000000004</cx:pt>
          <cx:pt idx="752">5.7999999999999998</cx:pt>
          <cx:pt idx="753">6.5999999999999996</cx:pt>
          <cx:pt idx="754">7.5999999999999996</cx:pt>
          <cx:pt idx="755">7.0999999999999996</cx:pt>
          <cx:pt idx="756">7</cx:pt>
          <cx:pt idx="757">6.4000000000000004</cx:pt>
          <cx:pt idx="758">6.7000000000000002</cx:pt>
          <cx:pt idx="759">6.5</cx:pt>
          <cx:pt idx="760">7.7000000000000002</cx:pt>
          <cx:pt idx="761">6.0999999999999996</cx:pt>
          <cx:pt idx="762">6.4000000000000004</cx:pt>
          <cx:pt idx="763">7.7999999999999998</cx:pt>
          <cx:pt idx="764">7.4000000000000004</cx:pt>
          <cx:pt idx="765">7.0999999999999996</cx:pt>
          <cx:pt idx="766">4.7000000000000002</cx:pt>
          <cx:pt idx="767">7</cx:pt>
          <cx:pt idx="768">7.4000000000000004</cx:pt>
          <cx:pt idx="769">7.5</cx:pt>
          <cx:pt idx="770">6.5999999999999996</cx:pt>
          <cx:pt idx="771">5</cx:pt>
          <cx:pt idx="772">7.2999999999999998</cx:pt>
          <cx:pt idx="773">6.4000000000000004</cx:pt>
          <cx:pt idx="774">8.5</cx:pt>
          <cx:pt idx="775">5.9000000000000004</cx:pt>
          <cx:pt idx="776">5.4000000000000004</cx:pt>
          <cx:pt idx="777">8.0999999999999996</cx:pt>
          <cx:pt idx="778">6</cx:pt>
          <cx:pt idx="779">7.2999999999999998</cx:pt>
          <cx:pt idx="780">6.4000000000000004</cx:pt>
          <cx:pt idx="781">5.2000000000000002</cx:pt>
          <cx:pt idx="782">6</cx:pt>
          <cx:pt idx="784">6.5999999999999996</cx:pt>
          <cx:pt idx="785">4.5999999999999996</cx:pt>
          <cx:pt idx="786">7.2999999999999998</cx:pt>
          <cx:pt idx="787">8.1999999999999993</cx:pt>
          <cx:pt idx="788">5.2999999999999998</cx:pt>
          <cx:pt idx="789">5.2000000000000002</cx:pt>
          <cx:pt idx="790">6.9000000000000004</cx:pt>
          <cx:pt idx="791">6.9000000000000004</cx:pt>
          <cx:pt idx="792">6.7000000000000002</cx:pt>
          <cx:pt idx="793">6.7000000000000002</cx:pt>
          <cx:pt idx="794">5.0999999999999996</cx:pt>
          <cx:pt idx="795">4.2000000000000002</cx:pt>
          <cx:pt idx="796">5.7999999999999998</cx:pt>
          <cx:pt idx="797">2</cx:pt>
          <cx:pt idx="798">6.9000000000000004</cx:pt>
          <cx:pt idx="799">7.5999999999999996</cx:pt>
          <cx:pt idx="800">5.5</cx:pt>
          <cx:pt idx="801">7.2000000000000002</cx:pt>
          <cx:pt idx="802">6.5999999999999996</cx:pt>
          <cx:pt idx="803">5.0999999999999996</cx:pt>
          <cx:pt idx="804">7.2000000000000002</cx:pt>
          <cx:pt idx="805">6</cx:pt>
          <cx:pt idx="806">6.2999999999999998</cx:pt>
          <cx:pt idx="807">6.2000000000000002</cx:pt>
          <cx:pt idx="808">8.0999999999999996</cx:pt>
          <cx:pt idx="809">5.0999999999999996</cx:pt>
          <cx:pt idx="810">7.9000000000000004</cx:pt>
          <cx:pt idx="811">6</cx:pt>
          <cx:pt idx="812">5.2000000000000002</cx:pt>
          <cx:pt idx="813">5.7999999999999998</cx:pt>
          <cx:pt idx="814">4.5</cx:pt>
          <cx:pt idx="815">5.2999999999999998</cx:pt>
          <cx:pt idx="816">5.5999999999999996</cx:pt>
          <cx:pt idx="817">7.2000000000000002</cx:pt>
          <cx:pt idx="818">9</cx:pt>
          <cx:pt idx="819">3.2000000000000002</cx:pt>
          <cx:pt idx="820">6.2999999999999998</cx:pt>
          <cx:pt idx="821">6.2999999999999998</cx:pt>
          <cx:pt idx="822">7.0999999999999996</cx:pt>
          <cx:pt idx="823">6.4000000000000004</cx:pt>
          <cx:pt idx="824">3.8999999999999999</cx:pt>
          <cx:pt idx="825">6.9000000000000004</cx:pt>
          <cx:pt idx="826">7.5</cx:pt>
          <cx:pt idx="827">5.9000000000000004</cx:pt>
          <cx:pt idx="828">6.0999999999999996</cx:pt>
          <cx:pt idx="829">4.2999999999999998</cx:pt>
          <cx:pt idx="830">5.0999999999999996</cx:pt>
          <cx:pt idx="831">5</cx:pt>
          <cx:pt idx="832">7.0999999999999996</cx:pt>
          <cx:pt idx="833">7.5999999999999996</cx:pt>
          <cx:pt idx="834">7.7999999999999998</cx:pt>
          <cx:pt idx="835">5.2000000000000002</cx:pt>
          <cx:pt idx="836">8.1999999999999993</cx:pt>
          <cx:pt idx="837">7.7999999999999998</cx:pt>
          <cx:pt idx="838">8</cx:pt>
          <cx:pt idx="839">3.7999999999999998</cx:pt>
          <cx:pt idx="840">6.5</cx:pt>
          <cx:pt idx="841">7</cx:pt>
          <cx:pt idx="842">6.5</cx:pt>
          <cx:pt idx="843">6.2999999999999998</cx:pt>
          <cx:pt idx="844">6.7000000000000002</cx:pt>
          <cx:pt idx="845">6.4000000000000004</cx:pt>
          <cx:pt idx="847">5.9000000000000004</cx:pt>
          <cx:pt idx="848">6.7999999999999998</cx:pt>
          <cx:pt idx="849">6.7000000000000002</cx:pt>
          <cx:pt idx="850">5.2999999999999998</cx:pt>
          <cx:pt idx="851">4.9000000000000004</cx:pt>
          <cx:pt idx="852">7</cx:pt>
          <cx:pt idx="853">6.2999999999999998</cx:pt>
          <cx:pt idx="854">8.4000000000000004</cx:pt>
          <cx:pt idx="855">8.8000000000000007</cx:pt>
          <cx:pt idx="856">9</cx:pt>
          <cx:pt idx="857">8</cx:pt>
          <cx:pt idx="858">6.0999999999999996</cx:pt>
          <cx:pt idx="859">7.2000000000000002</cx:pt>
          <cx:pt idx="860">7.5999999999999996</cx:pt>
          <cx:pt idx="861">7.7999999999999998</cx:pt>
          <cx:pt idx="862">7.7999999999999998</cx:pt>
          <cx:pt idx="863">6.5</cx:pt>
          <cx:pt idx="864">8</cx:pt>
          <cx:pt idx="865">7.5</cx:pt>
          <cx:pt idx="866">8</cx:pt>
          <cx:pt idx="867">6.7000000000000002</cx:pt>
          <cx:pt idx="868">7.5999999999999996</cx:pt>
          <cx:pt idx="869">7.2000000000000002</cx:pt>
          <cx:pt idx="870">8.0999999999999996</cx:pt>
          <cx:pt idx="871">5.7000000000000002</cx:pt>
          <cx:pt idx="872">8.0999999999999996</cx:pt>
          <cx:pt idx="873">7.5</cx:pt>
          <cx:pt idx="874">7.7999999999999998</cx:pt>
          <cx:pt idx="875">7.4000000000000004</cx:pt>
          <cx:pt idx="876">7.5</cx:pt>
          <cx:pt idx="877">6.5</cx:pt>
          <cx:pt idx="878">8.8000000000000007</cx:pt>
          <cx:pt idx="879">8.6999999999999993</cx:pt>
          <cx:pt idx="880">5.5999999999999996</cx:pt>
          <cx:pt idx="881">6.5</cx:pt>
          <cx:pt idx="882">6.5</cx:pt>
          <cx:pt idx="883">6.4000000000000004</cx:pt>
          <cx:pt idx="884">8.0999999999999996</cx:pt>
          <cx:pt idx="885">8.3000000000000007</cx:pt>
          <cx:pt idx="886">7.7999999999999998</cx:pt>
          <cx:pt idx="887">6.2999999999999998</cx:pt>
          <cx:pt idx="888">7.2000000000000002</cx:pt>
          <cx:pt idx="889">8</cx:pt>
          <cx:pt idx="890">8.5999999999999996</cx:pt>
          <cx:pt idx="891">7.5999999999999996</cx:pt>
          <cx:pt idx="892">5.2999999999999998</cx:pt>
          <cx:pt idx="893">6.2999999999999998</cx:pt>
          <cx:pt idx="894">7.9000000000000004</cx:pt>
          <cx:pt idx="895">6.4000000000000004</cx:pt>
          <cx:pt idx="896">6.5999999999999996</cx:pt>
          <cx:pt idx="897">6.9000000000000004</cx:pt>
          <cx:pt idx="898">5.2000000000000002</cx:pt>
          <cx:pt idx="899">8.0999999999999996</cx:pt>
          <cx:pt idx="900">6.9000000000000004</cx:pt>
          <cx:pt idx="901">7.2000000000000002</cx:pt>
          <cx:pt idx="902">5.5999999999999996</cx:pt>
          <cx:pt idx="903">7</cx:pt>
          <cx:pt idx="904">3.5</cx:pt>
          <cx:pt idx="905">7.9000000000000004</cx:pt>
          <cx:pt idx="906">6.7999999999999998</cx:pt>
          <cx:pt idx="907">7.7999999999999998</cx:pt>
          <cx:pt idx="908">6.2999999999999998</cx:pt>
          <cx:pt idx="909">8.0999999999999996</cx:pt>
          <cx:pt idx="910">8.5999999999999996</cx:pt>
          <cx:pt idx="911">7.5</cx:pt>
          <cx:pt idx="912">6.5999999999999996</cx:pt>
          <cx:pt idx="913">4.7999999999999998</cx:pt>
          <cx:pt idx="914">6.2999999999999998</cx:pt>
          <cx:pt idx="915">7.5</cx:pt>
          <cx:pt idx="916">5.9000000000000004</cx:pt>
          <cx:pt idx="917">6.7999999999999998</cx:pt>
          <cx:pt idx="918">5.4000000000000004</cx:pt>
          <cx:pt idx="919">5.0999999999999996</cx:pt>
          <cx:pt idx="920">5.5</cx:pt>
          <cx:pt idx="921">8.0999999999999996</cx:pt>
          <cx:pt idx="922">8.3000000000000007</cx:pt>
          <cx:pt idx="923">5.7000000000000002</cx:pt>
          <cx:pt idx="924">7.0999999999999996</cx:pt>
          <cx:pt idx="925">7.0999999999999996</cx:pt>
          <cx:pt idx="926">7.9000000000000004</cx:pt>
          <cx:pt idx="927">7.2999999999999998</cx:pt>
          <cx:pt idx="928">5.7999999999999998</cx:pt>
          <cx:pt idx="929">6.9000000000000004</cx:pt>
          <cx:pt idx="930">5.5</cx:pt>
          <cx:pt idx="931">6.2999999999999998</cx:pt>
          <cx:pt idx="932">6.4000000000000004</cx:pt>
          <cx:pt idx="933">5.7000000000000002</cx:pt>
          <cx:pt idx="934">6.9000000000000004</cx:pt>
          <cx:pt idx="935">5.5999999999999996</cx:pt>
          <cx:pt idx="936">5.5999999999999996</cx:pt>
          <cx:pt idx="937">7.0999999999999996</cx:pt>
          <cx:pt idx="939">6.0999999999999996</cx:pt>
          <cx:pt idx="940">8</cx:pt>
          <cx:pt idx="941">7.5</cx:pt>
          <cx:pt idx="942">7.7000000000000002</cx:pt>
          <cx:pt idx="943">7.7000000000000002</cx:pt>
          <cx:pt idx="944">5.5999999999999996</cx:pt>
          <cx:pt idx="945">8.3000000000000007</cx:pt>
          <cx:pt idx="946">5.2999999999999998</cx:pt>
          <cx:pt idx="947">7.0999999999999996</cx:pt>
          <cx:pt idx="948">6</cx:pt>
          <cx:pt idx="949">5.5999999999999996</cx:pt>
          <cx:pt idx="950">7.2999999999999998</cx:pt>
          <cx:pt idx="951">6.4000000000000004</cx:pt>
          <cx:pt idx="952">7.0999999999999996</cx:pt>
          <cx:pt idx="953">8.1999999999999993</cx:pt>
          <cx:pt idx="954">7.5</cx:pt>
          <cx:pt idx="955">5.2000000000000002</cx:pt>
          <cx:pt idx="956">7.2999999999999998</cx:pt>
          <cx:pt idx="957">8</cx:pt>
          <cx:pt idx="958">7.5999999999999996</cx:pt>
          <cx:pt idx="959">5.0999999999999996</cx:pt>
          <cx:pt idx="960">7.7999999999999998</cx:pt>
          <cx:pt idx="961">8.3000000000000007</cx:pt>
          <cx:pt idx="962">5</cx:pt>
          <cx:pt idx="963">4.5999999999999996</cx:pt>
          <cx:pt idx="964">7.4000000000000004</cx:pt>
          <cx:pt idx="965">6.2000000000000002</cx:pt>
          <cx:pt idx="966">6.9000000000000004</cx:pt>
          <cx:pt idx="967">6</cx:pt>
          <cx:pt idx="968">5.7999999999999998</cx:pt>
          <cx:pt idx="969">8.0999999999999996</cx:pt>
          <cx:pt idx="970">7.2999999999999998</cx:pt>
          <cx:pt idx="971">8.1999999999999993</cx:pt>
          <cx:pt idx="972">6.5</cx:pt>
          <cx:pt idx="973">6.4000000000000004</cx:pt>
          <cx:pt idx="974">6.7000000000000002</cx:pt>
          <cx:pt idx="975">6.0999999999999996</cx:pt>
          <cx:pt idx="976">6.7999999999999998</cx:pt>
          <cx:pt idx="977">6</cx:pt>
          <cx:pt idx="978">8.1999999999999993</cx:pt>
          <cx:pt idx="979">7.7000000000000002</cx:pt>
          <cx:pt idx="980">6.5999999999999996</cx:pt>
          <cx:pt idx="981">6.0999999999999996</cx:pt>
          <cx:pt idx="982">6.4000000000000004</cx:pt>
          <cx:pt idx="983">6.7999999999999998</cx:pt>
          <cx:pt idx="984">7.5999999999999996</cx:pt>
          <cx:pt idx="985">4.7999999999999998</cx:pt>
          <cx:pt idx="986">6.2000000000000002</cx:pt>
          <cx:pt idx="987">6.5</cx:pt>
          <cx:pt idx="988">4.5999999999999996</cx:pt>
          <cx:pt idx="989">7.2999999999999998</cx:pt>
          <cx:pt idx="990">6.5999999999999996</cx:pt>
          <cx:pt idx="991">7.5</cx:pt>
          <cx:pt idx="992">8.5999999999999996</cx:pt>
          <cx:pt idx="993">4.2999999999999998</cx:pt>
          <cx:pt idx="994">6.7999999999999998</cx:pt>
          <cx:pt idx="995">8.0999999999999996</cx:pt>
          <cx:pt idx="996">6.9000000000000004</cx:pt>
          <cx:pt idx="997">7</cx:pt>
          <cx:pt idx="998">7.2999999999999998</cx:pt>
          <cx:pt idx="999">4</cx:pt>
          <cx:pt idx="1000">6.4000000000000004</cx:pt>
          <cx:pt idx="1001">7.2999999999999998</cx:pt>
          <cx:pt idx="1002">7.9000000000000004</cx:pt>
          <cx:pt idx="1003">6.2999999999999998</cx:pt>
          <cx:pt idx="1004">6.5</cx:pt>
          <cx:pt idx="1005">7.5999999999999996</cx:pt>
          <cx:pt idx="1006">7.2000000000000002</cx:pt>
          <cx:pt idx="1007">7.5999999999999996</cx:pt>
          <cx:pt idx="1008">8.1999999999999993</cx:pt>
          <cx:pt idx="1009">6.7000000000000002</cx:pt>
          <cx:pt idx="1010">6.0999999999999996</cx:pt>
          <cx:pt idx="1011">7</cx:pt>
          <cx:pt idx="1012">8.5</cx:pt>
          <cx:pt idx="1013">8.5999999999999996</cx:pt>
          <cx:pt idx="1014">7.5999999999999996</cx:pt>
          <cx:pt idx="1015">7.9000000000000004</cx:pt>
          <cx:pt idx="1016">6.2999999999999998</cx:pt>
          <cx:pt idx="1017">5</cx:pt>
          <cx:pt idx="1018">6.4000000000000004</cx:pt>
          <cx:pt idx="1019">7.7999999999999998</cx:pt>
          <cx:pt idx="1020">6.5999999999999996</cx:pt>
          <cx:pt idx="1021">7.7999999999999998</cx:pt>
          <cx:pt idx="1022">7.0999999999999996</cx:pt>
          <cx:pt idx="1023">6.9000000000000004</cx:pt>
          <cx:pt idx="1024">3.8999999999999999</cx:pt>
          <cx:pt idx="1025">6.9000000000000004</cx:pt>
          <cx:pt idx="1026">7</cx:pt>
          <cx:pt idx="1027">6.7999999999999998</cx:pt>
          <cx:pt idx="1028">6.2000000000000002</cx:pt>
          <cx:pt idx="1029">8</cx:pt>
          <cx:pt idx="1030">9</cx:pt>
          <cx:pt idx="1031">5.2999999999999998</cx:pt>
          <cx:pt idx="1032">7.5999999999999996</cx:pt>
          <cx:pt idx="1033">7.5999999999999996</cx:pt>
          <cx:pt idx="1034">4.7999999999999998</cx:pt>
          <cx:pt idx="1035">6.9000000000000004</cx:pt>
          <cx:pt idx="1036">8.1999999999999993</cx:pt>
          <cx:pt idx="1037">7.2000000000000002</cx:pt>
          <cx:pt idx="1038">8</cx:pt>
          <cx:pt idx="1039">4.5999999999999996</cx:pt>
          <cx:pt idx="1040">5.4000000000000004</cx:pt>
          <cx:pt idx="1041">8</cx:pt>
          <cx:pt idx="1042">6</cx:pt>
          <cx:pt idx="1043">7.2000000000000002</cx:pt>
          <cx:pt idx="1044">6.7000000000000002</cx:pt>
          <cx:pt idx="1045">6.7999999999999998</cx:pt>
          <cx:pt idx="1046">6.7999999999999998</cx:pt>
          <cx:pt idx="1047">6</cx:pt>
          <cx:pt idx="1048">7</cx:pt>
          <cx:pt idx="1049">7.7999999999999998</cx:pt>
          <cx:pt idx="1050">7.0999999999999996</cx:pt>
          <cx:pt idx="1051">7.5999999999999996</cx:pt>
          <cx:pt idx="1052">6.4000000000000004</cx:pt>
          <cx:pt idx="1053">5.7999999999999998</cx:pt>
          <cx:pt idx="1054">7.2000000000000002</cx:pt>
          <cx:pt idx="1055">7.2999999999999998</cx:pt>
          <cx:pt idx="1056">6.5</cx:pt>
          <cx:pt idx="1057">6.5</cx:pt>
          <cx:pt idx="1058">7.4000000000000004</cx:pt>
          <cx:pt idx="1059">5.0999999999999996</cx:pt>
          <cx:pt idx="1060">7.9000000000000004</cx:pt>
          <cx:pt idx="1061">7.2999999999999998</cx:pt>
          <cx:pt idx="1062">6.2000000000000002</cx:pt>
          <cx:pt idx="1063">5.5999999999999996</cx:pt>
          <cx:pt idx="1064">7.5</cx:pt>
          <cx:pt idx="1065">5</cx:pt>
          <cx:pt idx="1066">6.4000000000000004</cx:pt>
          <cx:pt idx="1067">5.4000000000000004</cx:pt>
          <cx:pt idx="1068">7.0999999999999996</cx:pt>
          <cx:pt idx="1069">7.2999999999999998</cx:pt>
          <cx:pt idx="1070">5.2999999999999998</cx:pt>
          <cx:pt idx="1071">7.7000000000000002</cx:pt>
          <cx:pt idx="1072">4.5</cx:pt>
          <cx:pt idx="1073">7</cx:pt>
          <cx:pt idx="1074">6.7000000000000002</cx:pt>
          <cx:pt idx="1075">5.7999999999999998</cx:pt>
          <cx:pt idx="1076">5.4000000000000004</cx:pt>
          <cx:pt idx="1077">6.4000000000000004</cx:pt>
          <cx:pt idx="1078">7.2999999999999998</cx:pt>
          <cx:pt idx="1079">7.2999999999999998</cx:pt>
          <cx:pt idx="1080">6.5999999999999996</cx:pt>
          <cx:pt idx="1081">6.4000000000000004</cx:pt>
          <cx:pt idx="1082">7.7999999999999998</cx:pt>
          <cx:pt idx="1083">5.9000000000000004</cx:pt>
          <cx:pt idx="1084">7.2999999999999998</cx:pt>
          <cx:pt idx="1085">5.5</cx:pt>
          <cx:pt idx="1086">6.7000000000000002</cx:pt>
          <cx:pt idx="1087">6.7000000000000002</cx:pt>
          <cx:pt idx="1088">6.4000000000000004</cx:pt>
          <cx:pt idx="1089">6.2999999999999998</cx:pt>
          <cx:pt idx="1090">6.2000000000000002</cx:pt>
          <cx:pt idx="1091">5.9000000000000004</cx:pt>
          <cx:pt idx="1092">5.0999999999999996</cx:pt>
          <cx:pt idx="1093">4.5</cx:pt>
          <cx:pt idx="1094">6.0999999999999996</cx:pt>
          <cx:pt idx="1095">7.4000000000000004</cx:pt>
          <cx:pt idx="1096">5.2999999999999998</cx:pt>
          <cx:pt idx="1097">5.2000000000000002</cx:pt>
          <cx:pt idx="1098">1.7</cx:pt>
          <cx:pt idx="1099">7.2000000000000002</cx:pt>
          <cx:pt idx="1100">5.2000000000000002</cx:pt>
          <cx:pt idx="1101">6.4000000000000004</cx:pt>
          <cx:pt idx="1102">3.8999999999999999</cx:pt>
          <cx:pt idx="1103">5.5999999999999996</cx:pt>
          <cx:pt idx="1104">8.3000000000000007</cx:pt>
          <cx:pt idx="1105">6.7000000000000002</cx:pt>
          <cx:pt idx="1106">5.7999999999999998</cx:pt>
          <cx:pt idx="1107">6.2999999999999998</cx:pt>
          <cx:pt idx="1108">7.7999999999999998</cx:pt>
          <cx:pt idx="1109">7.2999999999999998</cx:pt>
          <cx:pt idx="1110">7.2999999999999998</cx:pt>
          <cx:pt idx="1111">6.9000000000000004</cx:pt>
          <cx:pt idx="1112">6.2999999999999998</cx:pt>
          <cx:pt idx="1113">5.5</cx:pt>
          <cx:pt idx="1114">5.5</cx:pt>
          <cx:pt idx="1115">5.7000000000000002</cx:pt>
          <cx:pt idx="1116">6.2000000000000002</cx:pt>
          <cx:pt idx="1117">7.4000000000000004</cx:pt>
          <cx:pt idx="1118">4.9000000000000004</cx:pt>
          <cx:pt idx="1119">7</cx:pt>
          <cx:pt idx="1120">2.6000000000000001</cx:pt>
          <cx:pt idx="1121">8</cx:pt>
          <cx:pt idx="1122">6.5999999999999996</cx:pt>
          <cx:pt idx="1123">7.0999999999999996</cx:pt>
          <cx:pt idx="1125">6.9000000000000004</cx:pt>
          <cx:pt idx="1126">3.7999999999999998</cx:pt>
          <cx:pt idx="1127">6.9000000000000004</cx:pt>
          <cx:pt idx="1128">4</cx:pt>
          <cx:pt idx="1129">7.4000000000000004</cx:pt>
          <cx:pt idx="1130">4.7999999999999998</cx:pt>
          <cx:pt idx="1131">7.0999999999999996</cx:pt>
          <cx:pt idx="1132">8.5999999999999996</cx:pt>
          <cx:pt idx="1133">6.0999999999999996</cx:pt>
          <cx:pt idx="1134">6.0999999999999996</cx:pt>
          <cx:pt idx="1135">6</cx:pt>
          <cx:pt idx="1136">5.0999999999999996</cx:pt>
          <cx:pt idx="1137">8.8000000000000007</cx:pt>
          <cx:pt idx="1138">8.5</cx:pt>
          <cx:pt idx="1139">8.6999999999999993</cx:pt>
          <cx:pt idx="1140">8.5</cx:pt>
          <cx:pt idx="1141">8.4000000000000004</cx:pt>
          <cx:pt idx="1142">8.1999999999999993</cx:pt>
          <cx:pt idx="1143">8.1999999999999993</cx:pt>
          <cx:pt idx="1144">8.4000000000000004</cx:pt>
          <cx:pt idx="1145">8.6999999999999993</cx:pt>
          <cx:pt idx="1146">7.5999999999999996</cx:pt>
          <cx:pt idx="1147">7.9000000000000004</cx:pt>
          <cx:pt idx="1148">8.6999999999999993</cx:pt>
          <cx:pt idx="1149">8.3000000000000007</cx:pt>
          <cx:pt idx="1150">7.7999999999999998</cx:pt>
          <cx:pt idx="1151">7.5999999999999996</cx:pt>
          <cx:pt idx="1152">7.2999999999999998</cx:pt>
          <cx:pt idx="1153">8.0999999999999996</cx:pt>
          <cx:pt idx="1154">6.7999999999999998</cx:pt>
          <cx:pt idx="1155">8.3000000000000007</cx:pt>
          <cx:pt idx="1156">6.0999999999999996</cx:pt>
          <cx:pt idx="1157">8.1999999999999993</cx:pt>
          <cx:pt idx="1158">8.0999999999999996</cx:pt>
          <cx:pt idx="1159">6.7999999999999998</cx:pt>
          <cx:pt idx="1160">7</cx:pt>
          <cx:pt idx="1161">7.0999999999999996</cx:pt>
          <cx:pt idx="1162">5.2999999999999998</cx:pt>
          <cx:pt idx="1163">7.5999999999999996</cx:pt>
          <cx:pt idx="1164">7.5</cx:pt>
          <cx:pt idx="1165">7.0999999999999996</cx:pt>
          <cx:pt idx="1166">7.9000000000000004</cx:pt>
          <cx:pt idx="1167">8.3000000000000007</cx:pt>
          <cx:pt idx="1168">8.1999999999999993</cx:pt>
          <cx:pt idx="1169">7.0999999999999996</cx:pt>
          <cx:pt idx="1170">5.4000000000000004</cx:pt>
          <cx:pt idx="1171">7.7000000000000002</cx:pt>
          <cx:pt idx="1172">7.7000000000000002</cx:pt>
          <cx:pt idx="1173">7.7999999999999998</cx:pt>
          <cx:pt idx="1174">6.5</cx:pt>
          <cx:pt idx="1175">7.9000000000000004</cx:pt>
          <cx:pt idx="1176">6.7000000000000002</cx:pt>
          <cx:pt idx="1177">7.0999999999999996</cx:pt>
          <cx:pt idx="1178">8</cx:pt>
          <cx:pt idx="1179">6.9000000000000004</cx:pt>
          <cx:pt idx="1180">8.8000000000000007</cx:pt>
          <cx:pt idx="1181">7.7000000000000002</cx:pt>
          <cx:pt idx="1182">7.5</cx:pt>
          <cx:pt idx="1183">9</cx:pt>
          <cx:pt idx="1184">7.9000000000000004</cx:pt>
          <cx:pt idx="1185">7.7999999999999998</cx:pt>
          <cx:pt idx="1186">7.2999999999999998</cx:pt>
          <cx:pt idx="1187">6.2999999999999998</cx:pt>
          <cx:pt idx="1188">7.5</cx:pt>
          <cx:pt idx="1189">7.0999999999999996</cx:pt>
          <cx:pt idx="1190">7.9000000000000004</cx:pt>
          <cx:pt idx="1191">7.2999999999999998</cx:pt>
          <cx:pt idx="1192">7.5999999999999996</cx:pt>
          <cx:pt idx="1193">7.2000000000000002</cx:pt>
          <cx:pt idx="1194">6.2000000000000002</cx:pt>
          <cx:pt idx="1195">7.7999999999999998</cx:pt>
          <cx:pt idx="1196">8.0999999999999996</cx:pt>
          <cx:pt idx="1197">7.9000000000000004</cx:pt>
          <cx:pt idx="1198">5.4000000000000004</cx:pt>
          <cx:pt idx="1199">7.4000000000000004</cx:pt>
          <cx:pt idx="1200">5.9000000000000004</cx:pt>
          <cx:pt idx="1201">6.2999999999999998</cx:pt>
          <cx:pt idx="1202">7.5999999999999996</cx:pt>
          <cx:pt idx="1203">8.3000000000000007</cx:pt>
          <cx:pt idx="1204">6.7999999999999998</cx:pt>
          <cx:pt idx="1205">8.1999999999999993</cx:pt>
          <cx:pt idx="1206">7.0999999999999996</cx:pt>
          <cx:pt idx="1207">8</cx:pt>
          <cx:pt idx="1208">7.5999999999999996</cx:pt>
          <cx:pt idx="1209">6.5999999999999996</cx:pt>
          <cx:pt idx="1210">8.5</cx:pt>
          <cx:pt idx="1211">8.0999999999999996</cx:pt>
          <cx:pt idx="1212">7.2999999999999998</cx:pt>
          <cx:pt idx="1213">7.7000000000000002</cx:pt>
          <cx:pt idx="1214">7.0999999999999996</cx:pt>
          <cx:pt idx="1215">5.5</cx:pt>
          <cx:pt idx="1216">7.2000000000000002</cx:pt>
          <cx:pt idx="1217">7.4000000000000004</cx:pt>
          <cx:pt idx="1218">6.7000000000000002</cx:pt>
          <cx:pt idx="1219">6</cx:pt>
          <cx:pt idx="1220">7.4000000000000004</cx:pt>
          <cx:pt idx="1221">6.5999999999999996</cx:pt>
          <cx:pt idx="1222">7.5999999999999996</cx:pt>
          <cx:pt idx="1223">7.2999999999999998</cx:pt>
          <cx:pt idx="1224">7.7000000000000002</cx:pt>
          <cx:pt idx="1225">7.5</cx:pt>
          <cx:pt idx="1226">8.3000000000000007</cx:pt>
          <cx:pt idx="1227">7.5999999999999996</cx:pt>
          <cx:pt idx="1228">6.7999999999999998</cx:pt>
          <cx:pt idx="1229">7.4000000000000004</cx:pt>
          <cx:pt idx="1230">7</cx:pt>
          <cx:pt idx="1231">6.7000000000000002</cx:pt>
          <cx:pt idx="1232">6.9000000000000004</cx:pt>
          <cx:pt idx="1233">7.2999999999999998</cx:pt>
          <cx:pt idx="1234">8.5999999999999996</cx:pt>
          <cx:pt idx="1235">7.0999999999999996</cx:pt>
          <cx:pt idx="1236">6.4000000000000004</cx:pt>
          <cx:pt idx="1237">6.5999999999999996</cx:pt>
          <cx:pt idx="1238">5.2999999999999998</cx:pt>
          <cx:pt idx="1239">6.5999999999999996</cx:pt>
          <cx:pt idx="1240">6.2000000000000002</cx:pt>
          <cx:pt idx="1241">8</cx:pt>
          <cx:pt idx="1242">7.2999999999999998</cx:pt>
          <cx:pt idx="1243">8.3000000000000007</cx:pt>
          <cx:pt idx="1244">8.1999999999999993</cx:pt>
          <cx:pt idx="1245">6.4000000000000004</cx:pt>
          <cx:pt idx="1246">6.2999999999999998</cx:pt>
          <cx:pt idx="1247">6.2999999999999998</cx:pt>
          <cx:pt idx="1248">5.2999999999999998</cx:pt>
          <cx:pt idx="1249">6.7999999999999998</cx:pt>
          <cx:pt idx="1250">6.5999999999999996</cx:pt>
          <cx:pt idx="1251">8.1999999999999993</cx:pt>
          <cx:pt idx="1252">6.0999999999999996</cx:pt>
          <cx:pt idx="1253">7.5999999999999996</cx:pt>
          <cx:pt idx="1254">6.2999999999999998</cx:pt>
          <cx:pt idx="1255">7.5</cx:pt>
          <cx:pt idx="1256">6.0999999999999996</cx:pt>
          <cx:pt idx="1257">7.5999999999999996</cx:pt>
          <cx:pt idx="1258">7.0999999999999996</cx:pt>
          <cx:pt idx="1259">7</cx:pt>
          <cx:pt idx="1260">6.2000000000000002</cx:pt>
          <cx:pt idx="1261">4.2999999999999998</cx:pt>
          <cx:pt idx="1262">6.7999999999999998</cx:pt>
          <cx:pt idx="1263">7.7000000000000002</cx:pt>
          <cx:pt idx="1264">8.4000000000000004</cx:pt>
          <cx:pt idx="1265">7.9000000000000004</cx:pt>
          <cx:pt idx="1266">6.5</cx:pt>
          <cx:pt idx="1267">6.7000000000000002</cx:pt>
          <cx:pt idx="1268">8.5</cx:pt>
          <cx:pt idx="1269">8.4000000000000004</cx:pt>
          <cx:pt idx="1270">7.2999999999999998</cx:pt>
          <cx:pt idx="1271">7.5999999999999996</cx:pt>
          <cx:pt idx="1272">8.4000000000000004</cx:pt>
          <cx:pt idx="1273">6</cx:pt>
          <cx:pt idx="1274">4.7999999999999998</cx:pt>
          <cx:pt idx="1275">5.2999999999999998</cx:pt>
          <cx:pt idx="1276">7.2000000000000002</cx:pt>
          <cx:pt idx="1277">7</cx:pt>
          <cx:pt idx="1278">6.5</cx:pt>
          <cx:pt idx="1279">5.9000000000000004</cx:pt>
          <cx:pt idx="1280">7.5999999999999996</cx:pt>
          <cx:pt idx="1281">7.2000000000000002</cx:pt>
          <cx:pt idx="1282">7</cx:pt>
          <cx:pt idx="1283">7.0999999999999996</cx:pt>
          <cx:pt idx="1284">7.0999999999999996</cx:pt>
          <cx:pt idx="1285">5.9000000000000004</cx:pt>
          <cx:pt idx="1286">8.4000000000000004</cx:pt>
          <cx:pt idx="1287">8.1999999999999993</cx:pt>
          <cx:pt idx="1288">7.2999999999999998</cx:pt>
          <cx:pt idx="1289">7.5999999999999996</cx:pt>
          <cx:pt idx="1290">6.2999999999999998</cx:pt>
          <cx:pt idx="1291">8.1999999999999993</cx:pt>
          <cx:pt idx="1292">5.5</cx:pt>
          <cx:pt idx="1293">8.4000000000000004</cx:pt>
          <cx:pt idx="1294">6.0999999999999996</cx:pt>
          <cx:pt idx="1295">6.2999999999999998</cx:pt>
          <cx:pt idx="1296">7.2000000000000002</cx:pt>
          <cx:pt idx="1297">7.7000000000000002</cx:pt>
          <cx:pt idx="1298">8.0999999999999996</cx:pt>
          <cx:pt idx="1299">6</cx:pt>
          <cx:pt idx="1300">5.5999999999999996</cx:pt>
          <cx:pt idx="1301">7.2000000000000002</cx:pt>
          <cx:pt idx="1302">7.2999999999999998</cx:pt>
          <cx:pt idx="1303">7.2999999999999998</cx:pt>
          <cx:pt idx="1304">5.5</cx:pt>
          <cx:pt idx="1305">5.7000000000000002</cx:pt>
          <cx:pt idx="1306">7.2999999999999998</cx:pt>
          <cx:pt idx="1307">7.0999999999999996</cx:pt>
          <cx:pt idx="1308">6.0999999999999996</cx:pt>
          <cx:pt idx="1309">4.7999999999999998</cx:pt>
          <cx:pt idx="1310">5.7999999999999998</cx:pt>
          <cx:pt idx="1311">4.0999999999999996</cx:pt>
          <cx:pt idx="1312">5.7999999999999998</cx:pt>
          <cx:pt idx="1313">6.2999999999999998</cx:pt>
          <cx:pt idx="1314">5.7000000000000002</cx:pt>
          <cx:pt idx="1315">8.4000000000000004</cx:pt>
          <cx:pt idx="1316">6.7000000000000002</cx:pt>
          <cx:pt idx="1317">6.9000000000000004</cx:pt>
          <cx:pt idx="1318">7.5</cx:pt>
          <cx:pt idx="1319">7</cx:pt>
          <cx:pt idx="1320">7.5999999999999996</cx:pt>
          <cx:pt idx="1321">6.9000000000000004</cx:pt>
          <cx:pt idx="1322">5.7999999999999998</cx:pt>
          <cx:pt idx="1323">7.4000000000000004</cx:pt>
          <cx:pt idx="1324">8</cx:pt>
          <cx:pt idx="1325">6.9000000000000004</cx:pt>
          <cx:pt idx="1326">6.7000000000000002</cx:pt>
          <cx:pt idx="1327">5.2999999999999998</cx:pt>
          <cx:pt idx="1328">7.7999999999999998</cx:pt>
          <cx:pt idx="1329">6.5999999999999996</cx:pt>
          <cx:pt idx="1330">8.4000000000000004</cx:pt>
          <cx:pt idx="1331">8.4000000000000004</cx:pt>
          <cx:pt idx="1332">8.5999999999999996</cx:pt>
          <cx:pt idx="1333">6</cx:pt>
          <cx:pt idx="1334">8.4000000000000004</cx:pt>
          <cx:pt idx="1335">6.2000000000000002</cx:pt>
          <cx:pt idx="1336">5.4000000000000004</cx:pt>
          <cx:pt idx="1337">4.5999999999999996</cx:pt>
          <cx:pt idx="1338">9.1999999999999993</cx:pt>
          <cx:pt idx="1339">6.5999999999999996</cx:pt>
          <cx:pt idx="1340">7.5</cx:pt>
          <cx:pt idx="1341">5.7000000000000002</cx:pt>
          <cx:pt idx="1342">7</cx:pt>
          <cx:pt idx="1343">6.2999999999999998</cx:pt>
          <cx:pt idx="1344">6.2000000000000002</cx:pt>
          <cx:pt idx="1345">8.1999999999999993</cx:pt>
          <cx:pt idx="1346">7.7000000000000002</cx:pt>
          <cx:pt idx="1347">6.4000000000000004</cx:pt>
          <cx:pt idx="1348">7.2999999999999998</cx:pt>
          <cx:pt idx="1349">8.1999999999999993</cx:pt>
          <cx:pt idx="1350">8.1999999999999993</cx:pt>
          <cx:pt idx="1351">6.7999999999999998</cx:pt>
          <cx:pt idx="1352">5.9000000000000004</cx:pt>
          <cx:pt idx="1353">6</cx:pt>
          <cx:pt idx="1354">7.2000000000000002</cx:pt>
          <cx:pt idx="1355">5.5</cx:pt>
          <cx:pt idx="1356">6.9000000000000004</cx:pt>
          <cx:pt idx="1357">8.6999999999999993</cx:pt>
          <cx:pt idx="1358">8.1999999999999993</cx:pt>
          <cx:pt idx="1359">7</cx:pt>
          <cx:pt idx="1360">5.5</cx:pt>
          <cx:pt idx="1361">7.4000000000000004</cx:pt>
          <cx:pt idx="1362">6.7000000000000002</cx:pt>
          <cx:pt idx="1363">5.9000000000000004</cx:pt>
          <cx:pt idx="1364">4.0999999999999996</cx:pt>
          <cx:pt idx="1365">6.5</cx:pt>
          <cx:pt idx="1366">5.4000000000000004</cx:pt>
          <cx:pt idx="1367">6</cx:pt>
          <cx:pt idx="1368">6.0999999999999996</cx:pt>
          <cx:pt idx="1369">5.2000000000000002</cx:pt>
          <cx:pt idx="1370">7.4000000000000004</cx:pt>
          <cx:pt idx="1371">5.5999999999999996</cx:pt>
          <cx:pt idx="1372">7.5</cx:pt>
          <cx:pt idx="1373">8.1999999999999993</cx:pt>
          <cx:pt idx="1374">7.4000000000000004</cx:pt>
          <cx:pt idx="1375">7.9000000000000004</cx:pt>
          <cx:pt idx="1376">7.2999999999999998</cx:pt>
          <cx:pt idx="1377">5.7000000000000002</cx:pt>
          <cx:pt idx="1378">6.7000000000000002</cx:pt>
          <cx:pt idx="1379">5.5</cx:pt>
          <cx:pt idx="1380">5.7000000000000002</cx:pt>
          <cx:pt idx="1381">5.7000000000000002</cx:pt>
          <cx:pt idx="1382">4.5</cx:pt>
          <cx:pt idx="1383">5.2999999999999998</cx:pt>
          <cx:pt idx="1384">7.2000000000000002</cx:pt>
          <cx:pt idx="1385">5.9000000000000004</cx:pt>
          <cx:pt idx="1386">4.5</cx:pt>
          <cx:pt idx="1387">6.0999999999999996</cx:pt>
          <cx:pt idx="1388">6.0999999999999996</cx:pt>
          <cx:pt idx="1389">6.7000000000000002</cx:pt>
          <cx:pt idx="1390">8.0999999999999996</cx:pt>
          <cx:pt idx="1391">6.5999999999999996</cx:pt>
          <cx:pt idx="1392">7.9000000000000004</cx:pt>
          <cx:pt idx="1393">6.7999999999999998</cx:pt>
          <cx:pt idx="1394">8.3000000000000007</cx:pt>
          <cx:pt idx="1395">5.7999999999999998</cx:pt>
          <cx:pt idx="1396">5.9000000000000004</cx:pt>
          <cx:pt idx="1397">6.5999999999999996</cx:pt>
          <cx:pt idx="1398">7.5</cx:pt>
          <cx:pt idx="1399">5</cx:pt>
          <cx:pt idx="1400">8.0999999999999996</cx:pt>
          <cx:pt idx="1401">6.7999999999999998</cx:pt>
          <cx:pt idx="1402">6.5</cx:pt>
          <cx:pt idx="1403">7.5999999999999996</cx:pt>
          <cx:pt idx="1404">6.7999999999999998</cx:pt>
          <cx:pt idx="1405">5.7999999999999998</cx:pt>
          <cx:pt idx="1406">6</cx:pt>
          <cx:pt idx="1407">6.7999999999999998</cx:pt>
          <cx:pt idx="1408">6.5999999999999996</cx:pt>
          <cx:pt idx="1409">7.7999999999999998</cx:pt>
          <cx:pt idx="1410">5.2999999999999998</cx:pt>
          <cx:pt idx="1411">6.0999999999999996</cx:pt>
          <cx:pt idx="1412">7.7000000000000002</cx:pt>
          <cx:pt idx="1413">6.9000000000000004</cx:pt>
          <cx:pt idx="1414">7.4000000000000004</cx:pt>
          <cx:pt idx="1415">8</cx:pt>
          <cx:pt idx="1416">5.2999999999999998</cx:pt>
          <cx:pt idx="1417">7.7000000000000002</cx:pt>
          <cx:pt idx="1418">4.0999999999999996</cx:pt>
          <cx:pt idx="1419">6.7000000000000002</cx:pt>
          <cx:pt idx="1420">7.0999999999999996</cx:pt>
          <cx:pt idx="1421">7.9000000000000004</cx:pt>
          <cx:pt idx="1422">5.5</cx:pt>
          <cx:pt idx="1423">7.5999999999999996</cx:pt>
          <cx:pt idx="1424">7.9000000000000004</cx:pt>
          <cx:pt idx="1425">5.5999999999999996</cx:pt>
          <cx:pt idx="1426">6.7999999999999998</cx:pt>
          <cx:pt idx="1427">7.4000000000000004</cx:pt>
          <cx:pt idx="1428">6.4000000000000004</cx:pt>
          <cx:pt idx="1429">7.9000000000000004</cx:pt>
          <cx:pt idx="1430">4.9000000000000004</cx:pt>
          <cx:pt idx="1431">7.2000000000000002</cx:pt>
          <cx:pt idx="1432">7.2999999999999998</cx:pt>
          <cx:pt idx="1433">5.0999999999999996</cx:pt>
          <cx:pt idx="1434">5.7000000000000002</cx:pt>
          <cx:pt idx="1435">8.0999999999999996</cx:pt>
          <cx:pt idx="1436">8.3000000000000007</cx:pt>
          <cx:pt idx="1437">6.7999999999999998</cx:pt>
          <cx:pt idx="1438">8.4000000000000004</cx:pt>
          <cx:pt idx="1439">7.4000000000000004</cx:pt>
          <cx:pt idx="1440">3.6000000000000001</cx:pt>
          <cx:pt idx="1441">8.0999999999999996</cx:pt>
          <cx:pt idx="1442">6.7000000000000002</cx:pt>
          <cx:pt idx="1443">5.5999999999999996</cx:pt>
          <cx:pt idx="1444">7.7999999999999998</cx:pt>
          <cx:pt idx="1445">6.5999999999999996</cx:pt>
          <cx:pt idx="1446">7.4000000000000004</cx:pt>
          <cx:pt idx="1447">6.2000000000000002</cx:pt>
          <cx:pt idx="1448">7.7000000000000002</cx:pt>
          <cx:pt idx="1449">6.2999999999999998</cx:pt>
          <cx:pt idx="1450">5.7000000000000002</cx:pt>
          <cx:pt idx="1451">3.1000000000000001</cx:pt>
          <cx:pt idx="1452">7.4000000000000004</cx:pt>
          <cx:pt idx="1453">6.0999999999999996</cx:pt>
          <cx:pt idx="1454">7.7000000000000002</cx:pt>
          <cx:pt idx="1455">6.2000000000000002</cx:pt>
          <cx:pt idx="1456">6.4000000000000004</cx:pt>
          <cx:pt idx="1457">7.0999999999999996</cx:pt>
          <cx:pt idx="1458">5.5999999999999996</cx:pt>
          <cx:pt idx="1459">7.4000000000000004</cx:pt>
          <cx:pt idx="1460">5.7999999999999998</cx:pt>
          <cx:pt idx="1461">7.2999999999999998</cx:pt>
          <cx:pt idx="1462">6.5</cx:pt>
          <cx:pt idx="1463">6</cx:pt>
          <cx:pt idx="1464">5.9000000000000004</cx:pt>
          <cx:pt idx="1465">6.2000000000000002</cx:pt>
          <cx:pt idx="1466">7.7000000000000002</cx:pt>
          <cx:pt idx="1467">6.7000000000000002</cx:pt>
          <cx:pt idx="1468">8.3000000000000007</cx:pt>
          <cx:pt idx="1469">5.4000000000000004</cx:pt>
          <cx:pt idx="1470">5.4000000000000004</cx:pt>
          <cx:pt idx="1471">6.9000000000000004</cx:pt>
          <cx:pt idx="1472">6.2999999999999998</cx:pt>
          <cx:pt idx="1473">7.0999999999999996</cx:pt>
          <cx:pt idx="1474">6.2999999999999998</cx:pt>
          <cx:pt idx="1475">8.1999999999999993</cx:pt>
          <cx:pt idx="1476">7.5999999999999996</cx:pt>
          <cx:pt idx="1477">6.9000000000000004</cx:pt>
          <cx:pt idx="1478">7.7999999999999998</cx:pt>
          <cx:pt idx="1479">7.4000000000000004</cx:pt>
          <cx:pt idx="1480">5.9000000000000004</cx:pt>
          <cx:pt idx="1481">6.7000000000000002</cx:pt>
          <cx:pt idx="1482">7.5</cx:pt>
          <cx:pt idx="1483">7</cx:pt>
          <cx:pt idx="1484">5.7000000000000002</cx:pt>
          <cx:pt idx="1485">7</cx:pt>
          <cx:pt idx="1486">7.0999999999999996</cx:pt>
          <cx:pt idx="1487">7.5</cx:pt>
          <cx:pt idx="1488">8.8000000000000007</cx:pt>
          <cx:pt idx="1489">8.4000000000000004</cx:pt>
          <cx:pt idx="1490">7.2000000000000002</cx:pt>
          <cx:pt idx="1491">5.5999999999999996</cx:pt>
          <cx:pt idx="1492">7.7000000000000002</cx:pt>
          <cx:pt idx="1493">5.7999999999999998</cx:pt>
          <cx:pt idx="1494">6.2000000000000002</cx:pt>
          <cx:pt idx="1495">8</cx:pt>
          <cx:pt idx="1496">6.9000000000000004</cx:pt>
          <cx:pt idx="1497">7.0999999999999996</cx:pt>
          <cx:pt idx="1498">6.7999999999999998</cx:pt>
          <cx:pt idx="1499">7.2999999999999998</cx:pt>
          <cx:pt idx="1500">6.2000000000000002</cx:pt>
          <cx:pt idx="1501">7.2999999999999998</cx:pt>
          <cx:pt idx="1502">6.7000000000000002</cx:pt>
          <cx:pt idx="1503">5.2999999999999998</cx:pt>
          <cx:pt idx="1504">6.5</cx:pt>
          <cx:pt idx="1505">7.5</cx:pt>
          <cx:pt idx="1506">7.0999999999999996</cx:pt>
          <cx:pt idx="1507">6.5999999999999996</cx:pt>
          <cx:pt idx="1508">4.4000000000000004</cx:pt>
          <cx:pt idx="1509">7.5999999999999996</cx:pt>
          <cx:pt idx="1510">7.2999999999999998</cx:pt>
          <cx:pt idx="1511">6.2999999999999998</cx:pt>
          <cx:pt idx="1512">7.0999999999999996</cx:pt>
          <cx:pt idx="1513">6.2999999999999998</cx:pt>
          <cx:pt idx="1514">5</cx:pt>
          <cx:pt idx="1515">6.0999999999999996</cx:pt>
          <cx:pt idx="1516">5.9000000000000004</cx:pt>
          <cx:pt idx="1518">7.4000000000000004</cx:pt>
          <cx:pt idx="1519">6.9000000000000004</cx:pt>
          <cx:pt idx="1520">7.2000000000000002</cx:pt>
          <cx:pt idx="1521">7.9000000000000004</cx:pt>
          <cx:pt idx="1522">7.5</cx:pt>
          <cx:pt idx="1523">7.2999999999999998</cx:pt>
          <cx:pt idx="1524">6.4000000000000004</cx:pt>
          <cx:pt idx="1525">6.0999999999999996</cx:pt>
          <cx:pt idx="1526">5.7999999999999998</cx:pt>
          <cx:pt idx="1527">5.5</cx:pt>
          <cx:pt idx="1528">8.8000000000000007</cx:pt>
          <cx:pt idx="1529">3.7000000000000002</cx:pt>
          <cx:pt idx="1530">6.2999999999999998</cx:pt>
          <cx:pt idx="1531">6.0999999999999996</cx:pt>
          <cx:pt idx="1532">6.5</cx:pt>
          <cx:pt idx="1533">5.9000000000000004</cx:pt>
          <cx:pt idx="1534">7.9000000000000004</cx:pt>
          <cx:pt idx="1535">6.2000000000000002</cx:pt>
          <cx:pt idx="1536">6.5999999999999996</cx:pt>
          <cx:pt idx="1537">6.0999999999999996</cx:pt>
          <cx:pt idx="1538">5.7999999999999998</cx:pt>
          <cx:pt idx="1539">5.0999999999999996</cx:pt>
          <cx:pt idx="1540">8.0999999999999996</cx:pt>
          <cx:pt idx="1541">5.7999999999999998</cx:pt>
          <cx:pt idx="1542">6.5999999999999996</cx:pt>
          <cx:pt idx="1543">7</cx:pt>
          <cx:pt idx="1544">7.2000000000000002</cx:pt>
          <cx:pt idx="1545">5.0999999999999996</cx:pt>
          <cx:pt idx="1546">1.8999999999999999</cx:pt>
          <cx:pt idx="1547">5</cx:pt>
          <cx:pt idx="1548">6.5</cx:pt>
          <cx:pt idx="1549">7.2999999999999998</cx:pt>
          <cx:pt idx="1550">6.5</cx:pt>
          <cx:pt idx="1551">7.7000000000000002</cx:pt>
          <cx:pt idx="1552">2.7999999999999998</cx:pt>
          <cx:pt idx="1553">7.0999999999999996</cx:pt>
          <cx:pt idx="1554">2.7000000000000002</cx:pt>
          <cx:pt idx="1555">7.4000000000000004</cx:pt>
          <cx:pt idx="1556">7.2000000000000002</cx:pt>
          <cx:pt idx="1557">7.2999999999999998</cx:pt>
          <cx:pt idx="1558">5.4000000000000004</cx:pt>
          <cx:pt idx="1559">6.7999999999999998</cx:pt>
          <cx:pt idx="1560">6.7999999999999998</cx:pt>
          <cx:pt idx="1561">6.2000000000000002</cx:pt>
          <cx:pt idx="1562">6.2999999999999998</cx:pt>
          <cx:pt idx="1563">5.7000000000000002</cx:pt>
          <cx:pt idx="1564">5.4000000000000004</cx:pt>
          <cx:pt idx="1565">6.7999999999999998</cx:pt>
          <cx:pt idx="1566">5.2999999999999998</cx:pt>
          <cx:pt idx="1567">6</cx:pt>
          <cx:pt idx="1568">7.7999999999999998</cx:pt>
          <cx:pt idx="1569">6.7000000000000002</cx:pt>
          <cx:pt idx="1570">7</cx:pt>
          <cx:pt idx="1571">6.5999999999999996</cx:pt>
          <cx:pt idx="1572">5.9000000000000004</cx:pt>
          <cx:pt idx="1573">7.5</cx:pt>
          <cx:pt idx="1574">5.4000000000000004</cx:pt>
          <cx:pt idx="1575">6.7999999999999998</cx:pt>
          <cx:pt idx="1576">6.5999999999999996</cx:pt>
          <cx:pt idx="1577">7</cx:pt>
          <cx:pt idx="1578">5</cx:pt>
          <cx:pt idx="1579">8.4000000000000004</cx:pt>
          <cx:pt idx="1580">7.2000000000000002</cx:pt>
          <cx:pt idx="1581">5.9000000000000004</cx:pt>
          <cx:pt idx="1582">7.7000000000000002</cx:pt>
          <cx:pt idx="1583">7.2999999999999998</cx:pt>
          <cx:pt idx="1584">6.9000000000000004</cx:pt>
          <cx:pt idx="1585">5.2000000000000002</cx:pt>
          <cx:pt idx="1587">6.5</cx:pt>
          <cx:pt idx="1588">5.5</cx:pt>
          <cx:pt idx="1589">7.5</cx:pt>
          <cx:pt idx="1590">6.4000000000000004</cx:pt>
          <cx:pt idx="1591">4.7000000000000002</cx:pt>
          <cx:pt idx="1592">7.2999999999999998</cx:pt>
          <cx:pt idx="1593">6.5999999999999996</cx:pt>
          <cx:pt idx="1594">8.3000000000000007</cx:pt>
          <cx:pt idx="1595">3.6000000000000001</cx:pt>
          <cx:pt idx="1596">7.5</cx:pt>
          <cx:pt idx="1597">5.0999999999999996</cx:pt>
          <cx:pt idx="1598">5.5999999999999996</cx:pt>
          <cx:pt idx="1599">6.2000000000000002</cx:pt>
          <cx:pt idx="1600">7.0999999999999996</cx:pt>
          <cx:pt idx="1601">7.4000000000000004</cx:pt>
          <cx:pt idx="1602">5.0999999999999996</cx:pt>
          <cx:pt idx="1603">6.4000000000000004</cx:pt>
          <cx:pt idx="1604">7.5</cx:pt>
          <cx:pt idx="1605">6.5999999999999996</cx:pt>
          <cx:pt idx="1606">4.7999999999999998</cx:pt>
          <cx:pt idx="1607">6.5999999999999996</cx:pt>
          <cx:pt idx="1608">4.5</cx:pt>
          <cx:pt idx="1609">4.7999999999999998</cx:pt>
          <cx:pt idx="1610">6.5</cx:pt>
          <cx:pt idx="1611">5.9000000000000004</cx:pt>
          <cx:pt idx="1612">3.7999999999999998</cx:pt>
          <cx:pt idx="1613">5.2000000000000002</cx:pt>
          <cx:pt idx="1614">5.5999999999999996</cx:pt>
          <cx:pt idx="1615">4.4000000000000004</cx:pt>
          <cx:pt idx="1616">6.2000000000000002</cx:pt>
          <cx:pt idx="1617">7.2000000000000002</cx:pt>
          <cx:pt idx="1618">7</cx:pt>
          <cx:pt idx="1619">5</cx:pt>
          <cx:pt idx="1620">6.5999999999999996</cx:pt>
          <cx:pt idx="1621">7.9000000000000004</cx:pt>
          <cx:pt idx="1622">4.7000000000000002</cx:pt>
          <cx:pt idx="1623">6.7999999999999998</cx:pt>
          <cx:pt idx="1624">5.4000000000000004</cx:pt>
          <cx:pt idx="1625">6.7999999999999998</cx:pt>
          <cx:pt idx="1626">7</cx:pt>
          <cx:pt idx="1627">6.7999999999999998</cx:pt>
          <cx:pt idx="1628">6.2000000000000002</cx:pt>
          <cx:pt idx="1629">6.4000000000000004</cx:pt>
          <cx:pt idx="1630">5</cx:pt>
          <cx:pt idx="1631">6.5999999999999996</cx:pt>
          <cx:pt idx="1632">6.4000000000000004</cx:pt>
          <cx:pt idx="1633">6.2999999999999998</cx:pt>
          <cx:pt idx="1634">6.0999999999999996</cx:pt>
          <cx:pt idx="1635">6.7000000000000002</cx:pt>
          <cx:pt idx="1636">6.0999999999999996</cx:pt>
          <cx:pt idx="1637">8.4000000000000004</cx:pt>
          <cx:pt idx="1638">4.5</cx:pt>
          <cx:pt idx="1639">6.5</cx:pt>
          <cx:pt idx="1640">7.2999999999999998</cx:pt>
          <cx:pt idx="1641">7.4000000000000004</cx:pt>
          <cx:pt idx="1642">4.7999999999999998</cx:pt>
          <cx:pt idx="1643">5.7000000000000002</cx:pt>
          <cx:pt idx="1644">6.0999999999999996</cx:pt>
          <cx:pt idx="1645">4.0999999999999996</cx:pt>
          <cx:pt idx="1646">5.5</cx:pt>
          <cx:pt idx="1647">6.4000000000000004</cx:pt>
          <cx:pt idx="1648">5.5</cx:pt>
          <cx:pt idx="1649">5.5</cx:pt>
          <cx:pt idx="1650">5.5</cx:pt>
          <cx:pt idx="1651">7.2000000000000002</cx:pt>
          <cx:pt idx="1652">6.7000000000000002</cx:pt>
          <cx:pt idx="1653">1.5</cx:pt>
          <cx:pt idx="1654">7.4000000000000004</cx:pt>
          <cx:pt idx="1655">6</cx:pt>
          <cx:pt idx="1656">5.7999999999999998</cx:pt>
          <cx:pt idx="1657">5.2000000000000002</cx:pt>
          <cx:pt idx="1658">6.2999999999999998</cx:pt>
          <cx:pt idx="1659">5.2000000000000002</cx:pt>
          <cx:pt idx="1660">6.9000000000000004</cx:pt>
          <cx:pt idx="1661">6.5999999999999996</cx:pt>
          <cx:pt idx="1662">5.0999999999999996</cx:pt>
          <cx:pt idx="1663">7.5999999999999996</cx:pt>
          <cx:pt idx="1664">7.2000000000000002</cx:pt>
          <cx:pt idx="1665">6.7999999999999998</cx:pt>
          <cx:pt idx="1666">6.7000000000000002</cx:pt>
          <cx:pt idx="1667">6.7000000000000002</cx:pt>
          <cx:pt idx="1668">6.5</cx:pt>
          <cx:pt idx="1669">7.7000000000000002</cx:pt>
          <cx:pt idx="1670">6.9000000000000004</cx:pt>
          <cx:pt idx="1671">6.9000000000000004</cx:pt>
          <cx:pt idx="1672">4.7999999999999998</cx:pt>
          <cx:pt idx="1673">5.7000000000000002</cx:pt>
          <cx:pt idx="1674">6.2999999999999998</cx:pt>
          <cx:pt idx="1675">7.0999999999999996</cx:pt>
          <cx:pt idx="1676">4.2999999999999998</cx:pt>
          <cx:pt idx="1677">4.5</cx:pt>
          <cx:pt idx="1678">5</cx:pt>
          <cx:pt idx="1679">6.4000000000000004</cx:pt>
          <cx:pt idx="1680">6.5999999999999996</cx:pt>
          <cx:pt idx="1681">3.7000000000000002</cx:pt>
          <cx:pt idx="1682">4.7999999999999998</cx:pt>
          <cx:pt idx="1683">2.7000000000000002</cx:pt>
          <cx:pt idx="1684">7.2000000000000002</cx:pt>
          <cx:pt idx="1685">5.5999999999999996</cx:pt>
          <cx:pt idx="1686">7.4000000000000004</cx:pt>
          <cx:pt idx="1687">5.2999999999999998</cx:pt>
          <cx:pt idx="1688">4.5</cx:pt>
          <cx:pt idx="1689">5.7999999999999998</cx:pt>
          <cx:pt idx="1690">6.2000000000000002</cx:pt>
          <cx:pt idx="1691">8</cx:pt>
          <cx:pt idx="1692">5.4000000000000004</cx:pt>
          <cx:pt idx="1693">6</cx:pt>
          <cx:pt idx="1694">5.0999999999999996</cx:pt>
          <cx:pt idx="1695">5.4000000000000004</cx:pt>
          <cx:pt idx="1696">6</cx:pt>
          <cx:pt idx="1697">2.1000000000000001</cx:pt>
          <cx:pt idx="1698">5.0999999999999996</cx:pt>
          <cx:pt idx="1699">6.2999999999999998</cx:pt>
          <cx:pt idx="1700">6.9000000000000004</cx:pt>
          <cx:pt idx="1701">5.5</cx:pt>
          <cx:pt idx="1702">6.0999999999999996</cx:pt>
          <cx:pt idx="1703">6.2000000000000002</cx:pt>
          <cx:pt idx="1704">6</cx:pt>
          <cx:pt idx="1705">6</cx:pt>
          <cx:pt idx="1706">5.2999999999999998</cx:pt>
          <cx:pt idx="1707">8.5</cx:pt>
          <cx:pt idx="1708">8.4000000000000004</cx:pt>
          <cx:pt idx="1709">7.9000000000000004</cx:pt>
          <cx:pt idx="1710">8</cx:pt>
          <cx:pt idx="1711">8.6999999999999993</cx:pt>
          <cx:pt idx="1712">6.9000000000000004</cx:pt>
          <cx:pt idx="1713">7.7999999999999998</cx:pt>
          <cx:pt idx="1714">7.7000000000000002</cx:pt>
          <cx:pt idx="1715">7.4000000000000004</cx:pt>
          <cx:pt idx="1716">6.7000000000000002</cx:pt>
          <cx:pt idx="1717">7.2999999999999998</cx:pt>
          <cx:pt idx="1718">8.5999999999999996</cx:pt>
          <cx:pt idx="1719">7</cx:pt>
          <cx:pt idx="1720">7.5999999999999996</cx:pt>
          <cx:pt idx="1721">7.4000000000000004</cx:pt>
          <cx:pt idx="1722">7.0999999999999996</cx:pt>
          <cx:pt idx="1723">7.4000000000000004</cx:pt>
          <cx:pt idx="1724">8.5999999999999996</cx:pt>
          <cx:pt idx="1725">7.7000000000000002</cx:pt>
          <cx:pt idx="1726">7.2999999999999998</cx:pt>
          <cx:pt idx="1727">8.3000000000000007</cx:pt>
          <cx:pt idx="1728">7.4000000000000004</cx:pt>
          <cx:pt idx="1729">7.7000000000000002</cx:pt>
          <cx:pt idx="1730">6.2999999999999998</cx:pt>
          <cx:pt idx="1731">7.5999999999999996</cx:pt>
          <cx:pt idx="1732">7.9000000000000004</cx:pt>
          <cx:pt idx="1733">7.7000000000000002</cx:pt>
          <cx:pt idx="1734">7.2999999999999998</cx:pt>
          <cx:pt idx="1735">7.4000000000000004</cx:pt>
          <cx:pt idx="1736">8.4000000000000004</cx:pt>
          <cx:pt idx="1737">4.5</cx:pt>
          <cx:pt idx="1738">8.5999999999999996</cx:pt>
          <cx:pt idx="1739">8.0999999999999996</cx:pt>
          <cx:pt idx="1740">7.7999999999999998</cx:pt>
          <cx:pt idx="1741">7.2999999999999998</cx:pt>
          <cx:pt idx="1742">8.0999999999999996</cx:pt>
          <cx:pt idx="1743">8.1999999999999993</cx:pt>
          <cx:pt idx="1744">7.9000000000000004</cx:pt>
          <cx:pt idx="1745">5</cx:pt>
          <cx:pt idx="1746">7.2000000000000002</cx:pt>
          <cx:pt idx="1747">7.2999999999999998</cx:pt>
          <cx:pt idx="1748">7.7999999999999998</cx:pt>
          <cx:pt idx="1749">8.6999999999999993</cx:pt>
          <cx:pt idx="1750">6.4000000000000004</cx:pt>
          <cx:pt idx="1751">6.5999999999999996</cx:pt>
          <cx:pt idx="1752">8.0999999999999996</cx:pt>
          <cx:pt idx="1753">7.2999999999999998</cx:pt>
          <cx:pt idx="1754">7.2999999999999998</cx:pt>
          <cx:pt idx="1755">7.9000000000000004</cx:pt>
          <cx:pt idx="1756">5.2000000000000002</cx:pt>
          <cx:pt idx="1757">6.7000000000000002</cx:pt>
          <cx:pt idx="1758">8.1999999999999993</cx:pt>
          <cx:pt idx="1759">8.0999999999999996</cx:pt>
          <cx:pt idx="1760">7.2000000000000002</cx:pt>
          <cx:pt idx="1761">8</cx:pt>
          <cx:pt idx="1762">5.7999999999999998</cx:pt>
          <cx:pt idx="1763">6.7000000000000002</cx:pt>
          <cx:pt idx="1764">7.2999999999999998</cx:pt>
          <cx:pt idx="1765">8.3000000000000007</cx:pt>
          <cx:pt idx="1766">6.2000000000000002</cx:pt>
          <cx:pt idx="1767">8.1999999999999993</cx:pt>
          <cx:pt idx="1768">6.7000000000000002</cx:pt>
          <cx:pt idx="1769">8.3000000000000007</cx:pt>
          <cx:pt idx="1770">7.7000000000000002</cx:pt>
          <cx:pt idx="1771">7.7000000000000002</cx:pt>
          <cx:pt idx="1772">7.2999999999999998</cx:pt>
          <cx:pt idx="1773">6.2999999999999998</cx:pt>
          <cx:pt idx="1774">7.7999999999999998</cx:pt>
          <cx:pt idx="1775">6.7999999999999998</cx:pt>
          <cx:pt idx="1776">8.0999999999999996</cx:pt>
          <cx:pt idx="1777">7.2000000000000002</cx:pt>
          <cx:pt idx="1778">8.1999999999999993</cx:pt>
          <cx:pt idx="1779">7.4000000000000004</cx:pt>
          <cx:pt idx="1780">6.7999999999999998</cx:pt>
          <cx:pt idx="1781">7</cx:pt>
          <cx:pt idx="1782">6.2999999999999998</cx:pt>
          <cx:pt idx="1783">7.9000000000000004</cx:pt>
          <cx:pt idx="1784">5.5</cx:pt>
          <cx:pt idx="1785">8.4000000000000004</cx:pt>
          <cx:pt idx="1786">8.4000000000000004</cx:pt>
          <cx:pt idx="1787">5.9000000000000004</cx:pt>
          <cx:pt idx="1788">7.2000000000000002</cx:pt>
          <cx:pt idx="1789">6.5</cx:pt>
          <cx:pt idx="1790">6</cx:pt>
          <cx:pt idx="1791">6.7000000000000002</cx:pt>
          <cx:pt idx="1792">8</cx:pt>
          <cx:pt idx="1793">5.5</cx:pt>
          <cx:pt idx="1794">6.9000000000000004</cx:pt>
          <cx:pt idx="1795">6.9000000000000004</cx:pt>
          <cx:pt idx="1796">6.7999999999999998</cx:pt>
          <cx:pt idx="1797">6.5</cx:pt>
          <cx:pt idx="1798">7.7000000000000002</cx:pt>
          <cx:pt idx="1799">7.0999999999999996</cx:pt>
          <cx:pt idx="1800">6.7999999999999998</cx:pt>
          <cx:pt idx="1801">7.5999999999999996</cx:pt>
          <cx:pt idx="1802">6.7999999999999998</cx:pt>
          <cx:pt idx="1803">6.4000000000000004</cx:pt>
          <cx:pt idx="1804">5.5</cx:pt>
          <cx:pt idx="1805">7.9000000000000004</cx:pt>
          <cx:pt idx="1806">7.4000000000000004</cx:pt>
          <cx:pt idx="1807">7.7999999999999998</cx:pt>
          <cx:pt idx="1808">6.5999999999999996</cx:pt>
          <cx:pt idx="1809">7.5</cx:pt>
          <cx:pt idx="1810">7</cx:pt>
          <cx:pt idx="1811">7.5</cx:pt>
          <cx:pt idx="1812">8.3000000000000007</cx:pt>
          <cx:pt idx="1813">6.9000000000000004</cx:pt>
          <cx:pt idx="1814">8.5</cx:pt>
          <cx:pt idx="1815">6.2000000000000002</cx:pt>
          <cx:pt idx="1816">8.4000000000000004</cx:pt>
          <cx:pt idx="1817">7.5999999999999996</cx:pt>
          <cx:pt idx="1818">6.4000000000000004</cx:pt>
          <cx:pt idx="1819">6.9000000000000004</cx:pt>
          <cx:pt idx="1820">7.5</cx:pt>
          <cx:pt idx="1821">7.2000000000000002</cx:pt>
          <cx:pt idx="1822">6</cx:pt>
          <cx:pt idx="1823">5.7999999999999998</cx:pt>
          <cx:pt idx="1824">5.9000000000000004</cx:pt>
          <cx:pt idx="1825">6.0999999999999996</cx:pt>
          <cx:pt idx="1826">6.9000000000000004</cx:pt>
          <cx:pt idx="1827">4.7999999999999998</cx:pt>
          <cx:pt idx="1828">6.4000000000000004</cx:pt>
          <cx:pt idx="1829">6.4000000000000004</cx:pt>
          <cx:pt idx="1830">5.7999999999999998</cx:pt>
          <cx:pt idx="1831">7.0999999999999996</cx:pt>
          <cx:pt idx="1832">3.8999999999999999</cx:pt>
          <cx:pt idx="1833">6.2999999999999998</cx:pt>
          <cx:pt idx="1834">8.4000000000000004</cx:pt>
          <cx:pt idx="1835">6.0999999999999996</cx:pt>
          <cx:pt idx="1836">6.9000000000000004</cx:pt>
          <cx:pt idx="1837">5.7000000000000002</cx:pt>
          <cx:pt idx="1838">6.4000000000000004</cx:pt>
          <cx:pt idx="1839">7</cx:pt>
          <cx:pt idx="1840">7.0999999999999996</cx:pt>
          <cx:pt idx="1841">7.2999999999999998</cx:pt>
          <cx:pt idx="1842">6.2000000000000002</cx:pt>
          <cx:pt idx="1843">7.5</cx:pt>
          <cx:pt idx="1844">5.7999999999999998</cx:pt>
          <cx:pt idx="1845">7.4000000000000004</cx:pt>
          <cx:pt idx="1846">6.5</cx:pt>
          <cx:pt idx="1847">8</cx:pt>
          <cx:pt idx="1848">7.7000000000000002</cx:pt>
          <cx:pt idx="1849">7.5</cx:pt>
          <cx:pt idx="1850">7.7999999999999998</cx:pt>
          <cx:pt idx="1851">8.5</cx:pt>
          <cx:pt idx="1852">7.2999999999999998</cx:pt>
          <cx:pt idx="1853">7.2999999999999998</cx:pt>
          <cx:pt idx="1854">6.2000000000000002</cx:pt>
          <cx:pt idx="1855">6.0999999999999996</cx:pt>
          <cx:pt idx="1856">8.0999999999999996</cx:pt>
          <cx:pt idx="1857">5.5</cx:pt>
          <cx:pt idx="1858">7.2000000000000002</cx:pt>
          <cx:pt idx="1859">5.2999999999999998</cx:pt>
          <cx:pt idx="1860">6.7000000000000002</cx:pt>
          <cx:pt idx="1861">7</cx:pt>
          <cx:pt idx="1862">5.2000000000000002</cx:pt>
          <cx:pt idx="1863">8.0999999999999996</cx:pt>
          <cx:pt idx="1864">6.7999999999999998</cx:pt>
          <cx:pt idx="1865">8.5</cx:pt>
          <cx:pt idx="1866">6.9000000000000004</cx:pt>
          <cx:pt idx="1867">5.5</cx:pt>
          <cx:pt idx="1868">5.5999999999999996</cx:pt>
          <cx:pt idx="1869">6.4000000000000004</cx:pt>
          <cx:pt idx="1870">6.5</cx:pt>
          <cx:pt idx="1871">7.0999999999999996</cx:pt>
          <cx:pt idx="1872">7.2999999999999998</cx:pt>
          <cx:pt idx="1873">7.5999999999999996</cx:pt>
          <cx:pt idx="1874">6.7999999999999998</cx:pt>
          <cx:pt idx="1875">7.5999999999999996</cx:pt>
          <cx:pt idx="1876">8.1999999999999993</cx:pt>
          <cx:pt idx="1877">6.0999999999999996</cx:pt>
          <cx:pt idx="1878">6.2000000000000002</cx:pt>
          <cx:pt idx="1879">7.7999999999999998</cx:pt>
          <cx:pt idx="1880">6.7000000000000002</cx:pt>
          <cx:pt idx="1881">6.4000000000000004</cx:pt>
          <cx:pt idx="1882">7.4000000000000004</cx:pt>
          <cx:pt idx="1883">6.5</cx:pt>
          <cx:pt idx="1884">5.7999999999999998</cx:pt>
          <cx:pt idx="1885">6.5</cx:pt>
          <cx:pt idx="1886">6.2000000000000002</cx:pt>
          <cx:pt idx="1887">7.5999999999999996</cx:pt>
          <cx:pt idx="1888">5.7000000000000002</cx:pt>
          <cx:pt idx="1889">7.7000000000000002</cx:pt>
          <cx:pt idx="1890">6.4000000000000004</cx:pt>
          <cx:pt idx="1891">6.2000000000000002</cx:pt>
          <cx:pt idx="1892">6.0999999999999996</cx:pt>
          <cx:pt idx="1893">8.0999999999999996</cx:pt>
          <cx:pt idx="1894">6.2000000000000002</cx:pt>
          <cx:pt idx="1895">8.5</cx:pt>
          <cx:pt idx="1896">7.5999999999999996</cx:pt>
          <cx:pt idx="1897">6.4000000000000004</cx:pt>
          <cx:pt idx="1898">6.5</cx:pt>
          <cx:pt idx="1899">7.4000000000000004</cx:pt>
          <cx:pt idx="1900">5.7000000000000002</cx:pt>
          <cx:pt idx="1901">6.4000000000000004</cx:pt>
          <cx:pt idx="1902">5.4000000000000004</cx:pt>
          <cx:pt idx="1903">6.2000000000000002</cx:pt>
          <cx:pt idx="1904">5.5</cx:pt>
          <cx:pt idx="1905">6.5999999999999996</cx:pt>
          <cx:pt idx="1906">6.5999999999999996</cx:pt>
          <cx:pt idx="1907">7.4000000000000004</cx:pt>
          <cx:pt idx="1908">4.5999999999999996</cx:pt>
          <cx:pt idx="1909">7.5</cx:pt>
          <cx:pt idx="1910">5.5999999999999996</cx:pt>
          <cx:pt idx="1911">5.2999999999999998</cx:pt>
          <cx:pt idx="1912">6.7000000000000002</cx:pt>
          <cx:pt idx="1913">8.6999999999999993</cx:pt>
          <cx:pt idx="1914">5.7999999999999998</cx:pt>
          <cx:pt idx="1915">7.7000000000000002</cx:pt>
          <cx:pt idx="1916">7</cx:pt>
          <cx:pt idx="1917">7.5</cx:pt>
          <cx:pt idx="1918">6.7999999999999998</cx:pt>
          <cx:pt idx="1919">8.4000000000000004</cx:pt>
          <cx:pt idx="1920">6.7999999999999998</cx:pt>
          <cx:pt idx="1921">5.0999999999999996</cx:pt>
          <cx:pt idx="1922">5.9000000000000004</cx:pt>
          <cx:pt idx="1923">7.2000000000000002</cx:pt>
          <cx:pt idx="1924">8.5999999999999996</cx:pt>
          <cx:pt idx="1925">8</cx:pt>
          <cx:pt idx="1926">6.2000000000000002</cx:pt>
          <cx:pt idx="1927">6</cx:pt>
          <cx:pt idx="1928">8.6999999999999993</cx:pt>
          <cx:pt idx="1929">6.2999999999999998</cx:pt>
          <cx:pt idx="1930">6.5</cx:pt>
          <cx:pt idx="1931">5.9000000000000004</cx:pt>
          <cx:pt idx="1932">7</cx:pt>
          <cx:pt idx="1933">5.5</cx:pt>
          <cx:pt idx="1934">6.2999999999999998</cx:pt>
          <cx:pt idx="1935">9.1999999999999993</cx:pt>
          <cx:pt idx="1936">7.0999999999999996</cx:pt>
          <cx:pt idx="1937">3.5</cx:pt>
          <cx:pt idx="1938">6.7999999999999998</cx:pt>
          <cx:pt idx="1939">6.4000000000000004</cx:pt>
          <cx:pt idx="1940">6.2000000000000002</cx:pt>
          <cx:pt idx="1941">5.4000000000000004</cx:pt>
          <cx:pt idx="1942">7.4000000000000004</cx:pt>
          <cx:pt idx="1943">5.5</cx:pt>
          <cx:pt idx="1944">7</cx:pt>
          <cx:pt idx="1945">8.4000000000000004</cx:pt>
          <cx:pt idx="1946">7.4000000000000004</cx:pt>
          <cx:pt idx="1947">7.5</cx:pt>
          <cx:pt idx="1948">6.5</cx:pt>
          <cx:pt idx="1949">5</cx:pt>
          <cx:pt idx="1950">7.4000000000000004</cx:pt>
          <cx:pt idx="1951">5.7999999999999998</cx:pt>
          <cx:pt idx="1952">7.4000000000000004</cx:pt>
          <cx:pt idx="1953">8</cx:pt>
          <cx:pt idx="1954">5.4000000000000004</cx:pt>
          <cx:pt idx="1955">7.9000000000000004</cx:pt>
          <cx:pt idx="1956">6.7999999999999998</cx:pt>
          <cx:pt idx="1957">7.9000000000000004</cx:pt>
          <cx:pt idx="1958">8.0999999999999996</cx:pt>
          <cx:pt idx="1959">6.7999999999999998</cx:pt>
          <cx:pt idx="1960">6.2999999999999998</cx:pt>
          <cx:pt idx="1961">4.2999999999999998</cx:pt>
          <cx:pt idx="1962">7.4000000000000004</cx:pt>
          <cx:pt idx="1963">4.2000000000000002</cx:pt>
          <cx:pt idx="1964">6</cx:pt>
          <cx:pt idx="1965">5.9000000000000004</cx:pt>
          <cx:pt idx="1966">5.7000000000000002</cx:pt>
          <cx:pt idx="1967">6.2999999999999998</cx:pt>
          <cx:pt idx="1968">7.2000000000000002</cx:pt>
          <cx:pt idx="1969">5.9000000000000004</cx:pt>
          <cx:pt idx="1970">7.4000000000000004</cx:pt>
          <cx:pt idx="1971">7.5</cx:pt>
          <cx:pt idx="1972">6.4000000000000004</cx:pt>
          <cx:pt idx="1973">4.7999999999999998</cx:pt>
          <cx:pt idx="1974">8</cx:pt>
          <cx:pt idx="1975">6.5999999999999996</cx:pt>
          <cx:pt idx="1976">6.7999999999999998</cx:pt>
          <cx:pt idx="1977">7.7999999999999998</cx:pt>
          <cx:pt idx="1978">6.7999999999999998</cx:pt>
          <cx:pt idx="1979">6.9000000000000004</cx:pt>
          <cx:pt idx="1980">6.5999999999999996</cx:pt>
          <cx:pt idx="1981">5.2000000000000002</cx:pt>
          <cx:pt idx="1982">6.5999999999999996</cx:pt>
          <cx:pt idx="1983">5.5</cx:pt>
          <cx:pt idx="1984">5.7999999999999998</cx:pt>
          <cx:pt idx="1985">6.5999999999999996</cx:pt>
          <cx:pt idx="1986">7.4000000000000004</cx:pt>
          <cx:pt idx="1987">7.5</cx:pt>
          <cx:pt idx="1988">7.9000000000000004</cx:pt>
          <cx:pt idx="1989">7.5999999999999996</cx:pt>
          <cx:pt idx="1990">7.0999999999999996</cx:pt>
          <cx:pt idx="1991">8</cx:pt>
          <cx:pt idx="1992">7.4000000000000004</cx:pt>
          <cx:pt idx="1993">7.2000000000000002</cx:pt>
          <cx:pt idx="1994">5.2999999999999998</cx:pt>
          <cx:pt idx="1995">8.1999999999999993</cx:pt>
          <cx:pt idx="1996">6.0999999999999996</cx:pt>
          <cx:pt idx="1997">6.0999999999999996</cx:pt>
          <cx:pt idx="1998">7.4000000000000004</cx:pt>
          <cx:pt idx="1999">7.7000000000000002</cx:pt>
          <cx:pt idx="2000">8</cx:pt>
          <cx:pt idx="2001">6.7999999999999998</cx:pt>
          <cx:pt idx="2002">7.7000000000000002</cx:pt>
          <cx:pt idx="2003">8.5999999999999996</cx:pt>
          <cx:pt idx="2004">7.5</cx:pt>
          <cx:pt idx="2005">7.9000000000000004</cx:pt>
          <cx:pt idx="2006">6.5</cx:pt>
          <cx:pt idx="2007">6.2000000000000002</cx:pt>
          <cx:pt idx="2008">7.9000000000000004</cx:pt>
          <cx:pt idx="2009">6.2000000000000002</cx:pt>
          <cx:pt idx="2010">8.5999999999999996</cx:pt>
          <cx:pt idx="2011">8.1999999999999993</cx:pt>
          <cx:pt idx="2012">8.1999999999999993</cx:pt>
          <cx:pt idx="2013">6.7000000000000002</cx:pt>
          <cx:pt idx="2014">7.7999999999999998</cx:pt>
          <cx:pt idx="2015">7.5999999999999996</cx:pt>
          <cx:pt idx="2016">5.7000000000000002</cx:pt>
          <cx:pt idx="2017">6.2999999999999998</cx:pt>
          <cx:pt idx="2018">6.2000000000000002</cx:pt>
          <cx:pt idx="2019">7.0999999999999996</cx:pt>
          <cx:pt idx="2020">5.7999999999999998</cx:pt>
          <cx:pt idx="2021">5.9000000000000004</cx:pt>
          <cx:pt idx="2022">3.3999999999999999</cx:pt>
          <cx:pt idx="2023">6.2999999999999998</cx:pt>
          <cx:pt idx="2024">7.7000000000000002</cx:pt>
          <cx:pt idx="2025">7.5</cx:pt>
          <cx:pt idx="2026">7.2000000000000002</cx:pt>
          <cx:pt idx="2027">4.7999999999999998</cx:pt>
          <cx:pt idx="2028">6.5999999999999996</cx:pt>
          <cx:pt idx="2029">6.5</cx:pt>
          <cx:pt idx="2030">6.7999999999999998</cx:pt>
          <cx:pt idx="2031">5.2000000000000002</cx:pt>
          <cx:pt idx="2032">5.7999999999999998</cx:pt>
          <cx:pt idx="2033">8</cx:pt>
          <cx:pt idx="2034">5.2000000000000002</cx:pt>
          <cx:pt idx="2035">7.4000000000000004</cx:pt>
          <cx:pt idx="2036">7.5999999999999996</cx:pt>
          <cx:pt idx="2037">6</cx:pt>
          <cx:pt idx="2038">5.2000000000000002</cx:pt>
          <cx:pt idx="2039">6.2000000000000002</cx:pt>
          <cx:pt idx="2040">6.0999999999999996</cx:pt>
          <cx:pt idx="2041">6.4000000000000004</cx:pt>
          <cx:pt idx="2042">7.5999999999999996</cx:pt>
          <cx:pt idx="2043">8</cx:pt>
          <cx:pt idx="2044">5</cx:pt>
          <cx:pt idx="2045">6.5999999999999996</cx:pt>
          <cx:pt idx="2046">6.4000000000000004</cx:pt>
          <cx:pt idx="2047">5.4000000000000004</cx:pt>
          <cx:pt idx="2048">7.9000000000000004</cx:pt>
          <cx:pt idx="2049">8.0999999999999996</cx:pt>
          <cx:pt idx="2050">6.7999999999999998</cx:pt>
          <cx:pt idx="2051">6.7000000000000002</cx:pt>
          <cx:pt idx="2052">7.0999999999999996</cx:pt>
          <cx:pt idx="2053">7</cx:pt>
          <cx:pt idx="2054">6.0999999999999996</cx:pt>
          <cx:pt idx="2055">8</cx:pt>
          <cx:pt idx="2056">6.2000000000000002</cx:pt>
          <cx:pt idx="2057">6.0999999999999996</cx:pt>
          <cx:pt idx="2058">7</cx:pt>
          <cx:pt idx="2059">6</cx:pt>
          <cx:pt idx="2060">7.5999999999999996</cx:pt>
          <cx:pt idx="2061">6.5999999999999996</cx:pt>
          <cx:pt idx="2062">7.0999999999999996</cx:pt>
          <cx:pt idx="2063">5.7000000000000002</cx:pt>
          <cx:pt idx="2064">7.5</cx:pt>
          <cx:pt idx="2065">8.0999999999999996</cx:pt>
          <cx:pt idx="2066">6.4000000000000004</cx:pt>
          <cx:pt idx="2067">5.7999999999999998</cx:pt>
          <cx:pt idx="2068">6.9000000000000004</cx:pt>
          <cx:pt idx="2069">5.9000000000000004</cx:pt>
          <cx:pt idx="2070">7.7000000000000002</cx:pt>
          <cx:pt idx="2071">8</cx:pt>
          <cx:pt idx="2072">5.2000000000000002</cx:pt>
          <cx:pt idx="2073">5.5999999999999996</cx:pt>
          <cx:pt idx="2074">5.7000000000000002</cx:pt>
          <cx:pt idx="2075">7</cx:pt>
          <cx:pt idx="2076">7.7999999999999998</cx:pt>
          <cx:pt idx="2077">6.7000000000000002</cx:pt>
          <cx:pt idx="2078">5.2000000000000002</cx:pt>
          <cx:pt idx="2079">6.4000000000000004</cx:pt>
          <cx:pt idx="2080">6.5999999999999996</cx:pt>
          <cx:pt idx="2081">8.1999999999999993</cx:pt>
          <cx:pt idx="2082">6.2999999999999998</cx:pt>
          <cx:pt idx="2083">6.4000000000000004</cx:pt>
          <cx:pt idx="2084">6.9000000000000004</cx:pt>
          <cx:pt idx="2085">7.0999999999999996</cx:pt>
          <cx:pt idx="2086">7</cx:pt>
          <cx:pt idx="2087">6.9000000000000004</cx:pt>
          <cx:pt idx="2088">7.7999999999999998</cx:pt>
          <cx:pt idx="2089">8.5999999999999996</cx:pt>
          <cx:pt idx="2090">7.2000000000000002</cx:pt>
          <cx:pt idx="2091">7.5</cx:pt>
          <cx:pt idx="2092">6.7999999999999998</cx:pt>
          <cx:pt idx="2093">6.2000000000000002</cx:pt>
          <cx:pt idx="2094">7.5999999999999996</cx:pt>
          <cx:pt idx="2095">5.0999999999999996</cx:pt>
          <cx:pt idx="2096">7.2999999999999998</cx:pt>
          <cx:pt idx="2097">6.7999999999999998</cx:pt>
          <cx:pt idx="2098">7.5999999999999996</cx:pt>
          <cx:pt idx="2099">7.0999999999999996</cx:pt>
          <cx:pt idx="2100">8.3000000000000007</cx:pt>
          <cx:pt idx="2101">6.9000000000000004</cx:pt>
          <cx:pt idx="2102">6.2000000000000002</cx:pt>
          <cx:pt idx="2103">5.0999999999999996</cx:pt>
          <cx:pt idx="2104">7.7999999999999998</cx:pt>
          <cx:pt idx="2105">7.0999999999999996</cx:pt>
          <cx:pt idx="2106">7.2999999999999998</cx:pt>
          <cx:pt idx="2107">7.7999999999999998</cx:pt>
          <cx:pt idx="2108">7.2000000000000002</cx:pt>
          <cx:pt idx="2109">6.2000000000000002</cx:pt>
          <cx:pt idx="2110">6.7999999999999998</cx:pt>
          <cx:pt idx="2111">8.3000000000000007</cx:pt>
          <cx:pt idx="2112">7.5999999999999996</cx:pt>
          <cx:pt idx="2113">6</cx:pt>
          <cx:pt idx="2114">4.2000000000000002</cx:pt>
          <cx:pt idx="2115">6.0999999999999996</cx:pt>
          <cx:pt idx="2116">4.7999999999999998</cx:pt>
          <cx:pt idx="2117">7.0999999999999996</cx:pt>
          <cx:pt idx="2118">3.2000000000000002</cx:pt>
          <cx:pt idx="2119">5.9000000000000004</cx:pt>
          <cx:pt idx="2120">6.4000000000000004</cx:pt>
          <cx:pt idx="2121">8.1999999999999993</cx:pt>
          <cx:pt idx="2122">4.4000000000000004</cx:pt>
          <cx:pt idx="2123">6.0999999999999996</cx:pt>
          <cx:pt idx="2124">6.7000000000000002</cx:pt>
          <cx:pt idx="2125">7.0999999999999996</cx:pt>
          <cx:pt idx="2126">7.0999999999999996</cx:pt>
          <cx:pt idx="2127">8.1999999999999993</cx:pt>
          <cx:pt idx="2128">7.4000000000000004</cx:pt>
          <cx:pt idx="2129">7.2999999999999998</cx:pt>
          <cx:pt idx="2130">5.2000000000000002</cx:pt>
          <cx:pt idx="2131">7</cx:pt>
          <cx:pt idx="2132">6.7999999999999998</cx:pt>
          <cx:pt idx="2133">6.5999999999999996</cx:pt>
          <cx:pt idx="2134">2.2999999999999998</cx:pt>
          <cx:pt idx="2135">3.7999999999999998</cx:pt>
          <cx:pt idx="2136">6.2000000000000002</cx:pt>
          <cx:pt idx="2137">6.4000000000000004</cx:pt>
          <cx:pt idx="2138">7.2999999999999998</cx:pt>
          <cx:pt idx="2139">5.2999999999999998</cx:pt>
          <cx:pt idx="2140">6.0999999999999996</cx:pt>
          <cx:pt idx="2141">7.4000000000000004</cx:pt>
          <cx:pt idx="2142">6.5</cx:pt>
          <cx:pt idx="2143">6.2999999999999998</cx:pt>
          <cx:pt idx="2144">7.4000000000000004</cx:pt>
          <cx:pt idx="2145">6.7000000000000002</cx:pt>
          <cx:pt idx="2146">7.7000000000000002</cx:pt>
          <cx:pt idx="2147">7.5</cx:pt>
          <cx:pt idx="2148">6.5999999999999996</cx:pt>
          <cx:pt idx="2149">4.9000000000000004</cx:pt>
          <cx:pt idx="2150">6.2000000000000002</cx:pt>
          <cx:pt idx="2151">8.5</cx:pt>
          <cx:pt idx="2152">7.4000000000000004</cx:pt>
          <cx:pt idx="2153">7.7000000000000002</cx:pt>
          <cx:pt idx="2154">6.7000000000000002</cx:pt>
          <cx:pt idx="2155">7.0999999999999996</cx:pt>
          <cx:pt idx="2156">7.5</cx:pt>
          <cx:pt idx="2157">6.4000000000000004</cx:pt>
          <cx:pt idx="2158">7.5</cx:pt>
          <cx:pt idx="2159">7</cx:pt>
          <cx:pt idx="2160">5.0999999999999996</cx:pt>
          <cx:pt idx="2161">6.5999999999999996</cx:pt>
          <cx:pt idx="2162">6.7000000000000002</cx:pt>
          <cx:pt idx="2163">8</cx:pt>
          <cx:pt idx="2164">5.7000000000000002</cx:pt>
          <cx:pt idx="2165">7.9000000000000004</cx:pt>
          <cx:pt idx="2166">5.2999999999999998</cx:pt>
          <cx:pt idx="2167">7.7000000000000002</cx:pt>
          <cx:pt idx="2168">7</cx:pt>
          <cx:pt idx="2169">8.5</cx:pt>
          <cx:pt idx="2170">7</cx:pt>
          <cx:pt idx="2171">6.5999999999999996</cx:pt>
          <cx:pt idx="2172">6.7999999999999998</cx:pt>
          <cx:pt idx="2173">6.5999999999999996</cx:pt>
          <cx:pt idx="2174">8</cx:pt>
          <cx:pt idx="2175">7.4000000000000004</cx:pt>
          <cx:pt idx="2176">8.3000000000000007</cx:pt>
          <cx:pt idx="2177">7.2999999999999998</cx:pt>
          <cx:pt idx="2178">6.2999999999999998</cx:pt>
          <cx:pt idx="2179">5.9000000000000004</cx:pt>
          <cx:pt idx="2180">8.0999999999999996</cx:pt>
          <cx:pt idx="2181">7.2000000000000002</cx:pt>
          <cx:pt idx="2182">8.4000000000000004</cx:pt>
          <cx:pt idx="2183">4.7000000000000002</cx:pt>
          <cx:pt idx="2184">6.9000000000000004</cx:pt>
          <cx:pt idx="2185">6.5999999999999996</cx:pt>
          <cx:pt idx="2186">6.9000000000000004</cx:pt>
          <cx:pt idx="2187">4.9000000000000004</cx:pt>
          <cx:pt idx="2188">6.2000000000000002</cx:pt>
          <cx:pt idx="2189">8.1999999999999993</cx:pt>
          <cx:pt idx="2190">7.2000000000000002</cx:pt>
          <cx:pt idx="2191">7.7000000000000002</cx:pt>
          <cx:pt idx="2192">6.5</cx:pt>
          <cx:pt idx="2193">6.5999999999999996</cx:pt>
          <cx:pt idx="2194">7</cx:pt>
          <cx:pt idx="2195">5.2000000000000002</cx:pt>
          <cx:pt idx="2196">6.9000000000000004</cx:pt>
          <cx:pt idx="2197">7.2999999999999998</cx:pt>
          <cx:pt idx="2198">6.7999999999999998</cx:pt>
          <cx:pt idx="2199">7.0999999999999996</cx:pt>
          <cx:pt idx="2200">5.7999999999999998</cx:pt>
          <cx:pt idx="2201">7.9000000000000004</cx:pt>
          <cx:pt idx="2202">7.5999999999999996</cx:pt>
          <cx:pt idx="2203">7.9000000000000004</cx:pt>
          <cx:pt idx="2204">5.4000000000000004</cx:pt>
          <cx:pt idx="2205">6.4000000000000004</cx:pt>
          <cx:pt idx="2206">8</cx:pt>
          <cx:pt idx="2207">6.2999999999999998</cx:pt>
          <cx:pt idx="2208">8.4000000000000004</cx:pt>
          <cx:pt idx="2209">8</cx:pt>
          <cx:pt idx="2210">5.9000000000000004</cx:pt>
          <cx:pt idx="2211">7.5</cx:pt>
          <cx:pt idx="2212">6.9000000000000004</cx:pt>
          <cx:pt idx="2213">3.1000000000000001</cx:pt>
          <cx:pt idx="2214">7.4000000000000004</cx:pt>
          <cx:pt idx="2215">7.2999999999999998</cx:pt>
          <cx:pt idx="2216">5.5999999999999996</cx:pt>
          <cx:pt idx="2217">6.7000000000000002</cx:pt>
          <cx:pt idx="2218">8.0999999999999996</cx:pt>
          <cx:pt idx="2219">5.7000000000000002</cx:pt>
          <cx:pt idx="2220">8</cx:pt>
          <cx:pt idx="2221">5.5</cx:pt>
          <cx:pt idx="2222">7.7999999999999998</cx:pt>
          <cx:pt idx="2223">5.2000000000000002</cx:pt>
          <cx:pt idx="2224">5.2000000000000002</cx:pt>
          <cx:pt idx="2225">5.4000000000000004</cx:pt>
          <cx:pt idx="2226">7</cx:pt>
          <cx:pt idx="2227">7.5999999999999996</cx:pt>
          <cx:pt idx="2228">7.7000000000000002</cx:pt>
          <cx:pt idx="2229">5.5999999999999996</cx:pt>
          <cx:pt idx="2230">8.3000000000000007</cx:pt>
          <cx:pt idx="2231">6.7999999999999998</cx:pt>
          <cx:pt idx="2232">7.4000000000000004</cx:pt>
          <cx:pt idx="2233">6.9000000000000004</cx:pt>
          <cx:pt idx="2234">6.5999999999999996</cx:pt>
          <cx:pt idx="2235">6.5999999999999996</cx:pt>
          <cx:pt idx="2236">5.5999999999999996</cx:pt>
          <cx:pt idx="2237">7.7999999999999998</cx:pt>
          <cx:pt idx="2238">6.7000000000000002</cx:pt>
          <cx:pt idx="2239">7.0999999999999996</cx:pt>
          <cx:pt idx="2240">8.0999999999999996</cx:pt>
          <cx:pt idx="2241">6.4000000000000004</cx:pt>
          <cx:pt idx="2242">5</cx:pt>
          <cx:pt idx="2243">6</cx:pt>
          <cx:pt idx="2244">6.5999999999999996</cx:pt>
          <cx:pt idx="2245">5.9000000000000004</cx:pt>
          <cx:pt idx="2246">7</cx:pt>
          <cx:pt idx="2247">5.5</cx:pt>
          <cx:pt idx="2248">6</cx:pt>
          <cx:pt idx="2249">6.7999999999999998</cx:pt>
          <cx:pt idx="2250">7.2000000000000002</cx:pt>
          <cx:pt idx="2251">5.4000000000000004</cx:pt>
          <cx:pt idx="2252">5.5</cx:pt>
          <cx:pt idx="2253">8.0999999999999996</cx:pt>
          <cx:pt idx="2254">5.2000000000000002</cx:pt>
          <cx:pt idx="2255">5.7999999999999998</cx:pt>
          <cx:pt idx="2256">5.5999999999999996</cx:pt>
          <cx:pt idx="2257">7</cx:pt>
          <cx:pt idx="2258">6</cx:pt>
          <cx:pt idx="2259">7.2000000000000002</cx:pt>
          <cx:pt idx="2260">7.5</cx:pt>
          <cx:pt idx="2261">4.5</cx:pt>
          <cx:pt idx="2262">5.5</cx:pt>
          <cx:pt idx="2263">6.2000000000000002</cx:pt>
          <cx:pt idx="2264">5.7999999999999998</cx:pt>
          <cx:pt idx="2265">6.2000000000000002</cx:pt>
          <cx:pt idx="2266">5.5</cx:pt>
          <cx:pt idx="2267">7</cx:pt>
          <cx:pt idx="2268">6.2999999999999998</cx:pt>
          <cx:pt idx="2269">7.0999999999999996</cx:pt>
          <cx:pt idx="2270">6.2999999999999998</cx:pt>
          <cx:pt idx="2271">7.5999999999999996</cx:pt>
          <cx:pt idx="2272">6.2999999999999998</cx:pt>
          <cx:pt idx="2273">5.5999999999999996</cx:pt>
          <cx:pt idx="2274">7.7000000000000002</cx:pt>
          <cx:pt idx="2275">6.5999999999999996</cx:pt>
          <cx:pt idx="2276">7.5999999999999996</cx:pt>
          <cx:pt idx="2277">7.2999999999999998</cx:pt>
          <cx:pt idx="2278">6.0999999999999996</cx:pt>
          <cx:pt idx="2279">4</cx:pt>
          <cx:pt idx="2280">7.5999999999999996</cx:pt>
          <cx:pt idx="2281">5.5999999999999996</cx:pt>
          <cx:pt idx="2282">7.5</cx:pt>
          <cx:pt idx="2283">5.5</cx:pt>
          <cx:pt idx="2284">5.7999999999999998</cx:pt>
          <cx:pt idx="2285">5.4000000000000004</cx:pt>
          <cx:pt idx="2286">5.9000000000000004</cx:pt>
          <cx:pt idx="2287">7.0999999999999996</cx:pt>
          <cx:pt idx="2288">5.7000000000000002</cx:pt>
          <cx:pt idx="2289">7.0999999999999996</cx:pt>
          <cx:pt idx="2290">8.3000000000000007</cx:pt>
          <cx:pt idx="2291">7.2000000000000002</cx:pt>
          <cx:pt idx="2292">7</cx:pt>
          <cx:pt idx="2293">5.9000000000000004</cx:pt>
          <cx:pt idx="2294">6.2000000000000002</cx:pt>
          <cx:pt idx="2295">7.5999999999999996</cx:pt>
          <cx:pt idx="2296">5.7000000000000002</cx:pt>
          <cx:pt idx="2297">8.5</cx:pt>
          <cx:pt idx="2298">7.2999999999999998</cx:pt>
          <cx:pt idx="2299">5.2999999999999998</cx:pt>
          <cx:pt idx="2300">5.2000000000000002</cx:pt>
          <cx:pt idx="2301">7.5999999999999996</cx:pt>
          <cx:pt idx="2302">4.4000000000000004</cx:pt>
          <cx:pt idx="2303">5.4000000000000004</cx:pt>
          <cx:pt idx="2304">6</cx:pt>
          <cx:pt idx="2305">7.0999999999999996</cx:pt>
          <cx:pt idx="2306">6.9000000000000004</cx:pt>
          <cx:pt idx="2307">7.0999999999999996</cx:pt>
          <cx:pt idx="2308">5.5</cx:pt>
          <cx:pt idx="2309">7.5</cx:pt>
          <cx:pt idx="2310">5.7000000000000002</cx:pt>
          <cx:pt idx="2311">6.0999999999999996</cx:pt>
          <cx:pt idx="2312">7.2000000000000002</cx:pt>
          <cx:pt idx="2313">7.2000000000000002</cx:pt>
          <cx:pt idx="2314">6.5</cx:pt>
          <cx:pt idx="2315">7</cx:pt>
          <cx:pt idx="2316">7</cx:pt>
          <cx:pt idx="2317">6.9000000000000004</cx:pt>
          <cx:pt idx="2318">8.1999999999999993</cx:pt>
          <cx:pt idx="2319">7.4000000000000004</cx:pt>
          <cx:pt idx="2320">7.5999999999999996</cx:pt>
          <cx:pt idx="2321">7.4000000000000004</cx:pt>
          <cx:pt idx="2322">6.0999999999999996</cx:pt>
          <cx:pt idx="2323">7.7999999999999998</cx:pt>
          <cx:pt idx="2324">6.7000000000000002</cx:pt>
          <cx:pt idx="2325">6</cx:pt>
          <cx:pt idx="2326">7.0999999999999996</cx:pt>
          <cx:pt idx="2327">7.2999999999999998</cx:pt>
          <cx:pt idx="2328">5.5</cx:pt>
          <cx:pt idx="2329">8.0999999999999996</cx:pt>
          <cx:pt idx="2330">7.2999999999999998</cx:pt>
          <cx:pt idx="2331">3.8999999999999999</cx:pt>
          <cx:pt idx="2332">5.4000000000000004</cx:pt>
          <cx:pt idx="2333">7.7000000000000002</cx:pt>
          <cx:pt idx="2334">8</cx:pt>
          <cx:pt idx="2335">5.9000000000000004</cx:pt>
          <cx:pt idx="2336">6.5999999999999996</cx:pt>
          <cx:pt idx="2337">5.5999999999999996</cx:pt>
          <cx:pt idx="2338">4.7999999999999998</cx:pt>
          <cx:pt idx="2339">6.7999999999999998</cx:pt>
          <cx:pt idx="2340">6.4000000000000004</cx:pt>
          <cx:pt idx="2341">5.2000000000000002</cx:pt>
          <cx:pt idx="2342">7.2999999999999998</cx:pt>
          <cx:pt idx="2343">5.0999999999999996</cx:pt>
          <cx:pt idx="2344">8.0999999999999996</cx:pt>
          <cx:pt idx="2345">6</cx:pt>
          <cx:pt idx="2346">7.4000000000000004</cx:pt>
          <cx:pt idx="2347">5.2999999999999998</cx:pt>
          <cx:pt idx="2348">8.9000000000000004</cx:pt>
          <cx:pt idx="2349">6.7000000000000002</cx:pt>
          <cx:pt idx="2350">5.4000000000000004</cx:pt>
          <cx:pt idx="2351">8</cx:pt>
          <cx:pt idx="2352">6.2999999999999998</cx:pt>
          <cx:pt idx="2353">6.7000000000000002</cx:pt>
          <cx:pt idx="2354">7.2999999999999998</cx:pt>
          <cx:pt idx="2355">6.5</cx:pt>
          <cx:pt idx="2356">7.0999999999999996</cx:pt>
          <cx:pt idx="2357">6.2999999999999998</cx:pt>
          <cx:pt idx="2358">7.2000000000000002</cx:pt>
          <cx:pt idx="2359">5.0999999999999996</cx:pt>
          <cx:pt idx="2360">5.9000000000000004</cx:pt>
          <cx:pt idx="2361">5.2000000000000002</cx:pt>
          <cx:pt idx="2362">6.2000000000000002</cx:pt>
          <cx:pt idx="2363">5</cx:pt>
          <cx:pt idx="2364">7.5999999999999996</cx:pt>
          <cx:pt idx="2365">5.7000000000000002</cx:pt>
          <cx:pt idx="2366">7.4000000000000004</cx:pt>
          <cx:pt idx="2367">7.5999999999999996</cx:pt>
          <cx:pt idx="2368">5.7999999999999998</cx:pt>
          <cx:pt idx="2369">7.4000000000000004</cx:pt>
          <cx:pt idx="2370">6.0999999999999996</cx:pt>
          <cx:pt idx="2371">6.4000000000000004</cx:pt>
          <cx:pt idx="2372">6.4000000000000004</cx:pt>
          <cx:pt idx="2373">7.4000000000000004</cx:pt>
          <cx:pt idx="2374">6.4000000000000004</cx:pt>
          <cx:pt idx="2375">5.7000000000000002</cx:pt>
          <cx:pt idx="2376">5.2000000000000002</cx:pt>
          <cx:pt idx="2377">6.9000000000000004</cx:pt>
          <cx:pt idx="2378">7.7000000000000002</cx:pt>
          <cx:pt idx="2379">6.7000000000000002</cx:pt>
          <cx:pt idx="2380">7.7999999999999998</cx:pt>
          <cx:pt idx="2381">7.2999999999999998</cx:pt>
          <cx:pt idx="2382">5.7999999999999998</cx:pt>
          <cx:pt idx="2383">6.2999999999999998</cx:pt>
          <cx:pt idx="2384">7.2000000000000002</cx:pt>
          <cx:pt idx="2385">3.7999999999999998</cx:pt>
          <cx:pt idx="2386">4.5999999999999996</cx:pt>
          <cx:pt idx="2387">5.9000000000000004</cx:pt>
          <cx:pt idx="2388">6.5</cx:pt>
          <cx:pt idx="2389">6.7999999999999998</cx:pt>
          <cx:pt idx="2390">5.4000000000000004</cx:pt>
          <cx:pt idx="2391">7</cx:pt>
          <cx:pt idx="2392">6.7999999999999998</cx:pt>
          <cx:pt idx="2393">6.5999999999999996</cx:pt>
          <cx:pt idx="2394">7.2000000000000002</cx:pt>
          <cx:pt idx="2395">5.9000000000000004</cx:pt>
          <cx:pt idx="2396">6.2999999999999998</cx:pt>
          <cx:pt idx="2397">6.5</cx:pt>
          <cx:pt idx="2398">7.7000000000000002</cx:pt>
          <cx:pt idx="2399">7.9000000000000004</cx:pt>
          <cx:pt idx="2400">6.4000000000000004</cx:pt>
          <cx:pt idx="2401">7.2000000000000002</cx:pt>
          <cx:pt idx="2402">6.2000000000000002</cx:pt>
          <cx:pt idx="2403">5.5</cx:pt>
          <cx:pt idx="2404">5.4000000000000004</cx:pt>
          <cx:pt idx="2405">5.7000000000000002</cx:pt>
          <cx:pt idx="2406">5.7999999999999998</cx:pt>
          <cx:pt idx="2407">7.2000000000000002</cx:pt>
          <cx:pt idx="2408">6.2999999999999998</cx:pt>
          <cx:pt idx="2409">6.9000000000000004</cx:pt>
          <cx:pt idx="2410">3</cx:pt>
          <cx:pt idx="2411">7</cx:pt>
          <cx:pt idx="2412">4</cx:pt>
          <cx:pt idx="2413">8</cx:pt>
          <cx:pt idx="2414">7.5</cx:pt>
          <cx:pt idx="2415">6.7999999999999998</cx:pt>
          <cx:pt idx="2416">5.2999999999999998</cx:pt>
          <cx:pt idx="2417">6.2000000000000002</cx:pt>
          <cx:pt idx="2418">5.7999999999999998</cx:pt>
          <cx:pt idx="2419">4.2000000000000002</cx:pt>
          <cx:pt idx="2420">8.5</cx:pt>
          <cx:pt idx="2421">7.2999999999999998</cx:pt>
          <cx:pt idx="2422">6.7999999999999998</cx:pt>
          <cx:pt idx="2423">4.9000000000000004</cx:pt>
          <cx:pt idx="2424">7.5</cx:pt>
          <cx:pt idx="2425">7</cx:pt>
          <cx:pt idx="2426">8.4000000000000004</cx:pt>
          <cx:pt idx="2427">5.7999999999999998</cx:pt>
          <cx:pt idx="2428">6.7000000000000002</cx:pt>
          <cx:pt idx="2429">6.4000000000000004</cx:pt>
          <cx:pt idx="2430">5.7000000000000002</cx:pt>
          <cx:pt idx="2431">5.9000000000000004</cx:pt>
          <cx:pt idx="2432">6</cx:pt>
          <cx:pt idx="2433">7.7000000000000002</cx:pt>
          <cx:pt idx="2434">5.5999999999999996</cx:pt>
          <cx:pt idx="2435">4.5999999999999996</cx:pt>
          <cx:pt idx="2436">6.2000000000000002</cx:pt>
          <cx:pt idx="2437">5.7999999999999998</cx:pt>
          <cx:pt idx="2438">6.2000000000000002</cx:pt>
          <cx:pt idx="2439">5.2000000000000002</cx:pt>
          <cx:pt idx="2440">7.2000000000000002</cx:pt>
          <cx:pt idx="2441">4.5999999999999996</cx:pt>
          <cx:pt idx="2442">7.5</cx:pt>
          <cx:pt idx="2443">7.5999999999999996</cx:pt>
          <cx:pt idx="2444">4.7999999999999998</cx:pt>
          <cx:pt idx="2445">3.6000000000000001</cx:pt>
          <cx:pt idx="2446">7</cx:pt>
          <cx:pt idx="2447">6.2000000000000002</cx:pt>
          <cx:pt idx="2448">7.9000000000000004</cx:pt>
          <cx:pt idx="2449">7</cx:pt>
          <cx:pt idx="2450">6.5</cx:pt>
          <cx:pt idx="2451">6.5999999999999996</cx:pt>
          <cx:pt idx="2452">6.7000000000000002</cx:pt>
          <cx:pt idx="2453">7.5</cx:pt>
          <cx:pt idx="2454">7</cx:pt>
          <cx:pt idx="2455">5.4000000000000004</cx:pt>
          <cx:pt idx="2456">5.7000000000000002</cx:pt>
          <cx:pt idx="2457">5.7000000000000002</cx:pt>
          <cx:pt idx="2458">6.5999999999999996</cx:pt>
          <cx:pt idx="2459">5.9000000000000004</cx:pt>
          <cx:pt idx="2460">7.7999999999999998</cx:pt>
          <cx:pt idx="2461">7.5</cx:pt>
          <cx:pt idx="2462">7</cx:pt>
          <cx:pt idx="2463">7.4000000000000004</cx:pt>
          <cx:pt idx="2464">6.5999999999999996</cx:pt>
          <cx:pt idx="2465">6.2000000000000002</cx:pt>
          <cx:pt idx="2466">6</cx:pt>
          <cx:pt idx="2467">4.5</cx:pt>
          <cx:pt idx="2468">7</cx:pt>
          <cx:pt idx="2469">2.2999999999999998</cx:pt>
          <cx:pt idx="2470">8.5999999999999996</cx:pt>
          <cx:pt idx="2471">6.2000000000000002</cx:pt>
          <cx:pt idx="2472">6.2000000000000002</cx:pt>
          <cx:pt idx="2473">5.9000000000000004</cx:pt>
          <cx:pt idx="2474">7.5</cx:pt>
          <cx:pt idx="2475">5.4000000000000004</cx:pt>
          <cx:pt idx="2476">6.4000000000000004</cx:pt>
          <cx:pt idx="2477">6.0999999999999996</cx:pt>
          <cx:pt idx="2478">7.7000000000000002</cx:pt>
          <cx:pt idx="2479">3.2000000000000002</cx:pt>
          <cx:pt idx="2480">6.7000000000000002</cx:pt>
          <cx:pt idx="2481">5.5999999999999996</cx:pt>
          <cx:pt idx="2482">7.0999999999999996</cx:pt>
          <cx:pt idx="2483">7.2999999999999998</cx:pt>
          <cx:pt idx="2484">6.5</cx:pt>
          <cx:pt idx="2485">5.7000000000000002</cx:pt>
          <cx:pt idx="2486">5.2999999999999998</cx:pt>
          <cx:pt idx="2487">6.5999999999999996</cx:pt>
          <cx:pt idx="2488">5.7000000000000002</cx:pt>
          <cx:pt idx="2489">4.4000000000000004</cx:pt>
          <cx:pt idx="2490">7.2999999999999998</cx:pt>
          <cx:pt idx="2491">5.5</cx:pt>
          <cx:pt idx="2492">4.4000000000000004</cx:pt>
          <cx:pt idx="2493">5</cx:pt>
          <cx:pt idx="2494">7.7000000000000002</cx:pt>
          <cx:pt idx="2495">5.4000000000000004</cx:pt>
          <cx:pt idx="2496">7.5999999999999996</cx:pt>
          <cx:pt idx="2497">6.7000000000000002</cx:pt>
          <cx:pt idx="2498">6.5999999999999996</cx:pt>
          <cx:pt idx="2499">5.4000000000000004</cx:pt>
          <cx:pt idx="2500">7.9000000000000004</cx:pt>
          <cx:pt idx="2501">6.2999999999999998</cx:pt>
          <cx:pt idx="2502">6.7999999999999998</cx:pt>
          <cx:pt idx="2503">4</cx:pt>
          <cx:pt idx="2504">6.5</cx:pt>
          <cx:pt idx="2505">7.2999999999999998</cx:pt>
          <cx:pt idx="2506">6.5999999999999996</cx:pt>
          <cx:pt idx="2507">6.9000000000000004</cx:pt>
          <cx:pt idx="2508">6.2000000000000002</cx:pt>
          <cx:pt idx="2509">6.9000000000000004</cx:pt>
          <cx:pt idx="2510">6</cx:pt>
          <cx:pt idx="2511">8.5</cx:pt>
          <cx:pt idx="2512">7.5</cx:pt>
          <cx:pt idx="2513">6.5</cx:pt>
          <cx:pt idx="2514">6.5</cx:pt>
          <cx:pt idx="2515">7</cx:pt>
          <cx:pt idx="2516">5.5999999999999996</cx:pt>
          <cx:pt idx="2517">6.9000000000000004</cx:pt>
          <cx:pt idx="2518">5.0999999999999996</cx:pt>
          <cx:pt idx="2519">5.7999999999999998</cx:pt>
          <cx:pt idx="2520">7.9000000000000004</cx:pt>
          <cx:pt idx="2521">6.2999999999999998</cx:pt>
          <cx:pt idx="2522">7.5999999999999996</cx:pt>
          <cx:pt idx="2523">6.5999999999999996</cx:pt>
          <cx:pt idx="2524">5.5</cx:pt>
          <cx:pt idx="2525">7.0999999999999996</cx:pt>
          <cx:pt idx="2526">6.7999999999999998</cx:pt>
          <cx:pt idx="2527">6</cx:pt>
          <cx:pt idx="2528">6.4000000000000004</cx:pt>
          <cx:pt idx="2529">5.7999999999999998</cx:pt>
          <cx:pt idx="2530">4.2999999999999998</cx:pt>
          <cx:pt idx="2531">7.5999999999999996</cx:pt>
          <cx:pt idx="2532">4.9000000000000004</cx:pt>
          <cx:pt idx="2533">6.2000000000000002</cx:pt>
          <cx:pt idx="2534">5.5</cx:pt>
          <cx:pt idx="2535">6.4000000000000004</cx:pt>
          <cx:pt idx="2536">6.2000000000000002</cx:pt>
          <cx:pt idx="2537">4.5</cx:pt>
          <cx:pt idx="2538">7.5999999999999996</cx:pt>
          <cx:pt idx="2539">6.9000000000000004</cx:pt>
          <cx:pt idx="2540">7.0999999999999996</cx:pt>
          <cx:pt idx="2541">7.2000000000000002</cx:pt>
          <cx:pt idx="2542">6.4000000000000004</cx:pt>
          <cx:pt idx="2543">6.4000000000000004</cx:pt>
          <cx:pt idx="2544">6.5</cx:pt>
          <cx:pt idx="2545">5.5999999999999996</cx:pt>
          <cx:pt idx="2546">7.2000000000000002</cx:pt>
          <cx:pt idx="2547">6.5999999999999996</cx:pt>
          <cx:pt idx="2548">7.2000000000000002</cx:pt>
          <cx:pt idx="2549">5.9000000000000004</cx:pt>
          <cx:pt idx="2550">7.0999999999999996</cx:pt>
          <cx:pt idx="2551">6.5999999999999996</cx:pt>
          <cx:pt idx="2552">7.2000000000000002</cx:pt>
          <cx:pt idx="2553">6.2000000000000002</cx:pt>
          <cx:pt idx="2554">6.5</cx:pt>
          <cx:pt idx="2555">7.2999999999999998</cx:pt>
          <cx:pt idx="2556">8</cx:pt>
          <cx:pt idx="2557">6.0999999999999996</cx:pt>
          <cx:pt idx="2558">7.7000000000000002</cx:pt>
          <cx:pt idx="2559">5.7999999999999998</cx:pt>
          <cx:pt idx="2560">5.9000000000000004</cx:pt>
          <cx:pt idx="2561">7.4000000000000004</cx:pt>
          <cx:pt idx="2562">7.0999999999999996</cx:pt>
          <cx:pt idx="2563">6.7999999999999998</cx:pt>
          <cx:pt idx="2564">6.4000000000000004</cx:pt>
          <cx:pt idx="2565">7.0999999999999996</cx:pt>
          <cx:pt idx="2566">6.5</cx:pt>
          <cx:pt idx="2567">5.4000000000000004</cx:pt>
          <cx:pt idx="2568">6</cx:pt>
          <cx:pt idx="2569">6.2000000000000002</cx:pt>
          <cx:pt idx="2570">6.2000000000000002</cx:pt>
          <cx:pt idx="2571">6.2000000000000002</cx:pt>
          <cx:pt idx="2572">4.2000000000000002</cx:pt>
          <cx:pt idx="2573">5.4000000000000004</cx:pt>
          <cx:pt idx="2574">6</cx:pt>
          <cx:pt idx="2575">6.5999999999999996</cx:pt>
          <cx:pt idx="2576">7.2000000000000002</cx:pt>
          <cx:pt idx="2577">7.2999999999999998</cx:pt>
          <cx:pt idx="2578">5.7999999999999998</cx:pt>
          <cx:pt idx="2579">5.5</cx:pt>
          <cx:pt idx="2580">6.5</cx:pt>
          <cx:pt idx="2581">3.8999999999999999</cx:pt>
          <cx:pt idx="2582">4.7000000000000002</cx:pt>
          <cx:pt idx="2583">6</cx:pt>
          <cx:pt idx="2584">6.7000000000000002</cx:pt>
          <cx:pt idx="2585">7.2999999999999998</cx:pt>
          <cx:pt idx="2586">7.2999999999999998</cx:pt>
          <cx:pt idx="2587">6.7000000000000002</cx:pt>
          <cx:pt idx="2588">8.1999999999999993</cx:pt>
          <cx:pt idx="2589">6.0999999999999996</cx:pt>
          <cx:pt idx="2590">8.0999999999999996</cx:pt>
          <cx:pt idx="2591">6.2999999999999998</cx:pt>
          <cx:pt idx="2592">2.2999999999999998</cx:pt>
          <cx:pt idx="2593">5.2999999999999998</cx:pt>
          <cx:pt idx="2594">2.2000000000000002</cx:pt>
          <cx:pt idx="2595">6.5</cx:pt>
          <cx:pt idx="2596">6.9000000000000004</cx:pt>
          <cx:pt idx="2597">6.7000000000000002</cx:pt>
          <cx:pt idx="2598">5.9000000000000004</cx:pt>
          <cx:pt idx="2599">6.5</cx:pt>
          <cx:pt idx="2600">7.2999999999999998</cx:pt>
          <cx:pt idx="2601">6</cx:pt>
          <cx:pt idx="2602">6.2999999999999998</cx:pt>
          <cx:pt idx="2603">7.2000000000000002</cx:pt>
          <cx:pt idx="2604">7.0999999999999996</cx:pt>
          <cx:pt idx="2605">4.5999999999999996</cx:pt>
          <cx:pt idx="2606">7</cx:pt>
          <cx:pt idx="2607">6.2000000000000002</cx:pt>
          <cx:pt idx="2608">6.2000000000000002</cx:pt>
          <cx:pt idx="2609">6.0999999999999996</cx:pt>
          <cx:pt idx="2610">3.8999999999999999</cx:pt>
          <cx:pt idx="2611">7.5</cx:pt>
          <cx:pt idx="2612">7.7000000000000002</cx:pt>
          <cx:pt idx="2613">5.4000000000000004</cx:pt>
          <cx:pt idx="2614">6.9000000000000004</cx:pt>
          <cx:pt idx="2615">7.2999999999999998</cx:pt>
          <cx:pt idx="2616">6.5</cx:pt>
          <cx:pt idx="2617">5.0999999999999996</cx:pt>
          <cx:pt idx="2618">5</cx:pt>
          <cx:pt idx="2619">5.7999999999999998</cx:pt>
          <cx:pt idx="2620">7.0999999999999996</cx:pt>
          <cx:pt idx="2621">6.7000000000000002</cx:pt>
          <cx:pt idx="2622">6.7000000000000002</cx:pt>
          <cx:pt idx="2623">5.2000000000000002</cx:pt>
          <cx:pt idx="2624">5.7000000000000002</cx:pt>
          <cx:pt idx="2625">3.6000000000000001</cx:pt>
          <cx:pt idx="2626">6.0999999999999996</cx:pt>
          <cx:pt idx="2627">6.2999999999999998</cx:pt>
          <cx:pt idx="2628">8.1999999999999993</cx:pt>
          <cx:pt idx="2629">4.5999999999999996</cx:pt>
          <cx:pt idx="2630">6.2999999999999998</cx:pt>
          <cx:pt idx="2631">7.5999999999999996</cx:pt>
          <cx:pt idx="2632">7.5</cx:pt>
          <cx:pt idx="2633">6.7999999999999998</cx:pt>
          <cx:pt idx="2634">5.7000000000000002</cx:pt>
          <cx:pt idx="2635">6.2000000000000002</cx:pt>
          <cx:pt idx="2637">3.5</cx:pt>
          <cx:pt idx="2638">6.5</cx:pt>
          <cx:pt idx="2639">7.2000000000000002</cx:pt>
          <cx:pt idx="2640">6.0999999999999996</cx:pt>
          <cx:pt idx="2641">6.5999999999999996</cx:pt>
          <cx:pt idx="2642">6.7999999999999998</cx:pt>
          <cx:pt idx="2643">7.5999999999999996</cx:pt>
          <cx:pt idx="2644">5.0999999999999996</cx:pt>
          <cx:pt idx="2645">7.4000000000000004</cx:pt>
          <cx:pt idx="2646">3.7000000000000002</cx:pt>
          <cx:pt idx="2647">7.2000000000000002</cx:pt>
          <cx:pt idx="2648">9</cx:pt>
          <cx:pt idx="2650">4.7999999999999998</cx:pt>
          <cx:pt idx="2651">7.5</cx:pt>
          <cx:pt idx="2652">7.2999999999999998</cx:pt>
          <cx:pt idx="2653">5.7000000000000002</cx:pt>
          <cx:pt idx="2654">6.9000000000000004</cx:pt>
          <cx:pt idx="2655">5.0999999999999996</cx:pt>
          <cx:pt idx="2656">6.9000000000000004</cx:pt>
          <cx:pt idx="2657">6.5</cx:pt>
          <cx:pt idx="2658">4.5</cx:pt>
          <cx:pt idx="2659">5.9000000000000004</cx:pt>
          <cx:pt idx="2660">5.7000000000000002</cx:pt>
          <cx:pt idx="2661">4.9000000000000004</cx:pt>
          <cx:pt idx="2662">5.7999999999999998</cx:pt>
          <cx:pt idx="2663">5.4000000000000004</cx:pt>
          <cx:pt idx="2664">7.7000000000000002</cx:pt>
          <cx:pt idx="2665">7.2000000000000002</cx:pt>
          <cx:pt idx="2666">6.7000000000000002</cx:pt>
          <cx:pt idx="2667">5.9000000000000004</cx:pt>
          <cx:pt idx="2668">7.9000000000000004</cx:pt>
          <cx:pt idx="2669">7.5999999999999996</cx:pt>
          <cx:pt idx="2670">7.0999999999999996</cx:pt>
          <cx:pt idx="2671">7</cx:pt>
          <cx:pt idx="2672">4.7000000000000002</cx:pt>
          <cx:pt idx="2673">3.8999999999999999</cx:pt>
          <cx:pt idx="2674">5</cx:pt>
          <cx:pt idx="2675">6.9000000000000004</cx:pt>
          <cx:pt idx="2676">3.8999999999999999</cx:pt>
          <cx:pt idx="2677">6</cx:pt>
          <cx:pt idx="2678">8.5999999999999996</cx:pt>
          <cx:pt idx="2679">6.2000000000000002</cx:pt>
          <cx:pt idx="2680">6.0999999999999996</cx:pt>
          <cx:pt idx="2681">6.2999999999999998</cx:pt>
          <cx:pt idx="2682">7.7000000000000002</cx:pt>
          <cx:pt idx="2683">6.0999999999999996</cx:pt>
          <cx:pt idx="2684">4.7000000000000002</cx:pt>
          <cx:pt idx="2685">5.5</cx:pt>
          <cx:pt idx="2686">5.2000000000000002</cx:pt>
          <cx:pt idx="2687">6.0999999999999996</cx:pt>
          <cx:pt idx="2688">4.7999999999999998</cx:pt>
          <cx:pt idx="2689">6.0999999999999996</cx:pt>
          <cx:pt idx="2690">4.7999999999999998</cx:pt>
          <cx:pt idx="2691">6.2000000000000002</cx:pt>
          <cx:pt idx="2692">6.5</cx:pt>
          <cx:pt idx="2693">6.5999999999999996</cx:pt>
          <cx:pt idx="2694">6.7000000000000002</cx:pt>
          <cx:pt idx="2695">5</cx:pt>
          <cx:pt idx="2697">7.2000000000000002</cx:pt>
          <cx:pt idx="2698">7.9000000000000004</cx:pt>
          <cx:pt idx="2699">7.5</cx:pt>
          <cx:pt idx="2700">6.9000000000000004</cx:pt>
          <cx:pt idx="2701">7.7999999999999998</cx:pt>
          <cx:pt idx="2702">7.9000000000000004</cx:pt>
          <cx:pt idx="2703">6.9000000000000004</cx:pt>
          <cx:pt idx="2704">6.4000000000000004</cx:pt>
          <cx:pt idx="2705">7.9000000000000004</cx:pt>
          <cx:pt idx="2706">6.0999999999999996</cx:pt>
          <cx:pt idx="2707">6.5999999999999996</cx:pt>
          <cx:pt idx="2708">5.7999999999999998</cx:pt>
          <cx:pt idx="2709">7.4000000000000004</cx:pt>
          <cx:pt idx="2710">6.7000000000000002</cx:pt>
          <cx:pt idx="2711">6.5999999999999996</cx:pt>
          <cx:pt idx="2712">5.4000000000000004</cx:pt>
          <cx:pt idx="2713">6.5999999999999996</cx:pt>
          <cx:pt idx="2714">5.9000000000000004</cx:pt>
          <cx:pt idx="2715">7.4000000000000004</cx:pt>
          <cx:pt idx="2716">6.4000000000000004</cx:pt>
          <cx:pt idx="2717">6.7999999999999998</cx:pt>
          <cx:pt idx="2718">3.8999999999999999</cx:pt>
          <cx:pt idx="2719">4.7000000000000002</cx:pt>
          <cx:pt idx="2720">6.2000000000000002</cx:pt>
          <cx:pt idx="2721">7.4000000000000004</cx:pt>
          <cx:pt idx="2722">5.5999999999999996</cx:pt>
          <cx:pt idx="2723">8</cx:pt>
          <cx:pt idx="2724">6.7000000000000002</cx:pt>
          <cx:pt idx="2725">5.5</cx:pt>
          <cx:pt idx="2726">5.5999999999999996</cx:pt>
          <cx:pt idx="2727">7.0999999999999996</cx:pt>
          <cx:pt idx="2728">6.4000000000000004</cx:pt>
          <cx:pt idx="2729">6.0999999999999996</cx:pt>
          <cx:pt idx="2730">6.7000000000000002</cx:pt>
          <cx:pt idx="2731">4.5999999999999996</cx:pt>
          <cx:pt idx="2732">6.4000000000000004</cx:pt>
          <cx:pt idx="2733">6.2000000000000002</cx:pt>
          <cx:pt idx="2734">6.5999999999999996</cx:pt>
          <cx:pt idx="2735">6.5999999999999996</cx:pt>
          <cx:pt idx="2736">7.2999999999999998</cx:pt>
          <cx:pt idx="2737">5.5999999999999996</cx:pt>
          <cx:pt idx="2738">6.7999999999999998</cx:pt>
          <cx:pt idx="2739">7.2999999999999998</cx:pt>
          <cx:pt idx="2740">4.9000000000000004</cx:pt>
          <cx:pt idx="2741">5.4000000000000004</cx:pt>
          <cx:pt idx="2742">5.2000000000000002</cx:pt>
          <cx:pt idx="2743">6.9000000000000004</cx:pt>
          <cx:pt idx="2744">2.2999999999999998</cx:pt>
          <cx:pt idx="2745">6.7000000000000002</cx:pt>
          <cx:pt idx="2746">7.7999999999999998</cx:pt>
          <cx:pt idx="2747">4.2999999999999998</cx:pt>
          <cx:pt idx="2748">6.7999999999999998</cx:pt>
          <cx:pt idx="2749">6.5999999999999996</cx:pt>
          <cx:pt idx="2750">6.7999999999999998</cx:pt>
          <cx:pt idx="2751">7.2000000000000002</cx:pt>
          <cx:pt idx="2752">6.0999999999999996</cx:pt>
          <cx:pt idx="2753">4.5</cx:pt>
          <cx:pt idx="2754">6</cx:pt>
          <cx:pt idx="2755">6.9000000000000004</cx:pt>
          <cx:pt idx="2756">8.4000000000000004</cx:pt>
          <cx:pt idx="2757">8.1999999999999993</cx:pt>
          <cx:pt idx="2758">6.7999999999999998</cx:pt>
          <cx:pt idx="2759">6.5</cx:pt>
          <cx:pt idx="2760">4.9000000000000004</cx:pt>
          <cx:pt idx="2761">5.7999999999999998</cx:pt>
          <cx:pt idx="2762">7.5</cx:pt>
          <cx:pt idx="2763">6.5</cx:pt>
          <cx:pt idx="2764">8.5</cx:pt>
          <cx:pt idx="2765">7</cx:pt>
          <cx:pt idx="2766">6.7999999999999998</cx:pt>
          <cx:pt idx="2767">6.5</cx:pt>
          <cx:pt idx="2768">5.7000000000000002</cx:pt>
          <cx:pt idx="2769">5.5999999999999996</cx:pt>
          <cx:pt idx="2770">5.7000000000000002</cx:pt>
          <cx:pt idx="2771">5.4000000000000004</cx:pt>
          <cx:pt idx="2772">6.5999999999999996</cx:pt>
          <cx:pt idx="2773">7.2999999999999998</cx:pt>
          <cx:pt idx="2774">5.4000000000000004</cx:pt>
          <cx:pt idx="2775">7.5999999999999996</cx:pt>
          <cx:pt idx="2776">6.5</cx:pt>
          <cx:pt idx="2777">7.7999999999999998</cx:pt>
          <cx:pt idx="2778">7.0999999999999996</cx:pt>
          <cx:pt idx="2779">6.2000000000000002</cx:pt>
          <cx:pt idx="2780">5.5</cx:pt>
          <cx:pt idx="2781">7</cx:pt>
          <cx:pt idx="2782">6.4000000000000004</cx:pt>
          <cx:pt idx="2783">6.2999999999999998</cx:pt>
          <cx:pt idx="2784">6.7000000000000002</cx:pt>
          <cx:pt idx="2785">4.4000000000000004</cx:pt>
          <cx:pt idx="2786">4.4000000000000004</cx:pt>
          <cx:pt idx="2787">4.2999999999999998</cx:pt>
          <cx:pt idx="2788">6.5999999999999996</cx:pt>
          <cx:pt idx="2789">6.5999999999999996</cx:pt>
          <cx:pt idx="2790">5.7000000000000002</cx:pt>
          <cx:pt idx="2791">4.7000000000000002</cx:pt>
          <cx:pt idx="2792">5.9000000000000004</cx:pt>
          <cx:pt idx="2793">4.7000000000000002</cx:pt>
          <cx:pt idx="2794">6.2000000000000002</cx:pt>
          <cx:pt idx="2795">4.7000000000000002</cx:pt>
          <cx:pt idx="2796">5.5999999999999996</cx:pt>
          <cx:pt idx="2797">6.7999999999999998</cx:pt>
          <cx:pt idx="2798">4.9000000000000004</cx:pt>
          <cx:pt idx="2799">7.7999999999999998</cx:pt>
          <cx:pt idx="2800">7.2000000000000002</cx:pt>
          <cx:pt idx="2801">6.5999999999999996</cx:pt>
          <cx:pt idx="2802">5.2000000000000002</cx:pt>
          <cx:pt idx="2803">7</cx:pt>
          <cx:pt idx="2804">6.7000000000000002</cx:pt>
          <cx:pt idx="2805">5.7000000000000002</cx:pt>
          <cx:pt idx="2806">7.4000000000000004</cx:pt>
          <cx:pt idx="2807">5.7999999999999998</cx:pt>
          <cx:pt idx="2808">6.2000000000000002</cx:pt>
          <cx:pt idx="2809">5.7000000000000002</cx:pt>
          <cx:pt idx="2810">6</cx:pt>
          <cx:pt idx="2811">5.9000000000000004</cx:pt>
          <cx:pt idx="2812">7.5</cx:pt>
          <cx:pt idx="2813">5.7999999999999998</cx:pt>
          <cx:pt idx="2814">6.2999999999999998</cx:pt>
          <cx:pt idx="2815">6.9000000000000004</cx:pt>
          <cx:pt idx="2816">5.5999999999999996</cx:pt>
          <cx:pt idx="2817">6</cx:pt>
          <cx:pt idx="2818">3.3999999999999999</cx:pt>
          <cx:pt idx="2819">7.2999999999999998</cx:pt>
          <cx:pt idx="2820">4.0999999999999996</cx:pt>
          <cx:pt idx="2821">6.0999999999999996</cx:pt>
          <cx:pt idx="2822">7.2000000000000002</cx:pt>
          <cx:pt idx="2823">5.5</cx:pt>
          <cx:pt idx="2824">7.7000000000000002</cx:pt>
          <cx:pt idx="2825">6.5999999999999996</cx:pt>
          <cx:pt idx="2826">6.2000000000000002</cx:pt>
          <cx:pt idx="2827">7.2999999999999998</cx:pt>
          <cx:pt idx="2828">5.4000000000000004</cx:pt>
          <cx:pt idx="2829">3.6000000000000001</cx:pt>
          <cx:pt idx="2830">6.2999999999999998</cx:pt>
          <cx:pt idx="2831">6.0999999999999996</cx:pt>
          <cx:pt idx="2832">5.2000000000000002</cx:pt>
          <cx:pt idx="2833">7.0999999999999996</cx:pt>
          <cx:pt idx="2834">6.7000000000000002</cx:pt>
          <cx:pt idx="2835">6.2000000000000002</cx:pt>
          <cx:pt idx="2836">7.4000000000000004</cx:pt>
          <cx:pt idx="2837">3.7000000000000002</cx:pt>
          <cx:pt idx="2838">5.5999999999999996</cx:pt>
          <cx:pt idx="2839">5.7000000000000002</cx:pt>
          <cx:pt idx="2840">5.5999999999999996</cx:pt>
          <cx:pt idx="2841">6.5</cx:pt>
          <cx:pt idx="2842">6.0999999999999996</cx:pt>
          <cx:pt idx="2843">7.7000000000000002</cx:pt>
          <cx:pt idx="2844">3.6000000000000001</cx:pt>
          <cx:pt idx="2845">7.2999999999999998</cx:pt>
          <cx:pt idx="2846">6.2000000000000002</cx:pt>
          <cx:pt idx="2847">6.7999999999999998</cx:pt>
          <cx:pt idx="2848">7.5</cx:pt>
          <cx:pt idx="2849">5.9000000000000004</cx:pt>
          <cx:pt idx="2850">5.7999999999999998</cx:pt>
          <cx:pt idx="2851">6.4000000000000004</cx:pt>
          <cx:pt idx="2852">5.5999999999999996</cx:pt>
          <cx:pt idx="2853">6.0999999999999996</cx:pt>
          <cx:pt idx="2854">6.7999999999999998</cx:pt>
          <cx:pt idx="2855">3.3999999999999999</cx:pt>
          <cx:pt idx="2856">3.7999999999999998</cx:pt>
          <cx:pt idx="2857">6.7999999999999998</cx:pt>
          <cx:pt idx="2858">6.5</cx:pt>
          <cx:pt idx="2859">4</cx:pt>
          <cx:pt idx="2860">6.0999999999999996</cx:pt>
          <cx:pt idx="2861">6.5999999999999996</cx:pt>
          <cx:pt idx="2862">7.7999999999999998</cx:pt>
          <cx:pt idx="2863">5.7000000000000002</cx:pt>
          <cx:pt idx="2864">7.4000000000000004</cx:pt>
          <cx:pt idx="2865">8.5999999999999996</cx:pt>
          <cx:pt idx="2866">5.0999999999999996</cx:pt>
          <cx:pt idx="2867">4.7999999999999998</cx:pt>
          <cx:pt idx="2868">4</cx:pt>
          <cx:pt idx="2869">6.2000000000000002</cx:pt>
          <cx:pt idx="2870">5.5</cx:pt>
          <cx:pt idx="2871">7.2999999999999998</cx:pt>
          <cx:pt idx="2872">4.9000000000000004</cx:pt>
          <cx:pt idx="2873">6.5999999999999996</cx:pt>
          <cx:pt idx="2874">5.9000000000000004</cx:pt>
          <cx:pt idx="2875">6.7000000000000002</cx:pt>
          <cx:pt idx="2876">6.5999999999999996</cx:pt>
          <cx:pt idx="2877">6</cx:pt>
          <cx:pt idx="2878">6.2999999999999998</cx:pt>
          <cx:pt idx="2879">6.2000000000000002</cx:pt>
          <cx:pt idx="2880">6.2999999999999998</cx:pt>
          <cx:pt idx="2881">4.5999999999999996</cx:pt>
          <cx:pt idx="2882">6.4000000000000004</cx:pt>
          <cx:pt idx="2883">6.7999999999999998</cx:pt>
          <cx:pt idx="2884">5</cx:pt>
          <cx:pt idx="2885">4.4000000000000004</cx:pt>
          <cx:pt idx="2886">4.7999999999999998</cx:pt>
          <cx:pt idx="2887">6.2999999999999998</cx:pt>
          <cx:pt idx="2888">7.5999999999999996</cx:pt>
          <cx:pt idx="2889">5.2000000000000002</cx:pt>
          <cx:pt idx="2890">7.5999999999999996</cx:pt>
          <cx:pt idx="2891">6.2999999999999998</cx:pt>
          <cx:pt idx="2892">7.2000000000000002</cx:pt>
          <cx:pt idx="2893">7.4000000000000004</cx:pt>
          <cx:pt idx="2894">5.0999999999999996</cx:pt>
          <cx:pt idx="2895">7.7999999999999998</cx:pt>
          <cx:pt idx="2896">5.0999999999999996</cx:pt>
          <cx:pt idx="2897">5.7000000000000002</cx:pt>
          <cx:pt idx="2898">5.9000000000000004</cx:pt>
          <cx:pt idx="2899">5.5</cx:pt>
          <cx:pt idx="2900">7</cx:pt>
          <cx:pt idx="2901">7.2000000000000002</cx:pt>
          <cx:pt idx="2902">4.2000000000000002</cx:pt>
          <cx:pt idx="2903">6.5999999999999996</cx:pt>
          <cx:pt idx="2904">5.0999999999999996</cx:pt>
          <cx:pt idx="2905">6.2000000000000002</cx:pt>
          <cx:pt idx="2906">6.5</cx:pt>
          <cx:pt idx="2907">5.2999999999999998</cx:pt>
          <cx:pt idx="2908">6.5</cx:pt>
          <cx:pt idx="2909">4.2000000000000002</cx:pt>
          <cx:pt idx="2911">5.2999999999999998</cx:pt>
          <cx:pt idx="2912">6.2999999999999998</cx:pt>
          <cx:pt idx="2913">6.2999999999999998</cx:pt>
          <cx:pt idx="2914">6.9000000000000004</cx:pt>
          <cx:pt idx="2915">5.0999999999999996</cx:pt>
          <cx:pt idx="2916">6.4000000000000004</cx:pt>
          <cx:pt idx="2917">7.9000000000000004</cx:pt>
          <cx:pt idx="2918">6.7999999999999998</cx:pt>
          <cx:pt idx="2919">6.0999999999999996</cx:pt>
          <cx:pt idx="2920">6.7999999999999998</cx:pt>
          <cx:pt idx="2921">4.5999999999999996</cx:pt>
          <cx:pt idx="2922">5.9000000000000004</cx:pt>
          <cx:pt idx="2923">4.5999999999999996</cx:pt>
          <cx:pt idx="2924">5.9000000000000004</cx:pt>
          <cx:pt idx="2925">5.7999999999999998</cx:pt>
          <cx:pt idx="2926">6.4000000000000004</cx:pt>
          <cx:pt idx="2927">7.5</cx:pt>
          <cx:pt idx="2928">5.5</cx:pt>
          <cx:pt idx="2929">6.7000000000000002</cx:pt>
          <cx:pt idx="2930">6.4000000000000004</cx:pt>
          <cx:pt idx="2931">4.9000000000000004</cx:pt>
          <cx:pt idx="2932">6.9000000000000004</cx:pt>
          <cx:pt idx="2933">4.2999999999999998</cx:pt>
          <cx:pt idx="2934">7</cx:pt>
          <cx:pt idx="2935">7.0999999999999996</cx:pt>
          <cx:pt idx="2936">6.9000000000000004</cx:pt>
          <cx:pt idx="2937">7</cx:pt>
          <cx:pt idx="2938">5.4000000000000004</cx:pt>
          <cx:pt idx="2939">5.7999999999999998</cx:pt>
          <cx:pt idx="2940">7</cx:pt>
          <cx:pt idx="2941">6.4000000000000004</cx:pt>
          <cx:pt idx="2942">6.2999999999999998</cx:pt>
          <cx:pt idx="2943">5.5999999999999996</cx:pt>
          <cx:pt idx="2944">4</cx:pt>
          <cx:pt idx="2945">4.4000000000000004</cx:pt>
          <cx:pt idx="2946">5.9000000000000004</cx:pt>
          <cx:pt idx="2947">7.2000000000000002</cx:pt>
          <cx:pt idx="2948">5.0999999999999996</cx:pt>
          <cx:pt idx="2949">7.2999999999999998</cx:pt>
          <cx:pt idx="2950">6.2999999999999998</cx:pt>
          <cx:pt idx="2951">5.4000000000000004</cx:pt>
          <cx:pt idx="2952">7.4000000000000004</cx:pt>
          <cx:pt idx="2953">5.7000000000000002</cx:pt>
          <cx:pt idx="2954">5.4000000000000004</cx:pt>
          <cx:pt idx="2955">5.2999999999999998</cx:pt>
          <cx:pt idx="2956">4.5</cx:pt>
          <cx:pt idx="2957">6.2000000000000002</cx:pt>
          <cx:pt idx="2958">7.4000000000000004</cx:pt>
          <cx:pt idx="2959">6.7000000000000002</cx:pt>
          <cx:pt idx="2960">4.7999999999999998</cx:pt>
          <cx:pt idx="2961">6.9000000000000004</cx:pt>
          <cx:pt idx="2962">7</cx:pt>
          <cx:pt idx="2963">7.7999999999999998</cx:pt>
          <cx:pt idx="2964">7.7999999999999998</cx:pt>
          <cx:pt idx="2965">7.2999999999999998</cx:pt>
          <cx:pt idx="2966">8.6999999999999993</cx:pt>
          <cx:pt idx="2967">8.3000000000000007</cx:pt>
          <cx:pt idx="2968">8.5</cx:pt>
          <cx:pt idx="2969">8.4000000000000004</cx:pt>
          <cx:pt idx="2970">8</cx:pt>
          <cx:pt idx="2971">8.1999999999999993</cx:pt>
          <cx:pt idx="2972">5.7000000000000002</cx:pt>
          <cx:pt idx="2973">7.4000000000000004</cx:pt>
          <cx:pt idx="2974">6.7000000000000002</cx:pt>
          <cx:pt idx="2975">8.5999999999999996</cx:pt>
          <cx:pt idx="2976">3.2999999999999998</cx:pt>
          <cx:pt idx="2977">8.5999999999999996</cx:pt>
          <cx:pt idx="2978">6.5</cx:pt>
          <cx:pt idx="2979">8</cx:pt>
          <cx:pt idx="2980">7.9000000000000004</cx:pt>
          <cx:pt idx="2981">9.0999999999999996</cx:pt>
          <cx:pt idx="2982">7.2999999999999998</cx:pt>
          <cx:pt idx="2983">6.9000000000000004</cx:pt>
          <cx:pt idx="2984">8.4000000000000004</cx:pt>
          <cx:pt idx="2985">6.7999999999999998</cx:pt>
          <cx:pt idx="2986">7.5</cx:pt>
          <cx:pt idx="2987">7.4000000000000004</cx:pt>
          <cx:pt idx="2988">7.5</cx:pt>
          <cx:pt idx="2989">7.4000000000000004</cx:pt>
          <cx:pt idx="2990">6.0999999999999996</cx:pt>
          <cx:pt idx="2991">7.2999999999999998</cx:pt>
          <cx:pt idx="2992">6.7000000000000002</cx:pt>
          <cx:pt idx="2993">7.2999999999999998</cx:pt>
          <cx:pt idx="2994">7.0999999999999996</cx:pt>
          <cx:pt idx="2995">6.5999999999999996</cx:pt>
          <cx:pt idx="2996">7.7000000000000002</cx:pt>
          <cx:pt idx="2997">6.7999999999999998</cx:pt>
          <cx:pt idx="2998">7.0999999999999996</cx:pt>
          <cx:pt idx="2999">7.2999999999999998</cx:pt>
          <cx:pt idx="3000">8.0999999999999996</cx:pt>
          <cx:pt idx="3001">7.7999999999999998</cx:pt>
          <cx:pt idx="3002">6.2000000000000002</cx:pt>
          <cx:pt idx="3003">6.7000000000000002</cx:pt>
          <cx:pt idx="3004">7.5</cx:pt>
          <cx:pt idx="3005">6.5999999999999996</cx:pt>
          <cx:pt idx="3006">6.0999999999999996</cx:pt>
          <cx:pt idx="3007">7.9000000000000004</cx:pt>
          <cx:pt idx="3008">7.7000000000000002</cx:pt>
          <cx:pt idx="3009">7.0999999999999996</cx:pt>
          <cx:pt idx="3010">7.5999999999999996</cx:pt>
          <cx:pt idx="3011">7.7999999999999998</cx:pt>
          <cx:pt idx="3012">7.2000000000000002</cx:pt>
          <cx:pt idx="3013">7.2999999999999998</cx:pt>
          <cx:pt idx="3014">6.5</cx:pt>
          <cx:pt idx="3015">7.0999999999999996</cx:pt>
          <cx:pt idx="3016">5.2999999999999998</cx:pt>
          <cx:pt idx="3017">7.2999999999999998</cx:pt>
          <cx:pt idx="3018">6.2000000000000002</cx:pt>
          <cx:pt idx="3019">7.5999999999999996</cx:pt>
          <cx:pt idx="3020">7.0999999999999996</cx:pt>
          <cx:pt idx="3021">7</cx:pt>
          <cx:pt idx="3022">8.3000000000000007</cx:pt>
          <cx:pt idx="3023">7.5999999999999996</cx:pt>
          <cx:pt idx="3024">6.5</cx:pt>
          <cx:pt idx="3025">7.4000000000000004</cx:pt>
          <cx:pt idx="3026">8.4000000000000004</cx:pt>
          <cx:pt idx="3027">6.7999999999999998</cx:pt>
          <cx:pt idx="3028">6.7999999999999998</cx:pt>
          <cx:pt idx="3029">6.0999999999999996</cx:pt>
          <cx:pt idx="3030">6.2999999999999998</cx:pt>
          <cx:pt idx="3031">6.5</cx:pt>
          <cx:pt idx="3032">8.4000000000000004</cx:pt>
          <cx:pt idx="3033">8.9000000000000004</cx:pt>
          <cx:pt idx="3034">4.9000000000000004</cx:pt>
          <cx:pt idx="3035">5.2000000000000002</cx:pt>
          <cx:pt idx="3036">7.2000000000000002</cx:pt>
          <cx:pt idx="3037">7.5999999999999996</cx:pt>
          <cx:pt idx="3038">7.7999999999999998</cx:pt>
          <cx:pt idx="3039">8</cx:pt>
          <cx:pt idx="3040">7.0999999999999996</cx:pt>
          <cx:pt idx="3041">6.5999999999999996</cx:pt>
          <cx:pt idx="3042">6.2000000000000002</cx:pt>
          <cx:pt idx="3043">7.0999999999999996</cx:pt>
          <cx:pt idx="3044">6.4000000000000004</cx:pt>
          <cx:pt idx="3045">6</cx:pt>
          <cx:pt idx="3046">5.5999999999999996</cx:pt>
          <cx:pt idx="3047">7.2999999999999998</cx:pt>
          <cx:pt idx="3048">7.2000000000000002</cx:pt>
          <cx:pt idx="3049">6.7000000000000002</cx:pt>
          <cx:pt idx="3050">7.4000000000000004</cx:pt>
          <cx:pt idx="3051">7.2999999999999998</cx:pt>
          <cx:pt idx="3052">6.2000000000000002</cx:pt>
          <cx:pt idx="3053">6.5999999999999996</cx:pt>
          <cx:pt idx="3054">7.5</cx:pt>
          <cx:pt idx="3055">6.7999999999999998</cx:pt>
          <cx:pt idx="3056">5.7999999999999998</cx:pt>
          <cx:pt idx="3057">7.2000000000000002</cx:pt>
          <cx:pt idx="3058">6.9000000000000004</cx:pt>
          <cx:pt idx="3059">7</cx:pt>
          <cx:pt idx="3060">5.5999999999999996</cx:pt>
          <cx:pt idx="3061">7.7999999999999998</cx:pt>
          <cx:pt idx="3062">6.7000000000000002</cx:pt>
          <cx:pt idx="3063">7.5</cx:pt>
          <cx:pt idx="3064">7.5</cx:pt>
          <cx:pt idx="3065">6.2999999999999998</cx:pt>
          <cx:pt idx="3066">8</cx:pt>
          <cx:pt idx="3067">5.4000000000000004</cx:pt>
          <cx:pt idx="3068">6.9000000000000004</cx:pt>
          <cx:pt idx="3069">5.2000000000000002</cx:pt>
          <cx:pt idx="3070">7.2000000000000002</cx:pt>
          <cx:pt idx="3071">6.7999999999999998</cx:pt>
          <cx:pt idx="3072">7.5</cx:pt>
          <cx:pt idx="3073">6.7000000000000002</cx:pt>
          <cx:pt idx="3074">7.2000000000000002</cx:pt>
          <cx:pt idx="3075">6.2999999999999998</cx:pt>
          <cx:pt idx="3076">7</cx:pt>
          <cx:pt idx="3077">8.5999999999999996</cx:pt>
          <cx:pt idx="3078">6.0999999999999996</cx:pt>
          <cx:pt idx="3079">2.8999999999999999</cx:pt>
          <cx:pt idx="3080">6.5</cx:pt>
          <cx:pt idx="3081">6.5999999999999996</cx:pt>
          <cx:pt idx="3082">5.5</cx:pt>
          <cx:pt idx="3083">7.7000000000000002</cx:pt>
          <cx:pt idx="3084">7.2000000000000002</cx:pt>
          <cx:pt idx="3085">6.2000000000000002</cx:pt>
          <cx:pt idx="3086">6</cx:pt>
          <cx:pt idx="3087">5.4000000000000004</cx:pt>
          <cx:pt idx="3088">6</cx:pt>
          <cx:pt idx="3089">7.5</cx:pt>
          <cx:pt idx="3090">7</cx:pt>
          <cx:pt idx="3091">8.8000000000000007</cx:pt>
          <cx:pt idx="3092">7.2000000000000002</cx:pt>
          <cx:pt idx="3093">6.4000000000000004</cx:pt>
          <cx:pt idx="3094">6.5</cx:pt>
          <cx:pt idx="3095">9.3000000000000007</cx:pt>
          <cx:pt idx="3096">6.4000000000000004</cx:pt>
          <cx:pt idx="3097">7.9000000000000004</cx:pt>
          <cx:pt idx="3098">6.7000000000000002</cx:pt>
          <cx:pt idx="3099">6.9000000000000004</cx:pt>
          <cx:pt idx="3100">7.0999999999999996</cx:pt>
          <cx:pt idx="3101">8.1999999999999993</cx:pt>
          <cx:pt idx="3102">6.9000000000000004</cx:pt>
          <cx:pt idx="3103">5.4000000000000004</cx:pt>
          <cx:pt idx="3104">7.4000000000000004</cx:pt>
          <cx:pt idx="3105">7.5999999999999996</cx:pt>
          <cx:pt idx="3107">4.5999999999999996</cx:pt>
          <cx:pt idx="3108">5.5</cx:pt>
          <cx:pt idx="3109">6.9000000000000004</cx:pt>
          <cx:pt idx="3110">7.2000000000000002</cx:pt>
          <cx:pt idx="3111">6.2999999999999998</cx:pt>
          <cx:pt idx="3112">7.2000000000000002</cx:pt>
          <cx:pt idx="3113">6.0999999999999996</cx:pt>
          <cx:pt idx="3114">5.9000000000000004</cx:pt>
          <cx:pt idx="3115">6.5</cx:pt>
          <cx:pt idx="3116">7.2999999999999998</cx:pt>
          <cx:pt idx="3117">5.2000000000000002</cx:pt>
          <cx:pt idx="3118">6.2000000000000002</cx:pt>
          <cx:pt idx="3119">7.0999999999999996</cx:pt>
          <cx:pt idx="3120">6.2000000000000002</cx:pt>
          <cx:pt idx="3121">5.7999999999999998</cx:pt>
          <cx:pt idx="3122">6.2999999999999998</cx:pt>
          <cx:pt idx="3123">5.7000000000000002</cx:pt>
          <cx:pt idx="3124">9</cx:pt>
          <cx:pt idx="3125">4.7000000000000002</cx:pt>
          <cx:pt idx="3126">6.2999999999999998</cx:pt>
          <cx:pt idx="3127">8.5999999999999996</cx:pt>
          <cx:pt idx="3128">7</cx:pt>
          <cx:pt idx="3129">6.2999999999999998</cx:pt>
          <cx:pt idx="3130">7.5999999999999996</cx:pt>
          <cx:pt idx="3131">7.5999999999999996</cx:pt>
          <cx:pt idx="3132">7.7000000000000002</cx:pt>
          <cx:pt idx="3133">8.0999999999999996</cx:pt>
          <cx:pt idx="3134">7.7999999999999998</cx:pt>
          <cx:pt idx="3135">4.7000000000000002</cx:pt>
          <cx:pt idx="3136">6.5</cx:pt>
          <cx:pt idx="3137">5.7000000000000002</cx:pt>
          <cx:pt idx="3138">7.0999999999999996</cx:pt>
          <cx:pt idx="3139">8.0999999999999996</cx:pt>
          <cx:pt idx="3140">6.4000000000000004</cx:pt>
          <cx:pt idx="3141">5.2999999999999998</cx:pt>
          <cx:pt idx="3142">6.4000000000000004</cx:pt>
          <cx:pt idx="3143">8.6999999999999993</cx:pt>
          <cx:pt idx="3144">6.4000000000000004</cx:pt>
          <cx:pt idx="3145">6.7000000000000002</cx:pt>
          <cx:pt idx="3146">6.5999999999999996</cx:pt>
          <cx:pt idx="3147">8.0999999999999996</cx:pt>
          <cx:pt idx="3148">7.7000000000000002</cx:pt>
          <cx:pt idx="3149">7.4000000000000004</cx:pt>
          <cx:pt idx="3150">7.5</cx:pt>
          <cx:pt idx="3151">5.9000000000000004</cx:pt>
          <cx:pt idx="3152">8.1999999999999993</cx:pt>
          <cx:pt idx="3153">8</cx:pt>
          <cx:pt idx="3154">5.4000000000000004</cx:pt>
          <cx:pt idx="3155">6.0999999999999996</cx:pt>
          <cx:pt idx="3156">6.5</cx:pt>
          <cx:pt idx="3157">7.0999999999999996</cx:pt>
          <cx:pt idx="3158">6.9000000000000004</cx:pt>
          <cx:pt idx="3159">5.2999999999999998</cx:pt>
          <cx:pt idx="3160">6</cx:pt>
          <cx:pt idx="3161">6.0999999999999996</cx:pt>
          <cx:pt idx="3162">6.5</cx:pt>
          <cx:pt idx="3163">6.7999999999999998</cx:pt>
          <cx:pt idx="3164">6.4000000000000004</cx:pt>
          <cx:pt idx="3165">6.7999999999999998</cx:pt>
          <cx:pt idx="3166">7.5</cx:pt>
          <cx:pt idx="3167">6.5999999999999996</cx:pt>
          <cx:pt idx="3168">6.7000000000000002</cx:pt>
          <cx:pt idx="3169">7.7000000000000002</cx:pt>
          <cx:pt idx="3170">7.5999999999999996</cx:pt>
          <cx:pt idx="3171">5.5999999999999996</cx:pt>
          <cx:pt idx="3172">6.2000000000000002</cx:pt>
          <cx:pt idx="3173">3.7000000000000002</cx:pt>
          <cx:pt idx="3174">6.0999999999999996</cx:pt>
          <cx:pt idx="3175">6.4000000000000004</cx:pt>
          <cx:pt idx="3176">7.0999999999999996</cx:pt>
          <cx:pt idx="3177">4.7000000000000002</cx:pt>
          <cx:pt idx="3178">5.9000000000000004</cx:pt>
          <cx:pt idx="3179">7.0999999999999996</cx:pt>
          <cx:pt idx="3180">7.4000000000000004</cx:pt>
          <cx:pt idx="3181">6.9000000000000004</cx:pt>
          <cx:pt idx="3182">6.5999999999999996</cx:pt>
          <cx:pt idx="3183">7</cx:pt>
          <cx:pt idx="3184">6.5999999999999996</cx:pt>
          <cx:pt idx="3185">5</cx:pt>
          <cx:pt idx="3186">7.5999999999999996</cx:pt>
          <cx:pt idx="3187">8.0999999999999996</cx:pt>
          <cx:pt idx="3188">6.7000000000000002</cx:pt>
          <cx:pt idx="3189">5.4000000000000004</cx:pt>
          <cx:pt idx="3190">6.5</cx:pt>
          <cx:pt idx="3191">5.2999999999999998</cx:pt>
          <cx:pt idx="3192">7.4000000000000004</cx:pt>
          <cx:pt idx="3193">7.2000000000000002</cx:pt>
          <cx:pt idx="3194">5.9000000000000004</cx:pt>
          <cx:pt idx="3195">8.5999999999999996</cx:pt>
          <cx:pt idx="3197">7.5</cx:pt>
          <cx:pt idx="3198">5.7999999999999998</cx:pt>
          <cx:pt idx="3199">7.5</cx:pt>
          <cx:pt idx="3200">7.0999999999999996</cx:pt>
          <cx:pt idx="3201">7.5999999999999996</cx:pt>
          <cx:pt idx="3202">8.0999999999999996</cx:pt>
          <cx:pt idx="3203">7.9000000000000004</cx:pt>
          <cx:pt idx="3204">6.5999999999999996</cx:pt>
          <cx:pt idx="3205">6.2999999999999998</cx:pt>
          <cx:pt idx="3206">7.0999999999999996</cx:pt>
          <cx:pt idx="3207">5.5999999999999996</cx:pt>
          <cx:pt idx="3208">7.4000000000000004</cx:pt>
          <cx:pt idx="3209">4.2999999999999998</cx:pt>
          <cx:pt idx="3210">8.3000000000000007</cx:pt>
          <cx:pt idx="3211">7.5999999999999996</cx:pt>
          <cx:pt idx="3212">6.2999999999999998</cx:pt>
          <cx:pt idx="3213">5.7000000000000002</cx:pt>
          <cx:pt idx="3214">5.7000000000000002</cx:pt>
          <cx:pt idx="3215">7.2000000000000002</cx:pt>
          <cx:pt idx="3216">7.4000000000000004</cx:pt>
          <cx:pt idx="3217">7.5</cx:pt>
          <cx:pt idx="3218">6.5</cx:pt>
          <cx:pt idx="3219">7.4000000000000004</cx:pt>
          <cx:pt idx="3220">7.7999999999999998</cx:pt>
          <cx:pt idx="3221">6.5999999999999996</cx:pt>
          <cx:pt idx="3222">6.5</cx:pt>
          <cx:pt idx="3223">6.5999999999999996</cx:pt>
          <cx:pt idx="3224">6.2999999999999998</cx:pt>
          <cx:pt idx="3225">8</cx:pt>
          <cx:pt idx="3226">7.4000000000000004</cx:pt>
          <cx:pt idx="3227">5.9000000000000004</cx:pt>
          <cx:pt idx="3228">5.2999999999999998</cx:pt>
          <cx:pt idx="3229">5.7999999999999998</cx:pt>
          <cx:pt idx="3230">8.0999999999999996</cx:pt>
          <cx:pt idx="3231">6.5999999999999996</cx:pt>
          <cx:pt idx="3232">8</cx:pt>
          <cx:pt idx="3233">4.9000000000000004</cx:pt>
          <cx:pt idx="3234">7.7999999999999998</cx:pt>
          <cx:pt idx="3235">6.7999999999999998</cx:pt>
          <cx:pt idx="3236">6.7000000000000002</cx:pt>
          <cx:pt idx="3237">6.0999999999999996</cx:pt>
          <cx:pt idx="3238">4.7000000000000002</cx:pt>
          <cx:pt idx="3239">7.5</cx:pt>
          <cx:pt idx="3240">7.5999999999999996</cx:pt>
          <cx:pt idx="3241">8.3000000000000007</cx:pt>
          <cx:pt idx="3242">4.5999999999999996</cx:pt>
          <cx:pt idx="3243">7.4000000000000004</cx:pt>
          <cx:pt idx="3244">7.0999999999999996</cx:pt>
          <cx:pt idx="3245">7.9000000000000004</cx:pt>
          <cx:pt idx="3246">4.2999999999999998</cx:pt>
          <cx:pt idx="3247">5.7000000000000002</cx:pt>
          <cx:pt idx="3248">7.4000000000000004</cx:pt>
          <cx:pt idx="3249">6.4000000000000004</cx:pt>
          <cx:pt idx="3250">8</cx:pt>
          <cx:pt idx="3251">8.1999999999999993</cx:pt>
          <cx:pt idx="3252">6.9000000000000004</cx:pt>
          <cx:pt idx="3253">7.9000000000000004</cx:pt>
          <cx:pt idx="3254">7.2999999999999998</cx:pt>
          <cx:pt idx="3255">5.2999999999999998</cx:pt>
          <cx:pt idx="3256">6.7999999999999998</cx:pt>
          <cx:pt idx="3257">7.2999999999999998</cx:pt>
          <cx:pt idx="3258">7.9000000000000004</cx:pt>
          <cx:pt idx="3259">6.4000000000000004</cx:pt>
          <cx:pt idx="3260">6.4000000000000004</cx:pt>
          <cx:pt idx="3261">6.7999999999999998</cx:pt>
          <cx:pt idx="3262">5.5</cx:pt>
          <cx:pt idx="3263">6</cx:pt>
          <cx:pt idx="3264">7.0999999999999996</cx:pt>
          <cx:pt idx="3265">7.2999999999999998</cx:pt>
          <cx:pt idx="3266">8.1999999999999993</cx:pt>
          <cx:pt idx="3267">7.5</cx:pt>
          <cx:pt idx="3268">7.7000000000000002</cx:pt>
          <cx:pt idx="3269">5.2000000000000002</cx:pt>
          <cx:pt idx="3270">6.9000000000000004</cx:pt>
          <cx:pt idx="3271">6.5</cx:pt>
          <cx:pt idx="3272">4.4000000000000004</cx:pt>
          <cx:pt idx="3273">6.5999999999999996</cx:pt>
          <cx:pt idx="3274">5.7999999999999998</cx:pt>
          <cx:pt idx="3275">7.2999999999999998</cx:pt>
          <cx:pt idx="3276">7.7000000000000002</cx:pt>
          <cx:pt idx="3277">7.5</cx:pt>
          <cx:pt idx="3278">6.9000000000000004</cx:pt>
          <cx:pt idx="3279">5.2000000000000002</cx:pt>
          <cx:pt idx="3280">6.4000000000000004</cx:pt>
          <cx:pt idx="3281">4.4000000000000004</cx:pt>
          <cx:pt idx="3282">6.0999999999999996</cx:pt>
          <cx:pt idx="3283">7.5</cx:pt>
          <cx:pt idx="3285">7</cx:pt>
          <cx:pt idx="3286">5.0999999999999996</cx:pt>
          <cx:pt idx="3287">5.7000000000000002</cx:pt>
          <cx:pt idx="3288">7.5999999999999996</cx:pt>
          <cx:pt idx="3289">6.2999999999999998</cx:pt>
          <cx:pt idx="3290">8.1999999999999993</cx:pt>
          <cx:pt idx="3291">5.2000000000000002</cx:pt>
          <cx:pt idx="3292">7.0999999999999996</cx:pt>
          <cx:pt idx="3293">6.5999999999999996</cx:pt>
          <cx:pt idx="3294">5.2999999999999998</cx:pt>
          <cx:pt idx="3295">7</cx:pt>
          <cx:pt idx="3296">7.4000000000000004</cx:pt>
          <cx:pt idx="3297">8.4000000000000004</cx:pt>
          <cx:pt idx="3298">5.7999999999999998</cx:pt>
          <cx:pt idx="3299">6</cx:pt>
          <cx:pt idx="3300">7.2000000000000002</cx:pt>
          <cx:pt idx="3301">6.2999999999999998</cx:pt>
          <cx:pt idx="3302">5.5999999999999996</cx:pt>
          <cx:pt idx="3303">6.2999999999999998</cx:pt>
          <cx:pt idx="3304">8</cx:pt>
          <cx:pt idx="3305">1.7</cx:pt>
          <cx:pt idx="3306">7.0999999999999996</cx:pt>
          <cx:pt idx="3307">7.4000000000000004</cx:pt>
          <cx:pt idx="3308">5.2000000000000002</cx:pt>
          <cx:pt idx="3309">8.0999999999999996</cx:pt>
          <cx:pt idx="3310">8.5</cx:pt>
          <cx:pt idx="3311">6.2000000000000002</cx:pt>
          <cx:pt idx="3312">6.7000000000000002</cx:pt>
          <cx:pt idx="3313">7.5999999999999996</cx:pt>
          <cx:pt idx="3314">6.7999999999999998</cx:pt>
          <cx:pt idx="3315">7.5999999999999996</cx:pt>
          <cx:pt idx="3316">7.5999999999999996</cx:pt>
          <cx:pt idx="3317">6.5</cx:pt>
          <cx:pt idx="3318">7.4000000000000004</cx:pt>
          <cx:pt idx="3319">6.2000000000000002</cx:pt>
          <cx:pt idx="3320">6.7000000000000002</cx:pt>
          <cx:pt idx="3321">6.2000000000000002</cx:pt>
          <cx:pt idx="3322">7.0999999999999996</cx:pt>
          <cx:pt idx="3323">6.7999999999999998</cx:pt>
          <cx:pt idx="3324">5.9000000000000004</cx:pt>
          <cx:pt idx="3325">6.5</cx:pt>
          <cx:pt idx="3326">8.4000000000000004</cx:pt>
          <cx:pt idx="3327">5.5</cx:pt>
          <cx:pt idx="3328">6.5</cx:pt>
          <cx:pt idx="3329">6.2999999999999998</cx:pt>
          <cx:pt idx="3330">6.7000000000000002</cx:pt>
          <cx:pt idx="3331">5.7999999999999998</cx:pt>
          <cx:pt idx="3332">3</cx:pt>
          <cx:pt idx="3333">5.7999999999999998</cx:pt>
          <cx:pt idx="3334">8</cx:pt>
          <cx:pt idx="3335">5.4000000000000004</cx:pt>
          <cx:pt idx="3336">7.5999999999999996</cx:pt>
          <cx:pt idx="3337">7.2999999999999998</cx:pt>
          <cx:pt idx="3338">6.0999999999999996</cx:pt>
          <cx:pt idx="3339">7.7000000000000002</cx:pt>
          <cx:pt idx="3340">4.4000000000000004</cx:pt>
          <cx:pt idx="3341">6</cx:pt>
          <cx:pt idx="3343">7.2999999999999998</cx:pt>
          <cx:pt idx="3344">5.9000000000000004</cx:pt>
          <cx:pt idx="3345">5.7000000000000002</cx:pt>
          <cx:pt idx="3346">6.7999999999999998</cx:pt>
          <cx:pt idx="3347">7.7000000000000002</cx:pt>
          <cx:pt idx="3348">6.5999999999999996</cx:pt>
          <cx:pt idx="3349">5.9000000000000004</cx:pt>
          <cx:pt idx="3350">7.2999999999999998</cx:pt>
          <cx:pt idx="3351">8</cx:pt>
          <cx:pt idx="3352">6</cx:pt>
          <cx:pt idx="3353">7.7000000000000002</cx:pt>
          <cx:pt idx="3354">7.7999999999999998</cx:pt>
          <cx:pt idx="3355">6.5999999999999996</cx:pt>
          <cx:pt idx="3356">3.2999999999999998</cx:pt>
          <cx:pt idx="3357">7.2000000000000002</cx:pt>
          <cx:pt idx="3358">7.9000000000000004</cx:pt>
          <cx:pt idx="3359">6.2999999999999998</cx:pt>
          <cx:pt idx="3360">7.5999999999999996</cx:pt>
          <cx:pt idx="3361">7.0999999999999996</cx:pt>
          <cx:pt idx="3362">7.2999999999999998</cx:pt>
          <cx:pt idx="3363">5.7000000000000002</cx:pt>
          <cx:pt idx="3364">6.7999999999999998</cx:pt>
          <cx:pt idx="3365">4.7000000000000002</cx:pt>
          <cx:pt idx="3366">6.7999999999999998</cx:pt>
          <cx:pt idx="3367">7.0999999999999996</cx:pt>
          <cx:pt idx="3368">7.4000000000000004</cx:pt>
          <cx:pt idx="3369">8.3000000000000007</cx:pt>
          <cx:pt idx="3370">5.7999999999999998</cx:pt>
          <cx:pt idx="3371">6</cx:pt>
          <cx:pt idx="3372">6.7999999999999998</cx:pt>
          <cx:pt idx="3373">8.1999999999999993</cx:pt>
          <cx:pt idx="3374">5.7999999999999998</cx:pt>
          <cx:pt idx="3375">6.2000000000000002</cx:pt>
          <cx:pt idx="3376">6.7999999999999998</cx:pt>
          <cx:pt idx="3377">6.0999999999999996</cx:pt>
          <cx:pt idx="3378">5.4000000000000004</cx:pt>
          <cx:pt idx="3379">7.7999999999999998</cx:pt>
          <cx:pt idx="3380">5.5999999999999996</cx:pt>
          <cx:pt idx="3381">6.7999999999999998</cx:pt>
          <cx:pt idx="3382">7.4000000000000004</cx:pt>
          <cx:pt idx="3383">7.2000000000000002</cx:pt>
          <cx:pt idx="3384">7.5999999999999996</cx:pt>
          <cx:pt idx="3385">7.5999999999999996</cx:pt>
          <cx:pt idx="3386">7.2999999999999998</cx:pt>
          <cx:pt idx="3387">6.4000000000000004</cx:pt>
          <cx:pt idx="3388">5.5999999999999996</cx:pt>
          <cx:pt idx="3389">7.4000000000000004</cx:pt>
          <cx:pt idx="3390">7.2000000000000002</cx:pt>
          <cx:pt idx="3391">8.6999999999999993</cx:pt>
          <cx:pt idx="3392">7.0999999999999996</cx:pt>
          <cx:pt idx="3393">6.2000000000000002</cx:pt>
          <cx:pt idx="3394">6.0999999999999996</cx:pt>
          <cx:pt idx="3395">5.7000000000000002</cx:pt>
          <cx:pt idx="3396">7</cx:pt>
          <cx:pt idx="3397">7.0999999999999996</cx:pt>
          <cx:pt idx="3398">6.0999999999999996</cx:pt>
          <cx:pt idx="3399">5.7999999999999998</cx:pt>
          <cx:pt idx="3401">6.9000000000000004</cx:pt>
          <cx:pt idx="3402">6.4000000000000004</cx:pt>
          <cx:pt idx="3403">7.7000000000000002</cx:pt>
          <cx:pt idx="3404">7.7000000000000002</cx:pt>
          <cx:pt idx="3405">7.2000000000000002</cx:pt>
          <cx:pt idx="3406">8.1999999999999993</cx:pt>
          <cx:pt idx="3407">7.4000000000000004</cx:pt>
          <cx:pt idx="3408">5.4000000000000004</cx:pt>
          <cx:pt idx="3409">6.0999999999999996</cx:pt>
          <cx:pt idx="3410">5.2999999999999998</cx:pt>
          <cx:pt idx="3411">6.5</cx:pt>
          <cx:pt idx="3412">7.5</cx:pt>
          <cx:pt idx="3413">7.4000000000000004</cx:pt>
          <cx:pt idx="3414">7.7000000000000002</cx:pt>
          <cx:pt idx="3415">8.8000000000000007</cx:pt>
          <cx:pt idx="3417">6.5</cx:pt>
          <cx:pt idx="3418">5.2999999999999998</cx:pt>
          <cx:pt idx="3419">7</cx:pt>
          <cx:pt idx="3420">5.5999999999999996</cx:pt>
          <cx:pt idx="3421">5.5</cx:pt>
          <cx:pt idx="3422">6.7999999999999998</cx:pt>
          <cx:pt idx="3423">5.7000000000000002</cx:pt>
          <cx:pt idx="3424">6.2999999999999998</cx:pt>
          <cx:pt idx="3425">6.7999999999999998</cx:pt>
          <cx:pt idx="3426">5.9000000000000004</cx:pt>
          <cx:pt idx="3427">6.0999999999999996</cx:pt>
          <cx:pt idx="3428">5.7000000000000002</cx:pt>
          <cx:pt idx="3429">6.7999999999999998</cx:pt>
          <cx:pt idx="3430">6.4000000000000004</cx:pt>
          <cx:pt idx="3431">5.5999999999999996</cx:pt>
          <cx:pt idx="3432">7.5999999999999996</cx:pt>
          <cx:pt idx="3434">5.2999999999999998</cx:pt>
          <cx:pt idx="3435">7.7000000000000002</cx:pt>
          <cx:pt idx="3436">6.2999999999999998</cx:pt>
          <cx:pt idx="3437">7.7999999999999998</cx:pt>
          <cx:pt idx="3438">5.9000000000000004</cx:pt>
          <cx:pt idx="3439">5.5999999999999996</cx:pt>
          <cx:pt idx="3440">7.4000000000000004</cx:pt>
          <cx:pt idx="3441">4.7999999999999998</cx:pt>
          <cx:pt idx="3442">4.7999999999999998</cx:pt>
          <cx:pt idx="3443">7.4000000000000004</cx:pt>
          <cx:pt idx="3444">6.5999999999999996</cx:pt>
          <cx:pt idx="3446">7.0999999999999996</cx:pt>
          <cx:pt idx="3447">7.0999999999999996</cx:pt>
          <cx:pt idx="3448">7.5</cx:pt>
          <cx:pt idx="3449">7.2000000000000002</cx:pt>
          <cx:pt idx="3450">7.2999999999999998</cx:pt>
          <cx:pt idx="3451">6.5</cx:pt>
          <cx:pt idx="3452">7.2999999999999998</cx:pt>
          <cx:pt idx="3453">8.0999999999999996</cx:pt>
          <cx:pt idx="3454">7.4000000000000004</cx:pt>
          <cx:pt idx="3455">5.2000000000000002</cx:pt>
          <cx:pt idx="3456">7.4000000000000004</cx:pt>
          <cx:pt idx="3457">6.9000000000000004</cx:pt>
          <cx:pt idx="3458">6.7000000000000002</cx:pt>
          <cx:pt idx="3459">6.7000000000000002</cx:pt>
          <cx:pt idx="3460">7.0999999999999996</cx:pt>
          <cx:pt idx="3461">5.4000000000000004</cx:pt>
          <cx:pt idx="3462">6.7999999999999998</cx:pt>
          <cx:pt idx="3463">7.2000000000000002</cx:pt>
          <cx:pt idx="3464">6.2999999999999998</cx:pt>
          <cx:pt idx="3465">6.5999999999999996</cx:pt>
          <cx:pt idx="3466">6.7999999999999998</cx:pt>
          <cx:pt idx="3467">7.0999999999999996</cx:pt>
          <cx:pt idx="3468">6.5999999999999996</cx:pt>
          <cx:pt idx="3469">5.5</cx:pt>
          <cx:pt idx="3470">7.0999999999999996</cx:pt>
          <cx:pt idx="3471">7.7999999999999998</cx:pt>
          <cx:pt idx="3472">6.2999999999999998</cx:pt>
          <cx:pt idx="3473">7.7999999999999998</cx:pt>
          <cx:pt idx="3474">7.4000000000000004</cx:pt>
          <cx:pt idx="3475">7.4000000000000004</cx:pt>
          <cx:pt idx="3476">7.2999999999999998</cx:pt>
          <cx:pt idx="3477">6.0999999999999996</cx:pt>
          <cx:pt idx="3478">7.7000000000000002</cx:pt>
          <cx:pt idx="3479">5.7000000000000002</cx:pt>
          <cx:pt idx="3480">8.3000000000000007</cx:pt>
          <cx:pt idx="3481">7.7999999999999998</cx:pt>
          <cx:pt idx="3482">6.7000000000000002</cx:pt>
          <cx:pt idx="3483">7.4000000000000004</cx:pt>
          <cx:pt idx="3484">5.7000000000000002</cx:pt>
          <cx:pt idx="3485">5.5</cx:pt>
          <cx:pt idx="3486">7.7999999999999998</cx:pt>
          <cx:pt idx="3487">7.7999999999999998</cx:pt>
          <cx:pt idx="3488">6.5999999999999996</cx:pt>
          <cx:pt idx="3489">7.4000000000000004</cx:pt>
          <cx:pt idx="3490">4.0999999999999996</cx:pt>
          <cx:pt idx="3491">7.2999999999999998</cx:pt>
          <cx:pt idx="3492">6.7999999999999998</cx:pt>
          <cx:pt idx="3493">6.9000000000000004</cx:pt>
          <cx:pt idx="3494">5.7999999999999998</cx:pt>
          <cx:pt idx="3495">5.9000000000000004</cx:pt>
          <cx:pt idx="3496">7.7999999999999998</cx:pt>
          <cx:pt idx="3497">5.9000000000000004</cx:pt>
          <cx:pt idx="3498">6.5999999999999996</cx:pt>
          <cx:pt idx="3499">6.4000000000000004</cx:pt>
          <cx:pt idx="3500">8</cx:pt>
          <cx:pt idx="3501">7.0999999999999996</cx:pt>
          <cx:pt idx="3502">3.3999999999999999</cx:pt>
          <cx:pt idx="3503">5.5999999999999996</cx:pt>
          <cx:pt idx="3504">7.2999999999999998</cx:pt>
          <cx:pt idx="3505">3.7000000000000002</cx:pt>
          <cx:pt idx="3506">5.4000000000000004</cx:pt>
          <cx:pt idx="3507">5.9000000000000004</cx:pt>
          <cx:pt idx="3508">6.7999999999999998</cx:pt>
          <cx:pt idx="3509">5.0999999999999996</cx:pt>
          <cx:pt idx="3510">5.7999999999999998</cx:pt>
          <cx:pt idx="3511">4.5</cx:pt>
          <cx:pt idx="3512">6.0999999999999996</cx:pt>
          <cx:pt idx="3513">6.5</cx:pt>
          <cx:pt idx="3514">6.5999999999999996</cx:pt>
          <cx:pt idx="3515">7</cx:pt>
          <cx:pt idx="3516">7.4000000000000004</cx:pt>
          <cx:pt idx="3517">7.2000000000000002</cx:pt>
          <cx:pt idx="3518">4.4000000000000004</cx:pt>
          <cx:pt idx="3519">5</cx:pt>
          <cx:pt idx="3520">5.7000000000000002</cx:pt>
          <cx:pt idx="3521">8</cx:pt>
          <cx:pt idx="3522">6.5</cx:pt>
          <cx:pt idx="3523">7</cx:pt>
          <cx:pt idx="3524">7</cx:pt>
          <cx:pt idx="3525">5.0999999999999996</cx:pt>
          <cx:pt idx="3526">8.5999999999999996</cx:pt>
          <cx:pt idx="3527">7.5999999999999996</cx:pt>
          <cx:pt idx="3528">6.2999999999999998</cx:pt>
          <cx:pt idx="3529">5.9000000000000004</cx:pt>
          <cx:pt idx="3530">5.7000000000000002</cx:pt>
          <cx:pt idx="3531">7.7000000000000002</cx:pt>
          <cx:pt idx="3532">8</cx:pt>
          <cx:pt idx="3533">6.4000000000000004</cx:pt>
          <cx:pt idx="3534">8.1999999999999993</cx:pt>
          <cx:pt idx="3535">5.7999999999999998</cx:pt>
          <cx:pt idx="3536">7</cx:pt>
          <cx:pt idx="3537">5.2999999999999998</cx:pt>
          <cx:pt idx="3538">8</cx:pt>
          <cx:pt idx="3539">5.5999999999999996</cx:pt>
          <cx:pt idx="3540">6.5</cx:pt>
          <cx:pt idx="3541">3.3999999999999999</cx:pt>
          <cx:pt idx="3542">7.2999999999999998</cx:pt>
          <cx:pt idx="3543">7.5999999999999996</cx:pt>
          <cx:pt idx="3544">9.3000000000000007</cx:pt>
          <cx:pt idx="3545">7.5</cx:pt>
          <cx:pt idx="3546">6.4000000000000004</cx:pt>
          <cx:pt idx="3547">6.0999999999999996</cx:pt>
          <cx:pt idx="3548">6.2000000000000002</cx:pt>
          <cx:pt idx="3549">7.4000000000000004</cx:pt>
          <cx:pt idx="3550">5.5</cx:pt>
          <cx:pt idx="3551">7.7999999999999998</cx:pt>
          <cx:pt idx="3552">6.7999999999999998</cx:pt>
          <cx:pt idx="3553">4.7999999999999998</cx:pt>
          <cx:pt idx="3554">6.5</cx:pt>
          <cx:pt idx="3555">6.4000000000000004</cx:pt>
          <cx:pt idx="3556">7.0999999999999996</cx:pt>
          <cx:pt idx="3557">6.2999999999999998</cx:pt>
          <cx:pt idx="3558">5.7000000000000002</cx:pt>
          <cx:pt idx="3559">6.9000000000000004</cx:pt>
          <cx:pt idx="3560">6.5</cx:pt>
          <cx:pt idx="3561">5.0999999999999996</cx:pt>
          <cx:pt idx="3562">6.9000000000000004</cx:pt>
          <cx:pt idx="3563">6.4000000000000004</cx:pt>
          <cx:pt idx="3564">7.2999999999999998</cx:pt>
          <cx:pt idx="3565">7.2999999999999998</cx:pt>
          <cx:pt idx="3566">6.2000000000000002</cx:pt>
          <cx:pt idx="3567">6.4000000000000004</cx:pt>
          <cx:pt idx="3568">6.5999999999999996</cx:pt>
          <cx:pt idx="3570">6.5999999999999996</cx:pt>
          <cx:pt idx="3571">6.9000000000000004</cx:pt>
          <cx:pt idx="3572">7</cx:pt>
          <cx:pt idx="3573">5.7999999999999998</cx:pt>
          <cx:pt idx="3574">6.7999999999999998</cx:pt>
          <cx:pt idx="3575">5.5999999999999996</cx:pt>
          <cx:pt idx="3576">6.5999999999999996</cx:pt>
          <cx:pt idx="3577">6.9000000000000004</cx:pt>
          <cx:pt idx="3578">7.0999999999999996</cx:pt>
          <cx:pt idx="3579">3.5</cx:pt>
          <cx:pt idx="3580">5.2999999999999998</cx:pt>
          <cx:pt idx="3581">7.5</cx:pt>
          <cx:pt idx="3582">5.4000000000000004</cx:pt>
          <cx:pt idx="3583">6.7000000000000002</cx:pt>
          <cx:pt idx="3584">5.7999999999999998</cx:pt>
          <cx:pt idx="3585">6.2999999999999998</cx:pt>
          <cx:pt idx="3586">7.5999999999999996</cx:pt>
          <cx:pt idx="3587">7.5999999999999996</cx:pt>
          <cx:pt idx="3588">5.9000000000000004</cx:pt>
          <cx:pt idx="3589">6.5</cx:pt>
          <cx:pt idx="3590">7.0999999999999996</cx:pt>
          <cx:pt idx="3591">5.0999999999999996</cx:pt>
          <cx:pt idx="3592">7.2999999999999998</cx:pt>
          <cx:pt idx="3593">6.7000000000000002</cx:pt>
          <cx:pt idx="3594">6.5999999999999996</cx:pt>
          <cx:pt idx="3595">7.4000000000000004</cx:pt>
          <cx:pt idx="3596">7.5</cx:pt>
          <cx:pt idx="3597">8.4000000000000004</cx:pt>
          <cx:pt idx="3598">6.2000000000000002</cx:pt>
          <cx:pt idx="3599">7.5</cx:pt>
          <cx:pt idx="3600">6.2999999999999998</cx:pt>
          <cx:pt idx="3601">5.9000000000000004</cx:pt>
          <cx:pt idx="3602">4.7999999999999998</cx:pt>
          <cx:pt idx="3604">6</cx:pt>
          <cx:pt idx="3605">5.5999999999999996</cx:pt>
          <cx:pt idx="3606">7.4000000000000004</cx:pt>
          <cx:pt idx="3607">8.1999999999999993</cx:pt>
          <cx:pt idx="3608">8.5</cx:pt>
          <cx:pt idx="3609">6.5999999999999996</cx:pt>
          <cx:pt idx="3610">7.4000000000000004</cx:pt>
          <cx:pt idx="3611">7.5999999999999996</cx:pt>
          <cx:pt idx="3612">6.2000000000000002</cx:pt>
          <cx:pt idx="3613">7.5999999999999996</cx:pt>
          <cx:pt idx="3614">5</cx:pt>
          <cx:pt idx="3615">6.5</cx:pt>
          <cx:pt idx="3616">7.4000000000000004</cx:pt>
          <cx:pt idx="3617">5.9000000000000004</cx:pt>
          <cx:pt idx="3618">7.4000000000000004</cx:pt>
          <cx:pt idx="3619">6.2000000000000002</cx:pt>
          <cx:pt idx="3620">7.2999999999999998</cx:pt>
          <cx:pt idx="3621">5.5</cx:pt>
          <cx:pt idx="3622">6.5999999999999996</cx:pt>
          <cx:pt idx="3623">8.1999999999999993</cx:pt>
          <cx:pt idx="3624">7.0999999999999996</cx:pt>
          <cx:pt idx="3625">7.2000000000000002</cx:pt>
          <cx:pt idx="3626">7.9000000000000004</cx:pt>
          <cx:pt idx="3627">5.2999999999999998</cx:pt>
          <cx:pt idx="3628">7</cx:pt>
          <cx:pt idx="3629">6.7000000000000002</cx:pt>
          <cx:pt idx="3630">5.5</cx:pt>
          <cx:pt idx="3631">7</cx:pt>
          <cx:pt idx="3632">7.2000000000000002</cx:pt>
          <cx:pt idx="3633">7.5999999999999996</cx:pt>
          <cx:pt idx="3634">6.7999999999999998</cx:pt>
          <cx:pt idx="3635">5.4000000000000004</cx:pt>
          <cx:pt idx="3636">7</cx:pt>
          <cx:pt idx="3637">5.2999999999999998</cx:pt>
          <cx:pt idx="3638">6.9000000000000004</cx:pt>
          <cx:pt idx="3639">5.7999999999999998</cx:pt>
          <cx:pt idx="3640">5.7999999999999998</cx:pt>
          <cx:pt idx="3641">7.2000000000000002</cx:pt>
          <cx:pt idx="3642">6.7000000000000002</cx:pt>
          <cx:pt idx="3643">8.0999999999999996</cx:pt>
          <cx:pt idx="3644">6.2999999999999998</cx:pt>
          <cx:pt idx="3645">6.0999999999999996</cx:pt>
          <cx:pt idx="3646">7.2999999999999998</cx:pt>
          <cx:pt idx="3647">7.2999999999999998</cx:pt>
          <cx:pt idx="3648">7.7000000000000002</cx:pt>
          <cx:pt idx="3649">7.0999999999999996</cx:pt>
          <cx:pt idx="3650">4.7999999999999998</cx:pt>
          <cx:pt idx="3651">7.9000000000000004</cx:pt>
          <cx:pt idx="3652">6.5999999999999996</cx:pt>
          <cx:pt idx="3653">6.5</cx:pt>
          <cx:pt idx="3654">7.2999999999999998</cx:pt>
          <cx:pt idx="3655">4.7000000000000002</cx:pt>
          <cx:pt idx="3656">7.4000000000000004</cx:pt>
          <cx:pt idx="3657">5.7999999999999998</cx:pt>
          <cx:pt idx="3658">6.4000000000000004</cx:pt>
          <cx:pt idx="3659">5.5999999999999996</cx:pt>
          <cx:pt idx="3660">7.2000000000000002</cx:pt>
          <cx:pt idx="3661">6.5</cx:pt>
          <cx:pt idx="3662">5.5999999999999996</cx:pt>
          <cx:pt idx="3663">5.7999999999999998</cx:pt>
          <cx:pt idx="3664">4.5999999999999996</cx:pt>
          <cx:pt idx="3665">5.4000000000000004</cx:pt>
          <cx:pt idx="3666">6.2000000000000002</cx:pt>
          <cx:pt idx="3667">6.7999999999999998</cx:pt>
          <cx:pt idx="3668">6.7000000000000002</cx:pt>
          <cx:pt idx="3669">6</cx:pt>
          <cx:pt idx="3670">6.2999999999999998</cx:pt>
          <cx:pt idx="3671">7.4000000000000004</cx:pt>
          <cx:pt idx="3672">6</cx:pt>
          <cx:pt idx="3673">6.5</cx:pt>
          <cx:pt idx="3674">5.2000000000000002</cx:pt>
          <cx:pt idx="3675">7</cx:pt>
          <cx:pt idx="3676">6.4000000000000004</cx:pt>
          <cx:pt idx="3677">7.0999999999999996</cx:pt>
          <cx:pt idx="3678">6.7000000000000002</cx:pt>
          <cx:pt idx="3679">7.9000000000000004</cx:pt>
          <cx:pt idx="3680">5.7999999999999998</cx:pt>
          <cx:pt idx="3681">7.9000000000000004</cx:pt>
          <cx:pt idx="3682">8.0999999999999996</cx:pt>
          <cx:pt idx="3683">4.5</cx:pt>
          <cx:pt idx="3684">6.7000000000000002</cx:pt>
          <cx:pt idx="3685">4.2000000000000002</cx:pt>
          <cx:pt idx="3686">6.4000000000000004</cx:pt>
          <cx:pt idx="3687">6.4000000000000004</cx:pt>
          <cx:pt idx="3688">6</cx:pt>
          <cx:pt idx="3689">3.8999999999999999</cx:pt>
          <cx:pt idx="3690">6.7000000000000002</cx:pt>
          <cx:pt idx="3691">5.5</cx:pt>
          <cx:pt idx="3692">8</cx:pt>
          <cx:pt idx="3693">5.2999999999999998</cx:pt>
          <cx:pt idx="3694">6.7999999999999998</cx:pt>
          <cx:pt idx="3695">6.2000000000000002</cx:pt>
          <cx:pt idx="3696">5.9000000000000004</cx:pt>
          <cx:pt idx="3697">3.7000000000000002</cx:pt>
          <cx:pt idx="3698">7.5999999999999996</cx:pt>
          <cx:pt idx="3699">6.5999999999999996</cx:pt>
          <cx:pt idx="3700">7.4000000000000004</cx:pt>
          <cx:pt idx="3701">6.2999999999999998</cx:pt>
          <cx:pt idx="3702">6</cx:pt>
          <cx:pt idx="3703">6.2000000000000002</cx:pt>
          <cx:pt idx="3704">6.2000000000000002</cx:pt>
          <cx:pt idx="3705">6</cx:pt>
          <cx:pt idx="3706">6.9000000000000004</cx:pt>
          <cx:pt idx="3707">5.7999999999999998</cx:pt>
          <cx:pt idx="3708">5.7999999999999998</cx:pt>
          <cx:pt idx="3709">3.8999999999999999</cx:pt>
          <cx:pt idx="3710">5.9000000000000004</cx:pt>
          <cx:pt idx="3711">7</cx:pt>
          <cx:pt idx="3712">7.4000000000000004</cx:pt>
          <cx:pt idx="3714">7.2000000000000002</cx:pt>
          <cx:pt idx="3715">7.2000000000000002</cx:pt>
          <cx:pt idx="3716">7.2999999999999998</cx:pt>
          <cx:pt idx="3717">4.9000000000000004</cx:pt>
          <cx:pt idx="3718">7.0999999999999996</cx:pt>
          <cx:pt idx="3719">8.0999999999999996</cx:pt>
          <cx:pt idx="3720">7.7999999999999998</cx:pt>
          <cx:pt idx="3721">5.9000000000000004</cx:pt>
          <cx:pt idx="3722">6.5</cx:pt>
          <cx:pt idx="3723">7.4000000000000004</cx:pt>
          <cx:pt idx="3724">7.5</cx:pt>
          <cx:pt idx="3725">4.5</cx:pt>
          <cx:pt idx="3726">7.2000000000000002</cx:pt>
          <cx:pt idx="3727">6.5999999999999996</cx:pt>
          <cx:pt idx="3728">7</cx:pt>
          <cx:pt idx="3729">5.2000000000000002</cx:pt>
          <cx:pt idx="3730">5.4000000000000004</cx:pt>
          <cx:pt idx="3731">7.5999999999999996</cx:pt>
          <cx:pt idx="3732">7.0999999999999996</cx:pt>
          <cx:pt idx="3733">5.5999999999999996</cx:pt>
          <cx:pt idx="3734">5.5999999999999996</cx:pt>
          <cx:pt idx="3735">4.9000000000000004</cx:pt>
          <cx:pt idx="3736">4.4000000000000004</cx:pt>
          <cx:pt idx="3737">4.9000000000000004</cx:pt>
          <cx:pt idx="3738">5.2000000000000002</cx:pt>
          <cx:pt idx="3739">7.2999999999999998</cx:pt>
          <cx:pt idx="3740">7</cx:pt>
          <cx:pt idx="3741">5.0999999999999996</cx:pt>
          <cx:pt idx="3742">6.0999999999999996</cx:pt>
          <cx:pt idx="3743">6.7999999999999998</cx:pt>
          <cx:pt idx="3744">6.7999999999999998</cx:pt>
          <cx:pt idx="3745">7.2999999999999998</cx:pt>
          <cx:pt idx="3746">7.0999999999999996</cx:pt>
          <cx:pt idx="3747">6</cx:pt>
          <cx:pt idx="3748">5.2999999999999998</cx:pt>
          <cx:pt idx="3749">5.0999999999999996</cx:pt>
          <cx:pt idx="3750">5.5</cx:pt>
          <cx:pt idx="3751">6.2999999999999998</cx:pt>
          <cx:pt idx="3752">6.2999999999999998</cx:pt>
          <cx:pt idx="3753">5.2000000000000002</cx:pt>
          <cx:pt idx="3754">7.7000000000000002</cx:pt>
          <cx:pt idx="3755">4.2999999999999998</cx:pt>
          <cx:pt idx="3756">5.7999999999999998</cx:pt>
          <cx:pt idx="3757">7.0999999999999996</cx:pt>
          <cx:pt idx="3758">5</cx:pt>
          <cx:pt idx="3759">6.4000000000000004</cx:pt>
          <cx:pt idx="3760">5.4000000000000004</cx:pt>
          <cx:pt idx="3761">7.7000000000000002</cx:pt>
          <cx:pt idx="3763">3.7999999999999998</cx:pt>
          <cx:pt idx="3764">6.0999999999999996</cx:pt>
          <cx:pt idx="3765">7.2000000000000002</cx:pt>
          <cx:pt idx="3766">2.6000000000000001</cx:pt>
          <cx:pt idx="3767">7.2000000000000002</cx:pt>
          <cx:pt idx="3768">7.5</cx:pt>
          <cx:pt idx="3769">5.7000000000000002</cx:pt>
          <cx:pt idx="3770">6.2999999999999998</cx:pt>
          <cx:pt idx="3771">6.7999999999999998</cx:pt>
          <cx:pt idx="3772">7.7999999999999998</cx:pt>
          <cx:pt idx="3773">7.5</cx:pt>
          <cx:pt idx="3774">5.5999999999999996</cx:pt>
          <cx:pt idx="3775">4.9000000000000004</cx:pt>
          <cx:pt idx="3776">8.0999999999999996</cx:pt>
          <cx:pt idx="3777">6.7999999999999998</cx:pt>
          <cx:pt idx="3778">7</cx:pt>
          <cx:pt idx="3779">6.7999999999999998</cx:pt>
          <cx:pt idx="3780">3.3999999999999999</cx:pt>
          <cx:pt idx="3781">6.9000000000000004</cx:pt>
          <cx:pt idx="3782">5.0999999999999996</cx:pt>
          <cx:pt idx="3783">6.5</cx:pt>
          <cx:pt idx="3784">7.2999999999999998</cx:pt>
          <cx:pt idx="3785">6.4000000000000004</cx:pt>
          <cx:pt idx="3786">5.5999999999999996</cx:pt>
          <cx:pt idx="3787">5.9000000000000004</cx:pt>
          <cx:pt idx="3788">7.9000000000000004</cx:pt>
          <cx:pt idx="3789">7.2999999999999998</cx:pt>
          <cx:pt idx="3790">5.2999999999999998</cx:pt>
          <cx:pt idx="3791">2.7999999999999998</cx:pt>
          <cx:pt idx="3792">7.5</cx:pt>
          <cx:pt idx="3793">5.9000000000000004</cx:pt>
          <cx:pt idx="3794">6.2999999999999998</cx:pt>
          <cx:pt idx="3795">5.9000000000000004</cx:pt>
          <cx:pt idx="3796">6.4000000000000004</cx:pt>
          <cx:pt idx="3797">5.4000000000000004</cx:pt>
          <cx:pt idx="3798">6</cx:pt>
          <cx:pt idx="3799">4.5999999999999996</cx:pt>
          <cx:pt idx="3800">4.5999999999999996</cx:pt>
          <cx:pt idx="3801">7.5</cx:pt>
          <cx:pt idx="3802">8.5</cx:pt>
          <cx:pt idx="3803">6.2999999999999998</cx:pt>
          <cx:pt idx="3804">7.2000000000000002</cx:pt>
          <cx:pt idx="3805">5.5999999999999996</cx:pt>
          <cx:pt idx="3806">5.5</cx:pt>
          <cx:pt idx="3807">5.4000000000000004</cx:pt>
          <cx:pt idx="3808">6.0999999999999996</cx:pt>
          <cx:pt idx="3809">6.7000000000000002</cx:pt>
          <cx:pt idx="3810">6.2999999999999998</cx:pt>
          <cx:pt idx="3811">7.0999999999999996</cx:pt>
          <cx:pt idx="3812">5.4000000000000004</cx:pt>
          <cx:pt idx="3813">6.7999999999999998</cx:pt>
          <cx:pt idx="3814">7.5999999999999996</cx:pt>
          <cx:pt idx="3815">5.5</cx:pt>
          <cx:pt idx="3816">6.7000000000000002</cx:pt>
          <cx:pt idx="3817">8.3000000000000007</cx:pt>
          <cx:pt idx="3818">6.5</cx:pt>
          <cx:pt idx="3819">6.7000000000000002</cx:pt>
          <cx:pt idx="3820">2.3999999999999999</cx:pt>
          <cx:pt idx="3821">5.7000000000000002</cx:pt>
          <cx:pt idx="3822">5.7000000000000002</cx:pt>
          <cx:pt idx="3823">7.5</cx:pt>
          <cx:pt idx="3824">7.5</cx:pt>
          <cx:pt idx="3826">6.7000000000000002</cx:pt>
          <cx:pt idx="3827">6.4000000000000004</cx:pt>
          <cx:pt idx="3828">7.2000000000000002</cx:pt>
          <cx:pt idx="3829">5.4000000000000004</cx:pt>
          <cx:pt idx="3830">5.2000000000000002</cx:pt>
          <cx:pt idx="3831">5.0999999999999996</cx:pt>
          <cx:pt idx="3832">2.7000000000000002</cx:pt>
          <cx:pt idx="3833">7.2000000000000002</cx:pt>
          <cx:pt idx="3834">5.7999999999999998</cx:pt>
          <cx:pt idx="3835">5.2000000000000002</cx:pt>
          <cx:pt idx="3836">7.7000000000000002</cx:pt>
          <cx:pt idx="3837">6.7000000000000002</cx:pt>
          <cx:pt idx="3838">4.5</cx:pt>
          <cx:pt idx="3839">7.5999999999999996</cx:pt>
          <cx:pt idx="3840">5.2999999999999998</cx:pt>
          <cx:pt idx="3841">4.9000000000000004</cx:pt>
          <cx:pt idx="3842">4.5999999999999996</cx:pt>
          <cx:pt idx="3843">3.3999999999999999</cx:pt>
          <cx:pt idx="3844">5.5999999999999996</cx:pt>
          <cx:pt idx="3845">8.1999999999999993</cx:pt>
          <cx:pt idx="3846">5</cx:pt>
          <cx:pt idx="3847">7.5999999999999996</cx:pt>
          <cx:pt idx="3848">7.2999999999999998</cx:pt>
          <cx:pt idx="3849">7.7000000000000002</cx:pt>
          <cx:pt idx="3850">6.5</cx:pt>
          <cx:pt idx="3851">7.2999999999999998</cx:pt>
          <cx:pt idx="3852">6.7999999999999998</cx:pt>
          <cx:pt idx="3853">5.0999999999999996</cx:pt>
          <cx:pt idx="3854">5.5999999999999996</cx:pt>
          <cx:pt idx="3855">8.4000000000000004</cx:pt>
          <cx:pt idx="3856">7.4000000000000004</cx:pt>
          <cx:pt idx="3857">3.7999999999999998</cx:pt>
          <cx:pt idx="3858">5</cx:pt>
          <cx:pt idx="3859">4.7999999999999998</cx:pt>
          <cx:pt idx="3860">5.7999999999999998</cx:pt>
          <cx:pt idx="3861">6</cx:pt>
          <cx:pt idx="3862">4.9000000000000004</cx:pt>
          <cx:pt idx="3863">6.5</cx:pt>
          <cx:pt idx="3864">3.8999999999999999</cx:pt>
          <cx:pt idx="3865">6.5999999999999996</cx:pt>
          <cx:pt idx="3866">5.7999999999999998</cx:pt>
          <cx:pt idx="3867">5.0999999999999996</cx:pt>
          <cx:pt idx="3868">5.7999999999999998</cx:pt>
          <cx:pt idx="3869">5.2999999999999998</cx:pt>
          <cx:pt idx="3870">6.5</cx:pt>
          <cx:pt idx="3871">5.2000000000000002</cx:pt>
          <cx:pt idx="3872">6.2999999999999998</cx:pt>
          <cx:pt idx="3873">6.5999999999999996</cx:pt>
          <cx:pt idx="3874">4.2999999999999998</cx:pt>
          <cx:pt idx="3875">4.9000000000000004</cx:pt>
          <cx:pt idx="3876">7.2000000000000002</cx:pt>
          <cx:pt idx="3877">4.7999999999999998</cx:pt>
          <cx:pt idx="3878">6.2999999999999998</cx:pt>
          <cx:pt idx="3879">5.2999999999999998</cx:pt>
          <cx:pt idx="3880">7.2999999999999998</cx:pt>
          <cx:pt idx="3881">5.0999999999999996</cx:pt>
          <cx:pt idx="3882">6.5</cx:pt>
          <cx:pt idx="3883">5.0999999999999996</cx:pt>
          <cx:pt idx="3884">7.2000000000000002</cx:pt>
          <cx:pt idx="3885">3.2999999999999998</cx:pt>
          <cx:pt idx="3886">6.5999999999999996</cx:pt>
          <cx:pt idx="3887">8.6999999999999993</cx:pt>
          <cx:pt idx="3888">5.9000000000000004</cx:pt>
          <cx:pt idx="3889">4.5</cx:pt>
          <cx:pt idx="3890">6.7999999999999998</cx:pt>
          <cx:pt idx="3891">6.0999999999999996</cx:pt>
          <cx:pt idx="3892">6.2000000000000002</cx:pt>
          <cx:pt idx="3893">7.2999999999999998</cx:pt>
          <cx:pt idx="3894">6.0999999999999996</cx:pt>
          <cx:pt idx="3895">5.7000000000000002</cx:pt>
          <cx:pt idx="3896">6.9000000000000004</cx:pt>
          <cx:pt idx="3897">6.5</cx:pt>
          <cx:pt idx="3898">3.5</cx:pt>
          <cx:pt idx="3899">6.7999999999999998</cx:pt>
          <cx:pt idx="3900">5.5999999999999996</cx:pt>
          <cx:pt idx="3901">6.9000000000000004</cx:pt>
          <cx:pt idx="3902">5.2999999999999998</cx:pt>
          <cx:pt idx="3903">2.5</cx:pt>
          <cx:pt idx="3905">6.0999999999999996</cx:pt>
          <cx:pt idx="3906">8.1999999999999993</cx:pt>
          <cx:pt idx="3907">5.5999999999999996</cx:pt>
          <cx:pt idx="3908">5</cx:pt>
          <cx:pt idx="3909">7.4000000000000004</cx:pt>
          <cx:pt idx="3910">5</cx:pt>
          <cx:pt idx="3911">6.2999999999999998</cx:pt>
          <cx:pt idx="3912">7.7999999999999998</cx:pt>
          <cx:pt idx="3913">3.3999999999999999</cx:pt>
          <cx:pt idx="3914">8</cx:pt>
          <cx:pt idx="3915">7.0999999999999996</cx:pt>
          <cx:pt idx="3916">6.9000000000000004</cx:pt>
          <cx:pt idx="3917">6.5999999999999996</cx:pt>
          <cx:pt idx="3918">6</cx:pt>
          <cx:pt idx="3919">5.2000000000000002</cx:pt>
          <cx:pt idx="3920">5.2999999999999998</cx:pt>
          <cx:pt idx="3921">6.5999999999999996</cx:pt>
          <cx:pt idx="3922">6.5999999999999996</cx:pt>
          <cx:pt idx="3923">4.5999999999999996</cx:pt>
          <cx:pt idx="3924">6.7999999999999998</cx:pt>
          <cx:pt idx="3925">6.4000000000000004</cx:pt>
          <cx:pt idx="3926">7.9000000000000004</cx:pt>
          <cx:pt idx="3927">8.1999999999999993</cx:pt>
          <cx:pt idx="3928">7.2000000000000002</cx:pt>
          <cx:pt idx="3929">6.7999999999999998</cx:pt>
          <cx:pt idx="3930">7.5999999999999996</cx:pt>
          <cx:pt idx="3931">6.7000000000000002</cx:pt>
          <cx:pt idx="3932">4.7000000000000002</cx:pt>
          <cx:pt idx="3933">7.5</cx:pt>
          <cx:pt idx="3934">6.5999999999999996</cx:pt>
          <cx:pt idx="3935">5.2000000000000002</cx:pt>
          <cx:pt idx="3936">7.2000000000000002</cx:pt>
          <cx:pt idx="3937">7</cx:pt>
          <cx:pt idx="3938">5</cx:pt>
          <cx:pt idx="3939">2.6000000000000001</cx:pt>
          <cx:pt idx="3940">5.0999999999999996</cx:pt>
          <cx:pt idx="3941">6.9000000000000004</cx:pt>
          <cx:pt idx="3942">6.4000000000000004</cx:pt>
          <cx:pt idx="3943">6.4000000000000004</cx:pt>
          <cx:pt idx="3944">7.9000000000000004</cx:pt>
          <cx:pt idx="3945">6.2000000000000002</cx:pt>
          <cx:pt idx="3946">7.5</cx:pt>
          <cx:pt idx="3947">4.5999999999999996</cx:pt>
          <cx:pt idx="3948">6.4000000000000004</cx:pt>
          <cx:pt idx="3949">4</cx:pt>
          <cx:pt idx="3950">6.5999999999999996</cx:pt>
          <cx:pt idx="3951">7.2000000000000002</cx:pt>
          <cx:pt idx="3952">3.6000000000000001</cx:pt>
          <cx:pt idx="3953">6.5</cx:pt>
          <cx:pt idx="3954">6.9000000000000004</cx:pt>
          <cx:pt idx="3955">8</cx:pt>
          <cx:pt idx="3956">7.5999999999999996</cx:pt>
          <cx:pt idx="3957">6.5</cx:pt>
          <cx:pt idx="3958">5.4000000000000004</cx:pt>
          <cx:pt idx="3959">5.4000000000000004</cx:pt>
          <cx:pt idx="3960">6.2000000000000002</cx:pt>
          <cx:pt idx="3961">5.7000000000000002</cx:pt>
          <cx:pt idx="3962">5.5999999999999996</cx:pt>
          <cx:pt idx="3963">5.7000000000000002</cx:pt>
          <cx:pt idx="3964">6.4000000000000004</cx:pt>
          <cx:pt idx="3965">6.4000000000000004</cx:pt>
          <cx:pt idx="3966">7</cx:pt>
          <cx:pt idx="3967">6.5</cx:pt>
          <cx:pt idx="3968">7.2000000000000002</cx:pt>
          <cx:pt idx="3969">6.5999999999999996</cx:pt>
          <cx:pt idx="3970">7.0999999999999996</cx:pt>
          <cx:pt idx="3971">5.5</cx:pt>
          <cx:pt idx="3972">6.0999999999999996</cx:pt>
          <cx:pt idx="3973">7.2999999999999998</cx:pt>
          <cx:pt idx="3974">6.2999999999999998</cx:pt>
          <cx:pt idx="3975">5.9000000000000004</cx:pt>
          <cx:pt idx="3976">7.0999999999999996</cx:pt>
          <cx:pt idx="3977">5.0999999999999996</cx:pt>
          <cx:pt idx="3978">6.7999999999999998</cx:pt>
          <cx:pt idx="3979">5.0999999999999996</cx:pt>
          <cx:pt idx="3980">6.7000000000000002</cx:pt>
          <cx:pt idx="3981">5.5</cx:pt>
          <cx:pt idx="3982">6.2000000000000002</cx:pt>
          <cx:pt idx="3983">4.2999999999999998</cx:pt>
          <cx:pt idx="3984">5.9000000000000004</cx:pt>
          <cx:pt idx="3985">6.9000000000000004</cx:pt>
          <cx:pt idx="3986">7.5999999999999996</cx:pt>
          <cx:pt idx="3987">6.9000000000000004</cx:pt>
          <cx:pt idx="3988">4.5999999999999996</cx:pt>
          <cx:pt idx="3989">5.2000000000000002</cx:pt>
          <cx:pt idx="3990">3.8999999999999999</cx:pt>
          <cx:pt idx="3991">6.2999999999999998</cx:pt>
          <cx:pt idx="3992">3.7999999999999998</cx:pt>
          <cx:pt idx="3993">6.7999999999999998</cx:pt>
          <cx:pt idx="3995">5.4000000000000004</cx:pt>
          <cx:pt idx="3996">7.0999999999999996</cx:pt>
          <cx:pt idx="3997">4</cx:pt>
          <cx:pt idx="3998">6.4000000000000004</cx:pt>
          <cx:pt idx="3999">3</cx:pt>
          <cx:pt idx="4000">6.7000000000000002</cx:pt>
          <cx:pt idx="4001">3.1000000000000001</cx:pt>
          <cx:pt idx="4002">7</cx:pt>
          <cx:pt idx="4003">3.7000000000000002</cx:pt>
          <cx:pt idx="4004">4.7000000000000002</cx:pt>
          <cx:pt idx="4005">8.0999999999999996</cx:pt>
          <cx:pt idx="4006">5.9000000000000004</cx:pt>
          <cx:pt idx="4007">5.7000000000000002</cx:pt>
          <cx:pt idx="4008">4.2999999999999998</cx:pt>
          <cx:pt idx="4009">7.0999999999999996</cx:pt>
          <cx:pt idx="4010">5.2999999999999998</cx:pt>
          <cx:pt idx="4011">6.5999999999999996</cx:pt>
          <cx:pt idx="4012">6.2000000000000002</cx:pt>
          <cx:pt idx="4013">7.2999999999999998</cx:pt>
          <cx:pt idx="4014">6</cx:pt>
          <cx:pt idx="4015">6.2999999999999998</cx:pt>
          <cx:pt idx="4016">5.7999999999999998</cx:pt>
          <cx:pt idx="4017">6.4000000000000004</cx:pt>
          <cx:pt idx="4018">6.0999999999999996</cx:pt>
          <cx:pt idx="4019">4.2999999999999998</cx:pt>
          <cx:pt idx="4020">6.4000000000000004</cx:pt>
          <cx:pt idx="4021">7.5</cx:pt>
          <cx:pt idx="4022">5.7999999999999998</cx:pt>
          <cx:pt idx="4023">6.5</cx:pt>
          <cx:pt idx="4024">8</cx:pt>
          <cx:pt idx="4025">7</cx:pt>
          <cx:pt idx="4026">4.2999999999999998</cx:pt>
          <cx:pt idx="4027">3.7999999999999998</cx:pt>
          <cx:pt idx="4028">4.7999999999999998</cx:pt>
          <cx:pt idx="4029">5.5</cx:pt>
          <cx:pt idx="4030">6.2000000000000002</cx:pt>
          <cx:pt idx="4031">7.5999999999999996</cx:pt>
          <cx:pt idx="4032">6.9000000000000004</cx:pt>
          <cx:pt idx="4033">7.2000000000000002</cx:pt>
          <cx:pt idx="4034">6.5</cx:pt>
          <cx:pt idx="4035">5.7999999999999998</cx:pt>
          <cx:pt idx="4036">6</cx:pt>
          <cx:pt idx="4037">5.2999999999999998</cx:pt>
          <cx:pt idx="4038">3.5</cx:pt>
          <cx:pt idx="4039">5.5</cx:pt>
          <cx:pt idx="4040">8</cx:pt>
          <cx:pt idx="4041">5.4000000000000004</cx:pt>
          <cx:pt idx="4042">8.0999999999999996</cx:pt>
          <cx:pt idx="4043">7.2000000000000002</cx:pt>
          <cx:pt idx="4044">6.9000000000000004</cx:pt>
          <cx:pt idx="4045">5.7000000000000002</cx:pt>
          <cx:pt idx="4046">6.5</cx:pt>
          <cx:pt idx="4047">6.9000000000000004</cx:pt>
          <cx:pt idx="4048">7.2000000000000002</cx:pt>
          <cx:pt idx="4049">5.9000000000000004</cx:pt>
          <cx:pt idx="4050">6.5</cx:pt>
          <cx:pt idx="4051">6.2000000000000002</cx:pt>
          <cx:pt idx="4052">5</cx:pt>
          <cx:pt idx="4053">6.4000000000000004</cx:pt>
          <cx:pt idx="4054">6.2000000000000002</cx:pt>
          <cx:pt idx="4055">6</cx:pt>
          <cx:pt idx="4056">8</cx:pt>
          <cx:pt idx="4057">5.7999999999999998</cx:pt>
          <cx:pt idx="4058">6.5</cx:pt>
          <cx:pt idx="4059">7.5</cx:pt>
          <cx:pt idx="4060">5.9000000000000004</cx:pt>
          <cx:pt idx="4061">6.2999999999999998</cx:pt>
          <cx:pt idx="4062">4.7999999999999998</cx:pt>
          <cx:pt idx="4063">4.7000000000000002</cx:pt>
          <cx:pt idx="4064">6</cx:pt>
          <cx:pt idx="4065">7.2000000000000002</cx:pt>
          <cx:pt idx="4066">6.7000000000000002</cx:pt>
          <cx:pt idx="4067">5.0999999999999996</cx:pt>
          <cx:pt idx="4068">6.0999999999999996</cx:pt>
          <cx:pt idx="4069">6.7999999999999998</cx:pt>
          <cx:pt idx="4070">7.2999999999999998</cx:pt>
          <cx:pt idx="4071">7</cx:pt>
          <cx:pt idx="4072">6.2000000000000002</cx:pt>
          <cx:pt idx="4073">6.4000000000000004</cx:pt>
          <cx:pt idx="4074">5.7000000000000002</cx:pt>
          <cx:pt idx="4075">5.5</cx:pt>
          <cx:pt idx="4076">7.2000000000000002</cx:pt>
          <cx:pt idx="4077">6</cx:pt>
          <cx:pt idx="4078">5.5</cx:pt>
          <cx:pt idx="4079">4.4000000000000004</cx:pt>
          <cx:pt idx="4080">4.4000000000000004</cx:pt>
          <cx:pt idx="4081">7.5999999999999996</cx:pt>
          <cx:pt idx="4082">6.2000000000000002</cx:pt>
          <cx:pt idx="4083">3.2000000000000002</cx:pt>
          <cx:pt idx="4084">5.7000000000000002</cx:pt>
          <cx:pt idx="4085">7.7999999999999998</cx:pt>
          <cx:pt idx="4086">7.2000000000000002</cx:pt>
          <cx:pt idx="4087">7.0999999999999996</cx:pt>
          <cx:pt idx="4088">7</cx:pt>
          <cx:pt idx="4089">7.4000000000000004</cx:pt>
          <cx:pt idx="4090">5.7999999999999998</cx:pt>
          <cx:pt idx="4091">6.7000000000000002</cx:pt>
          <cx:pt idx="4092">3.7999999999999998</cx:pt>
          <cx:pt idx="4093">7.2999999999999998</cx:pt>
          <cx:pt idx="4094">6.7000000000000002</cx:pt>
          <cx:pt idx="4095">6.5999999999999996</cx:pt>
          <cx:pt idx="4096">6.5</cx:pt>
          <cx:pt idx="4097">5</cx:pt>
          <cx:pt idx="4098">8.3000000000000007</cx:pt>
          <cx:pt idx="4099">5.7000000000000002</cx:pt>
          <cx:pt idx="4100">5.2000000000000002</cx:pt>
          <cx:pt idx="4101">5.7999999999999998</cx:pt>
          <cx:pt idx="4102">5.7999999999999998</cx:pt>
          <cx:pt idx="4103">4</cx:pt>
          <cx:pt idx="4104">7.7000000000000002</cx:pt>
          <cx:pt idx="4105">4.7000000000000002</cx:pt>
          <cx:pt idx="4106">5.2999999999999998</cx:pt>
          <cx:pt idx="4107">6.7999999999999998</cx:pt>
          <cx:pt idx="4108">4</cx:pt>
          <cx:pt idx="4109">7</cx:pt>
          <cx:pt idx="4110">5.7999999999999998</cx:pt>
          <cx:pt idx="4111">5</cx:pt>
          <cx:pt idx="4112">7.5</cx:pt>
          <cx:pt idx="4113">6.2000000000000002</cx:pt>
          <cx:pt idx="4114">6.7999999999999998</cx:pt>
          <cx:pt idx="4115">7.7000000000000002</cx:pt>
          <cx:pt idx="4116">6.7999999999999998</cx:pt>
          <cx:pt idx="4117">4.5</cx:pt>
          <cx:pt idx="4118">6.2000000000000002</cx:pt>
          <cx:pt idx="4119">6.9000000000000004</cx:pt>
          <cx:pt idx="4120">3</cx:pt>
          <cx:pt idx="4121">6.5</cx:pt>
          <cx:pt idx="4122">5.9000000000000004</cx:pt>
          <cx:pt idx="4123">6.7000000000000002</cx:pt>
          <cx:pt idx="4124">6.2000000000000002</cx:pt>
          <cx:pt idx="4125">5.5</cx:pt>
          <cx:pt idx="4126">4.7000000000000002</cx:pt>
          <cx:pt idx="4127">7.2000000000000002</cx:pt>
          <cx:pt idx="4128">4.2000000000000002</cx:pt>
          <cx:pt idx="4129">6.7999999999999998</cx:pt>
          <cx:pt idx="4130">8</cx:pt>
          <cx:pt idx="4131">4.5999999999999996</cx:pt>
          <cx:pt idx="4132">7.5</cx:pt>
          <cx:pt idx="4133">7.2999999999999998</cx:pt>
          <cx:pt idx="4134">6.5999999999999996</cx:pt>
          <cx:pt idx="4135">5.2999999999999998</cx:pt>
          <cx:pt idx="4136">2.7000000000000002</cx:pt>
          <cx:pt idx="4137">7</cx:pt>
          <cx:pt idx="4138">6.0999999999999996</cx:pt>
          <cx:pt idx="4139">4.9000000000000004</cx:pt>
          <cx:pt idx="4140">4.5</cx:pt>
          <cx:pt idx="4141">7.4000000000000004</cx:pt>
          <cx:pt idx="4142">6.4000000000000004</cx:pt>
          <cx:pt idx="4143">7</cx:pt>
          <cx:pt idx="4144">7</cx:pt>
          <cx:pt idx="4145">6.9000000000000004</cx:pt>
          <cx:pt idx="4146">5.7000000000000002</cx:pt>
          <cx:pt idx="4147">7.5999999999999996</cx:pt>
          <cx:pt idx="4148">5.5</cx:pt>
          <cx:pt idx="4149">5.9000000000000004</cx:pt>
          <cx:pt idx="4150">4.2999999999999998</cx:pt>
          <cx:pt idx="4151">4.2999999999999998</cx:pt>
          <cx:pt idx="4152">7.9000000000000004</cx:pt>
          <cx:pt idx="4153">6.4000000000000004</cx:pt>
          <cx:pt idx="4154">6.7000000000000002</cx:pt>
          <cx:pt idx="4155">8.5</cx:pt>
          <cx:pt idx="4156">4.5999999999999996</cx:pt>
          <cx:pt idx="4157">6.5</cx:pt>
          <cx:pt idx="4158">2.8999999999999999</cx:pt>
          <cx:pt idx="4159">4.9000000000000004</cx:pt>
          <cx:pt idx="4160">6.5</cx:pt>
          <cx:pt idx="4161">6.2999999999999998</cx:pt>
          <cx:pt idx="4162">7.7000000000000002</cx:pt>
          <cx:pt idx="4163">8.0999999999999996</cx:pt>
          <cx:pt idx="4164">6.7999999999999998</cx:pt>
          <cx:pt idx="4165">6.7999999999999998</cx:pt>
          <cx:pt idx="4166">3.7000000000000002</cx:pt>
          <cx:pt idx="4167">6.7000000000000002</cx:pt>
          <cx:pt idx="4168">8.0999999999999996</cx:pt>
          <cx:pt idx="4169">5.7999999999999998</cx:pt>
          <cx:pt idx="4170">8.4000000000000004</cx:pt>
          <cx:pt idx="4171">7.7999999999999998</cx:pt>
          <cx:pt idx="4172">8.3000000000000007</cx:pt>
          <cx:pt idx="4173">6.9000000000000004</cx:pt>
          <cx:pt idx="4174">5.7999999999999998</cx:pt>
          <cx:pt idx="4175">5.5</cx:pt>
          <cx:pt idx="4176">7.4000000000000004</cx:pt>
          <cx:pt idx="4177">5.9000000000000004</cx:pt>
          <cx:pt idx="4178">5.2999999999999998</cx:pt>
          <cx:pt idx="4179">3.2999999999999998</cx:pt>
          <cx:pt idx="4180">5.5</cx:pt>
          <cx:pt idx="4181">7.4000000000000004</cx:pt>
          <cx:pt idx="4182">7.5</cx:pt>
          <cx:pt idx="4183">6.2000000000000002</cx:pt>
          <cx:pt idx="4184">5.7000000000000002</cx:pt>
          <cx:pt idx="4185">8.0999999999999996</cx:pt>
          <cx:pt idx="4186">7.2999999999999998</cx:pt>
          <cx:pt idx="4187">6.7999999999999998</cx:pt>
          <cx:pt idx="4188">4.2000000000000002</cx:pt>
          <cx:pt idx="4189">7.0999999999999996</cx:pt>
          <cx:pt idx="4190">7</cx:pt>
          <cx:pt idx="4191">5.5</cx:pt>
          <cx:pt idx="4192">4.7000000000000002</cx:pt>
          <cx:pt idx="4193">6.4000000000000004</cx:pt>
          <cx:pt idx="4194">5.2000000000000002</cx:pt>
          <cx:pt idx="4195">6.4000000000000004</cx:pt>
          <cx:pt idx="4196">6.2000000000000002</cx:pt>
          <cx:pt idx="4197">6.5</cx:pt>
          <cx:pt idx="4198">6.2000000000000002</cx:pt>
          <cx:pt idx="4199">7</cx:pt>
          <cx:pt idx="4200">6.5999999999999996</cx:pt>
          <cx:pt idx="4202">5.7000000000000002</cx:pt>
          <cx:pt idx="4203">4.9000000000000004</cx:pt>
          <cx:pt idx="4204">6.0999999999999996</cx:pt>
          <cx:pt idx="4205">5.9000000000000004</cx:pt>
          <cx:pt idx="4206">5.2999999999999998</cx:pt>
          <cx:pt idx="4207">5.5999999999999996</cx:pt>
          <cx:pt idx="4208">5.9000000000000004</cx:pt>
          <cx:pt idx="4210">7.2000000000000002</cx:pt>
          <cx:pt idx="4211">6.4000000000000004</cx:pt>
          <cx:pt idx="4212">4.7999999999999998</cx:pt>
          <cx:pt idx="4213">4.7000000000000002</cx:pt>
          <cx:pt idx="4214">6.9000000000000004</cx:pt>
          <cx:pt idx="4216">6.5999999999999996</cx:pt>
          <cx:pt idx="4217">6.4000000000000004</cx:pt>
          <cx:pt idx="4218">5.5</cx:pt>
          <cx:pt idx="4219">6.9000000000000004</cx:pt>
          <cx:pt idx="4220">5.2000000000000002</cx:pt>
          <cx:pt idx="4221">7.0999999999999996</cx:pt>
          <cx:pt idx="4222">5.9000000000000004</cx:pt>
          <cx:pt idx="4223">7.2000000000000002</cx:pt>
          <cx:pt idx="4224">3.7000000000000002</cx:pt>
          <cx:pt idx="4225">5</cx:pt>
          <cx:pt idx="4227">5.5</cx:pt>
          <cx:pt idx="4228">7</cx:pt>
          <cx:pt idx="4229">5</cx:pt>
          <cx:pt idx="4230">6.2999999999999998</cx:pt>
          <cx:pt idx="4231">7.2000000000000002</cx:pt>
          <cx:pt idx="4232">6.2000000000000002</cx:pt>
          <cx:pt idx="4233">5.0999999999999996</cx:pt>
          <cx:pt idx="4235">7</cx:pt>
          <cx:pt idx="4236">6.2999999999999998</cx:pt>
          <cx:pt idx="4237">6.5999999999999996</cx:pt>
          <cx:pt idx="4238">6.5999999999999996</cx:pt>
          <cx:pt idx="4239">6.0999999999999996</cx:pt>
          <cx:pt idx="4240">5.2000000000000002</cx:pt>
          <cx:pt idx="4241">4.5</cx:pt>
          <cx:pt idx="4242">5.7999999999999998</cx:pt>
          <cx:pt idx="4243">5</cx:pt>
          <cx:pt idx="4244">5.5999999999999996</cx:pt>
          <cx:pt idx="4245">2.5</cx:pt>
          <cx:pt idx="4246">5.7999999999999998</cx:pt>
          <cx:pt idx="4247">7.0999999999999996</cx:pt>
          <cx:pt idx="4248">8.4000000000000004</cx:pt>
          <cx:pt idx="4249">5.0999999999999996</cx:pt>
          <cx:pt idx="4250">4.2999999999999998</cx:pt>
          <cx:pt idx="4251">5.5999999999999996</cx:pt>
          <cx:pt idx="4252">7</cx:pt>
          <cx:pt idx="4253">6.5999999999999996</cx:pt>
          <cx:pt idx="4254">5.5999999999999996</cx:pt>
          <cx:pt idx="4255">6.2000000000000002</cx:pt>
          <cx:pt idx="4256">6.2000000000000002</cx:pt>
          <cx:pt idx="4257">7.5</cx:pt>
          <cx:pt idx="4258">8</cx:pt>
          <cx:pt idx="4259">5.4000000000000004</cx:pt>
          <cx:pt idx="4260">4.9000000000000004</cx:pt>
          <cx:pt idx="4261">7.7000000000000002</cx:pt>
          <cx:pt idx="4262">7.7999999999999998</cx:pt>
          <cx:pt idx="4263">5.9000000000000004</cx:pt>
          <cx:pt idx="4264">7.7999999999999998</cx:pt>
          <cx:pt idx="4267">7.4000000000000004</cx:pt>
          <cx:pt idx="4268">6.7999999999999998</cx:pt>
          <cx:pt idx="4269">6.2000000000000002</cx:pt>
          <cx:pt idx="4270">7.4000000000000004</cx:pt>
          <cx:pt idx="4271">6.2999999999999998</cx:pt>
          <cx:pt idx="4272">7.4000000000000004</cx:pt>
          <cx:pt idx="4273">6.0999999999999996</cx:pt>
          <cx:pt idx="4274">7.0999999999999996</cx:pt>
          <cx:pt idx="4275">6.7999999999999998</cx:pt>
          <cx:pt idx="4276">7.7999999999999998</cx:pt>
          <cx:pt idx="4277">6.7999999999999998</cx:pt>
          <cx:pt idx="4278">5.9000000000000004</cx:pt>
          <cx:pt idx="4279">6.9000000000000004</cx:pt>
          <cx:pt idx="4280">2.7999999999999998</cx:pt>
          <cx:pt idx="4281">5.7000000000000002</cx:pt>
          <cx:pt idx="4282">2.6000000000000001</cx:pt>
          <cx:pt idx="4283">7.0999999999999996</cx:pt>
          <cx:pt idx="4284">6.4000000000000004</cx:pt>
          <cx:pt idx="4285">5.5</cx:pt>
          <cx:pt idx="4286">6.4000000000000004</cx:pt>
          <cx:pt idx="4287">4.4000000000000004</cx:pt>
          <cx:pt idx="4288">5</cx:pt>
          <cx:pt idx="4289">7</cx:pt>
          <cx:pt idx="4290">8.9000000000000004</cx:pt>
          <cx:pt idx="4291">6.0999999999999996</cx:pt>
          <cx:pt idx="4293">6.7999999999999998</cx:pt>
          <cx:pt idx="4294">6.7000000000000002</cx:pt>
          <cx:pt idx="4295">6.9000000000000004</cx:pt>
          <cx:pt idx="4296">6.9000000000000004</cx:pt>
          <cx:pt idx="4297">6.4000000000000004</cx:pt>
          <cx:pt idx="4298">4.7000000000000002</cx:pt>
          <cx:pt idx="4299">6.7000000000000002</cx:pt>
          <cx:pt idx="4300">7.2000000000000002</cx:pt>
          <cx:pt idx="4301">4.7000000000000002</cx:pt>
          <cx:pt idx="4302">5.5999999999999996</cx:pt>
          <cx:pt idx="4303">7</cx:pt>
          <cx:pt idx="4304">7.0999999999999996</cx:pt>
          <cx:pt idx="4305">9.0999999999999996</cx:pt>
          <cx:pt idx="4306">5.7000000000000002</cx:pt>
          <cx:pt idx="4307">7.5</cx:pt>
          <cx:pt idx="4308">6.0999999999999996</cx:pt>
          <cx:pt idx="4309">5.7999999999999998</cx:pt>
          <cx:pt idx="4310">7.7000000000000002</cx:pt>
          <cx:pt idx="4311">7.2000000000000002</cx:pt>
          <cx:pt idx="4312">6.9000000000000004</cx:pt>
          <cx:pt idx="4313">7.5</cx:pt>
          <cx:pt idx="4314">5.4000000000000004</cx:pt>
          <cx:pt idx="4315">7.2999999999999998</cx:pt>
          <cx:pt idx="4316">6.0999999999999996</cx:pt>
          <cx:pt idx="4317">6.2999999999999998</cx:pt>
          <cx:pt idx="4318">7.2999999999999998</cx:pt>
          <cx:pt idx="4319">6.2000000000000002</cx:pt>
          <cx:pt idx="4320">6.7000000000000002</cx:pt>
          <cx:pt idx="4321">8</cx:pt>
          <cx:pt idx="4322">6.2000000000000002</cx:pt>
          <cx:pt idx="4323">5.5999999999999996</cx:pt>
          <cx:pt idx="4324">6.0999999999999996</cx:pt>
          <cx:pt idx="4325">6.5</cx:pt>
          <cx:pt idx="4326">6.7000000000000002</cx:pt>
          <cx:pt idx="4327">2.5</cx:pt>
          <cx:pt idx="4328">4.9000000000000004</cx:pt>
          <cx:pt idx="4329">7.5999999999999996</cx:pt>
          <cx:pt idx="4330">6.2999999999999998</cx:pt>
          <cx:pt idx="4331">6.9000000000000004</cx:pt>
          <cx:pt idx="4332">8.4000000000000004</cx:pt>
          <cx:pt idx="4333">6.2999999999999998</cx:pt>
          <cx:pt idx="4334">7</cx:pt>
          <cx:pt idx="4335">7.5999999999999996</cx:pt>
          <cx:pt idx="4336">7.5</cx:pt>
          <cx:pt idx="4337">8</cx:pt>
          <cx:pt idx="4338">6.5</cx:pt>
          <cx:pt idx="4339">6.5</cx:pt>
          <cx:pt idx="4340">7.0999999999999996</cx:pt>
          <cx:pt idx="4341">7.2000000000000002</cx:pt>
          <cx:pt idx="4342">7.5</cx:pt>
          <cx:pt idx="4343">7</cx:pt>
          <cx:pt idx="4344">6.7999999999999998</cx:pt>
          <cx:pt idx="4345">7.2999999999999998</cx:pt>
          <cx:pt idx="4346">5.5999999999999996</cx:pt>
          <cx:pt idx="4347">7.2000000000000002</cx:pt>
          <cx:pt idx="4348">7</cx:pt>
          <cx:pt idx="4349">5.7000000000000002</cx:pt>
          <cx:pt idx="4350">6</cx:pt>
          <cx:pt idx="4351">7.7000000000000002</cx:pt>
          <cx:pt idx="4352">5.4000000000000004</cx:pt>
          <cx:pt idx="4353">7.0999999999999996</cx:pt>
          <cx:pt idx="4354">7.5</cx:pt>
          <cx:pt idx="4355">5.7000000000000002</cx:pt>
          <cx:pt idx="4356">4.2999999999999998</cx:pt>
          <cx:pt idx="4357">7.4000000000000004</cx:pt>
          <cx:pt idx="4358">7.5</cx:pt>
          <cx:pt idx="4359">7.0999999999999996</cx:pt>
          <cx:pt idx="4360">6.2999999999999998</cx:pt>
          <cx:pt idx="4361">5.7000000000000002</cx:pt>
          <cx:pt idx="4362">7.2000000000000002</cx:pt>
          <cx:pt idx="4363">6.9000000000000004</cx:pt>
          <cx:pt idx="4364">7.7999999999999998</cx:pt>
          <cx:pt idx="4365">5.7999999999999998</cx:pt>
          <cx:pt idx="4366">7.2000000000000002</cx:pt>
          <cx:pt idx="4367">8.0999999999999996</cx:pt>
          <cx:pt idx="4368">6.5999999999999996</cx:pt>
          <cx:pt idx="4369">6.2000000000000002</cx:pt>
          <cx:pt idx="4370">6.0999999999999996</cx:pt>
          <cx:pt idx="4371">7.7999999999999998</cx:pt>
          <cx:pt idx="4372">7.7000000000000002</cx:pt>
          <cx:pt idx="4374">6.7999999999999998</cx:pt>
          <cx:pt idx="4375">7.4000000000000004</cx:pt>
          <cx:pt idx="4376">4.7999999999999998</cx:pt>
          <cx:pt idx="4377">6.7000000000000002</cx:pt>
          <cx:pt idx="4378">7.4000000000000004</cx:pt>
          <cx:pt idx="4379">7.5999999999999996</cx:pt>
          <cx:pt idx="4380">7.2999999999999998</cx:pt>
          <cx:pt idx="4381">5.5999999999999996</cx:pt>
          <cx:pt idx="4382">6.4000000000000004</cx:pt>
          <cx:pt idx="4383">6</cx:pt>
          <cx:pt idx="4384">5.5</cx:pt>
          <cx:pt idx="4385">7.7999999999999998</cx:pt>
          <cx:pt idx="4386">7.2000000000000002</cx:pt>
          <cx:pt idx="4387">6.9000000000000004</cx:pt>
          <cx:pt idx="4388">7.7000000000000002</cx:pt>
          <cx:pt idx="4389">6.9000000000000004</cx:pt>
          <cx:pt idx="4390">5.7000000000000002</cx:pt>
          <cx:pt idx="4391">8.4000000000000004</cx:pt>
          <cx:pt idx="4392">8.0999999999999996</cx:pt>
          <cx:pt idx="4393">7.5</cx:pt>
          <cx:pt idx="4394">7.7999999999999998</cx:pt>
          <cx:pt idx="4395">7.5</cx:pt>
          <cx:pt idx="4396">6.7999999999999998</cx:pt>
          <cx:pt idx="4397">8.6999999999999993</cx:pt>
          <cx:pt idx="4398">8.3000000000000007</cx:pt>
          <cx:pt idx="4399">6.5</cx:pt>
          <cx:pt idx="4400">7.2999999999999998</cx:pt>
          <cx:pt idx="4401">5.7999999999999998</cx:pt>
          <cx:pt idx="4402">7.7000000000000002</cx:pt>
          <cx:pt idx="4403">7.5999999999999996</cx:pt>
          <cx:pt idx="4404">7.9000000000000004</cx:pt>
          <cx:pt idx="4405">7.0999999999999996</cx:pt>
          <cx:pt idx="4408">5.4000000000000004</cx:pt>
          <cx:pt idx="4409">6.2999999999999998</cx:pt>
          <cx:pt idx="4410">7</cx:pt>
          <cx:pt idx="4411">6.2000000000000002</cx:pt>
          <cx:pt idx="4412">6.7999999999999998</cx:pt>
          <cx:pt idx="4413">7</cx:pt>
          <cx:pt idx="4414">5</cx:pt>
          <cx:pt idx="4415">5.5</cx:pt>
          <cx:pt idx="4416">7</cx:pt>
          <cx:pt idx="4417">8.6999999999999993</cx:pt>
          <cx:pt idx="4418">6.2000000000000002</cx:pt>
          <cx:pt idx="4419">5.7000000000000002</cx:pt>
          <cx:pt idx="4420">7.4000000000000004</cx:pt>
          <cx:pt idx="4421">6.2000000000000002</cx:pt>
          <cx:pt idx="4422">8</cx:pt>
          <cx:pt idx="4423">5</cx:pt>
          <cx:pt idx="4424">5.2999999999999998</cx:pt>
          <cx:pt idx="4425">5.2999999999999998</cx:pt>
          <cx:pt idx="4426">5.7000000000000002</cx:pt>
          <cx:pt idx="4427">6.9000000000000004</cx:pt>
          <cx:pt idx="4428">4.7000000000000002</cx:pt>
          <cx:pt idx="4429">5.7999999999999998</cx:pt>
          <cx:pt idx="4430">8.1999999999999993</cx:pt>
          <cx:pt idx="4431">6</cx:pt>
          <cx:pt idx="4432">7</cx:pt>
          <cx:pt idx="4433">7</cx:pt>
          <cx:pt idx="4434">5.9000000000000004</cx:pt>
          <cx:pt idx="4435">4.5999999999999996</cx:pt>
          <cx:pt idx="4436">7.7999999999999998</cx:pt>
          <cx:pt idx="4437">5.2999999999999998</cx:pt>
          <cx:pt idx="4438">8</cx:pt>
          <cx:pt idx="4439">6.2000000000000002</cx:pt>
          <cx:pt idx="4440">6.4000000000000004</cx:pt>
          <cx:pt idx="4441">7.4000000000000004</cx:pt>
          <cx:pt idx="4442">4.5999999999999996</cx:pt>
          <cx:pt idx="4443">6.4000000000000004</cx:pt>
          <cx:pt idx="4444">7.7999999999999998</cx:pt>
          <cx:pt idx="4445">5.2000000000000002</cx:pt>
          <cx:pt idx="4446">7.0999999999999996</cx:pt>
          <cx:pt idx="4447">8.0999999999999996</cx:pt>
          <cx:pt idx="4448">5.2999999999999998</cx:pt>
          <cx:pt idx="4449">7.5</cx:pt>
          <cx:pt idx="4450">6.2999999999999998</cx:pt>
          <cx:pt idx="4451">6.5999999999999996</cx:pt>
          <cx:pt idx="4452">7.2000000000000002</cx:pt>
          <cx:pt idx="4453">7.2999999999999998</cx:pt>
          <cx:pt idx="4454">4.7999999999999998</cx:pt>
          <cx:pt idx="4455">4.9000000000000004</cx:pt>
          <cx:pt idx="4456">8.4000000000000004</cx:pt>
          <cx:pt idx="4457">6.0999999999999996</cx:pt>
          <cx:pt idx="4458">6.7999999999999998</cx:pt>
          <cx:pt idx="4459">6.2999999999999998</cx:pt>
          <cx:pt idx="4460">5.7000000000000002</cx:pt>
          <cx:pt idx="4461">5.2999999999999998</cx:pt>
          <cx:pt idx="4462">6.7999999999999998</cx:pt>
          <cx:pt idx="4463">2.5</cx:pt>
          <cx:pt idx="4464">7.0999999999999996</cx:pt>
          <cx:pt idx="4465">6.7999999999999998</cx:pt>
          <cx:pt idx="4466">6.7999999999999998</cx:pt>
          <cx:pt idx="4467">7.2000000000000002</cx:pt>
          <cx:pt idx="4468">6.7000000000000002</cx:pt>
          <cx:pt idx="4469">7.5</cx:pt>
          <cx:pt idx="4470">6.7000000000000002</cx:pt>
          <cx:pt idx="4471">5.5999999999999996</cx:pt>
          <cx:pt idx="4472">7.2000000000000002</cx:pt>
          <cx:pt idx="4473">6.2000000000000002</cx:pt>
          <cx:pt idx="4474">4</cx:pt>
          <cx:pt idx="4476">8.0999999999999996</cx:pt>
          <cx:pt idx="4477">5.4000000000000004</cx:pt>
          <cx:pt idx="4478">5.9000000000000004</cx:pt>
          <cx:pt idx="4479">6.5</cx:pt>
          <cx:pt idx="4480">7.0999999999999996</cx:pt>
          <cx:pt idx="4481">5.5</cx:pt>
          <cx:pt idx="4482">5.5999999999999996</cx:pt>
          <cx:pt idx="4483">7</cx:pt>
          <cx:pt idx="4484">3</cx:pt>
          <cx:pt idx="4485">7.0999999999999996</cx:pt>
          <cx:pt idx="4486">6.2999999999999998</cx:pt>
          <cx:pt idx="4487">7.9000000000000004</cx:pt>
          <cx:pt idx="4488">8.5</cx:pt>
          <cx:pt idx="4489">5.5999999999999996</cx:pt>
          <cx:pt idx="4490">5.2999999999999998</cx:pt>
          <cx:pt idx="4491">4.5</cx:pt>
          <cx:pt idx="4492">7.2000000000000002</cx:pt>
          <cx:pt idx="4493">7.0999999999999996</cx:pt>
          <cx:pt idx="4494">6.0999999999999996</cx:pt>
          <cx:pt idx="4495">6.5</cx:pt>
          <cx:pt idx="4496">6.5999999999999996</cx:pt>
          <cx:pt idx="4497">6</cx:pt>
          <cx:pt idx="4498">8</cx:pt>
          <cx:pt idx="4499">7.0999999999999996</cx:pt>
          <cx:pt idx="4500">6.7999999999999998</cx:pt>
          <cx:pt idx="4501">5.7000000000000002</cx:pt>
          <cx:pt idx="4502">6.2000000000000002</cx:pt>
          <cx:pt idx="4503">9.1999999999999993</cx:pt>
          <cx:pt idx="4504">7.9000000000000004</cx:pt>
          <cx:pt idx="4505">8</cx:pt>
          <cx:pt idx="4506">6.5</cx:pt>
          <cx:pt idx="4507">6.9000000000000004</cx:pt>
          <cx:pt idx="4508">4.5999999999999996</cx:pt>
          <cx:pt idx="4509">6.7000000000000002</cx:pt>
          <cx:pt idx="4510">6</cx:pt>
          <cx:pt idx="4511">7.0999999999999996</cx:pt>
          <cx:pt idx="4512">6.4000000000000004</cx:pt>
          <cx:pt idx="4513">7</cx:pt>
          <cx:pt idx="4514">8</cx:pt>
          <cx:pt idx="4515">4.7999999999999998</cx:pt>
          <cx:pt idx="4516">5.7999999999999998</cx:pt>
          <cx:pt idx="4517">6.5999999999999996</cx:pt>
          <cx:pt idx="4518">7.0999999999999996</cx:pt>
          <cx:pt idx="4519">8.0999999999999996</cx:pt>
          <cx:pt idx="4520">1.6000000000000001</cx:pt>
          <cx:pt idx="4521">6.5999999999999996</cx:pt>
          <cx:pt idx="4522">5.7999999999999998</cx:pt>
          <cx:pt idx="4523">6.7000000000000002</cx:pt>
          <cx:pt idx="4524">7.4000000000000004</cx:pt>
          <cx:pt idx="4525">6.4000000000000004</cx:pt>
          <cx:pt idx="4526">6.5</cx:pt>
          <cx:pt idx="4527">5.4000000000000004</cx:pt>
          <cx:pt idx="4528">7</cx:pt>
          <cx:pt idx="4529">6.5</cx:pt>
          <cx:pt idx="4530">6.5</cx:pt>
          <cx:pt idx="4531">7.2999999999999998</cx:pt>
          <cx:pt idx="4532">5.5999999999999996</cx:pt>
          <cx:pt idx="4533">6.2999999999999998</cx:pt>
          <cx:pt idx="4534">6.5999999999999996</cx:pt>
          <cx:pt idx="4536">6.2000000000000002</cx:pt>
          <cx:pt idx="4537">5.5</cx:pt>
          <cx:pt idx="4538">5.5999999999999996</cx:pt>
          <cx:pt idx="4539">5.5999999999999996</cx:pt>
          <cx:pt idx="4540">7.0999999999999996</cx:pt>
          <cx:pt idx="4541">6.9000000000000004</cx:pt>
          <cx:pt idx="4542">7.4000000000000004</cx:pt>
          <cx:pt idx="4543">7.2999999999999998</cx:pt>
          <cx:pt idx="4544">6.7999999999999998</cx:pt>
          <cx:pt idx="4545">7</cx:pt>
          <cx:pt idx="4546">5.2000000000000002</cx:pt>
          <cx:pt idx="4547">5.7000000000000002</cx:pt>
          <cx:pt idx="4548">8</cx:pt>
          <cx:pt idx="4549">6.2000000000000002</cx:pt>
          <cx:pt idx="4550">7.5999999999999996</cx:pt>
          <cx:pt idx="4552">5.4000000000000004</cx:pt>
          <cx:pt idx="4553">5.5999999999999996</cx:pt>
          <cx:pt idx="4554">5.2999999999999998</cx:pt>
          <cx:pt idx="4555">6.2999999999999998</cx:pt>
          <cx:pt idx="4556">6.2000000000000002</cx:pt>
          <cx:pt idx="4557">7.0999999999999996</cx:pt>
          <cx:pt idx="4558">7.4000000000000004</cx:pt>
          <cx:pt idx="4559">7.9000000000000004</cx:pt>
          <cx:pt idx="4560">5.2999999999999998</cx:pt>
          <cx:pt idx="4562">7.4000000000000004</cx:pt>
          <cx:pt idx="4563">5.7000000000000002</cx:pt>
          <cx:pt idx="4564">7.7000000000000002</cx:pt>
          <cx:pt idx="4565">5.5</cx:pt>
          <cx:pt idx="4566">6.5</cx:pt>
          <cx:pt idx="4567">5.5</cx:pt>
          <cx:pt idx="4568">5.7999999999999998</cx:pt>
          <cx:pt idx="4569">7.2000000000000002</cx:pt>
          <cx:pt idx="4570">6.4000000000000004</cx:pt>
          <cx:pt idx="4571">6.7000000000000002</cx:pt>
          <cx:pt idx="4572">6.5999999999999996</cx:pt>
          <cx:pt idx="4573">5.5</cx:pt>
          <cx:pt idx="4574">8</cx:pt>
          <cx:pt idx="4575">6.0999999999999996</cx:pt>
          <cx:pt idx="4576">7.7999999999999998</cx:pt>
          <cx:pt idx="4577">7.7000000000000002</cx:pt>
          <cx:pt idx="4578">6.4000000000000004</cx:pt>
          <cx:pt idx="4579">7.5999999999999996</cx:pt>
          <cx:pt idx="4580">5.7000000000000002</cx:pt>
          <cx:pt idx="4581">7.4000000000000004</cx:pt>
          <cx:pt idx="4582">7.2000000000000002</cx:pt>
          <cx:pt idx="4583">8.4000000000000004</cx:pt>
          <cx:pt idx="4584">6.7999999999999998</cx:pt>
          <cx:pt idx="4585">6.5999999999999996</cx:pt>
          <cx:pt idx="4586">6.5</cx:pt>
          <cx:pt idx="4587">7.5999999999999996</cx:pt>
          <cx:pt idx="4588">7.0999999999999996</cx:pt>
          <cx:pt idx="4589">7.2000000000000002</cx:pt>
          <cx:pt idx="4590">5.5999999999999996</cx:pt>
          <cx:pt idx="4591">5.2000000000000002</cx:pt>
          <cx:pt idx="4592">3.8999999999999999</cx:pt>
          <cx:pt idx="4594">6.7999999999999998</cx:pt>
          <cx:pt idx="4595">3.6000000000000001</cx:pt>
          <cx:pt idx="4596">7</cx:pt>
          <cx:pt idx="4597">6.5999999999999996</cx:pt>
          <cx:pt idx="4598">6.9000000000000004</cx:pt>
          <cx:pt idx="4599">7.0999999999999996</cx:pt>
          <cx:pt idx="4600">6.5999999999999996</cx:pt>
          <cx:pt idx="4601">7.2000000000000002</cx:pt>
          <cx:pt idx="4602">6.0999999999999996</cx:pt>
          <cx:pt idx="4603">7.2999999999999998</cx:pt>
          <cx:pt idx="4604">6.5999999999999996</cx:pt>
          <cx:pt idx="4605">8.0999999999999996</cx:pt>
          <cx:pt idx="4606">6.7000000000000002</cx:pt>
          <cx:pt idx="4607">6.0999999999999996</cx:pt>
          <cx:pt idx="4608">6.4000000000000004</cx:pt>
          <cx:pt idx="4609">6.2999999999999998</cx:pt>
          <cx:pt idx="4610">7.4000000000000004</cx:pt>
          <cx:pt idx="4611">4.2999999999999998</cx:pt>
          <cx:pt idx="4612">5.7999999999999998</cx:pt>
          <cx:pt idx="4613">6.7000000000000002</cx:pt>
          <cx:pt idx="4614">6.0999999999999996</cx:pt>
          <cx:pt idx="4615">3.8999999999999999</cx:pt>
          <cx:pt idx="4616">7.2999999999999998</cx:pt>
          <cx:pt idx="4617">7</cx:pt>
          <cx:pt idx="4618">6.5999999999999996</cx:pt>
          <cx:pt idx="4619">7.5</cx:pt>
          <cx:pt idx="4620">7</cx:pt>
          <cx:pt idx="4621">6.2999999999999998</cx:pt>
          <cx:pt idx="4622">8.0999999999999996</cx:pt>
          <cx:pt idx="4623">7.7000000000000002</cx:pt>
          <cx:pt idx="4624">4.2000000000000002</cx:pt>
          <cx:pt idx="4625">4.5999999999999996</cx:pt>
          <cx:pt idx="4626">6.4000000000000004</cx:pt>
          <cx:pt idx="4627">5.4000000000000004</cx:pt>
          <cx:pt idx="4628">4.2999999999999998</cx:pt>
          <cx:pt idx="4629">7.5999999999999996</cx:pt>
          <cx:pt idx="4630">7.2999999999999998</cx:pt>
          <cx:pt idx="4631">7.4000000000000004</cx:pt>
          <cx:pt idx="4632">6.7999999999999998</cx:pt>
          <cx:pt idx="4633">6.5</cx:pt>
          <cx:pt idx="4634">6.2000000000000002</cx:pt>
          <cx:pt idx="4635">8.6999999999999993</cx:pt>
          <cx:pt idx="4636">6.5</cx:pt>
          <cx:pt idx="4637">6.4000000000000004</cx:pt>
          <cx:pt idx="4639">6.2000000000000002</cx:pt>
          <cx:pt idx="4640">7.4000000000000004</cx:pt>
          <cx:pt idx="4642">6.5</cx:pt>
          <cx:pt idx="4643">7</cx:pt>
          <cx:pt idx="4644">6.7000000000000002</cx:pt>
          <cx:pt idx="4645">4.7000000000000002</cx:pt>
          <cx:pt idx="4646">5.7000000000000002</cx:pt>
          <cx:pt idx="4647">2.6000000000000001</cx:pt>
          <cx:pt idx="4648">6.5</cx:pt>
          <cx:pt idx="4649">6.7000000000000002</cx:pt>
          <cx:pt idx="4650">4.7999999999999998</cx:pt>
          <cx:pt idx="4651">7.4000000000000004</cx:pt>
          <cx:pt idx="4652">6.0999999999999996</cx:pt>
          <cx:pt idx="4653">4.5</cx:pt>
          <cx:pt idx="4654">5.5</cx:pt>
          <cx:pt idx="4655">4.4000000000000004</cx:pt>
          <cx:pt idx="4656">6.7000000000000002</cx:pt>
          <cx:pt idx="4657">7</cx:pt>
          <cx:pt idx="4658">6.4000000000000004</cx:pt>
          <cx:pt idx="4659">8.5999999999999996</cx:pt>
          <cx:pt idx="4660">7.2000000000000002</cx:pt>
          <cx:pt idx="4661">7.4000000000000004</cx:pt>
          <cx:pt idx="4662">7.2000000000000002</cx:pt>
          <cx:pt idx="4663">5.5</cx:pt>
          <cx:pt idx="4664">5.4000000000000004</cx:pt>
          <cx:pt idx="4665">6.2000000000000002</cx:pt>
          <cx:pt idx="4666">6.9000000000000004</cx:pt>
          <cx:pt idx="4667">8.3000000000000007</cx:pt>
          <cx:pt idx="4668">7.5</cx:pt>
          <cx:pt idx="4669">7</cx:pt>
          <cx:pt idx="4670">7.0999999999999996</cx:pt>
          <cx:pt idx="4671">6.5999999999999996</cx:pt>
          <cx:pt idx="4672">6.5999999999999996</cx:pt>
          <cx:pt idx="4673">7.4000000000000004</cx:pt>
          <cx:pt idx="4674">7.2000000000000002</cx:pt>
          <cx:pt idx="4675">7.0999999999999996</cx:pt>
          <cx:pt idx="4676">5.4000000000000004</cx:pt>
          <cx:pt idx="4677">7.9000000000000004</cx:pt>
          <cx:pt idx="4678">7</cx:pt>
          <cx:pt idx="4679">7.2999999999999998</cx:pt>
          <cx:pt idx="4680">6.7000000000000002</cx:pt>
          <cx:pt idx="4681">6.2999999999999998</cx:pt>
          <cx:pt idx="4682">6.7000000000000002</cx:pt>
          <cx:pt idx="4683">5.5</cx:pt>
          <cx:pt idx="4684">6.2999999999999998</cx:pt>
          <cx:pt idx="4685">6.7000000000000002</cx:pt>
          <cx:pt idx="4686">8.4000000000000004</cx:pt>
          <cx:pt idx="4687">6</cx:pt>
          <cx:pt idx="4688">6.4000000000000004</cx:pt>
          <cx:pt idx="4689">5.4000000000000004</cx:pt>
          <cx:pt idx="4690">5.9000000000000004</cx:pt>
          <cx:pt idx="4691">7.4000000000000004</cx:pt>
          <cx:pt idx="4692">4.7000000000000002</cx:pt>
          <cx:pt idx="4693">7.9000000000000004</cx:pt>
          <cx:pt idx="4694">5.7000000000000002</cx:pt>
          <cx:pt idx="4695">6.9000000000000004</cx:pt>
          <cx:pt idx="4696">7</cx:pt>
          <cx:pt idx="4697">7.2000000000000002</cx:pt>
          <cx:pt idx="4698">6.2999999999999998</cx:pt>
          <cx:pt idx="4699">4.2999999999999998</cx:pt>
          <cx:pt idx="4700">6.2000000000000002</cx:pt>
          <cx:pt idx="4701">7.5</cx:pt>
          <cx:pt idx="4702">6.4000000000000004</cx:pt>
          <cx:pt idx="4703">7.7000000000000002</cx:pt>
          <cx:pt idx="4704">7.2000000000000002</cx:pt>
          <cx:pt idx="4705">6.9000000000000004</cx:pt>
          <cx:pt idx="4706">5.5</cx:pt>
          <cx:pt idx="4707">7.7999999999999998</cx:pt>
          <cx:pt idx="4708">7.2000000000000002</cx:pt>
          <cx:pt idx="4709">6.5999999999999996</cx:pt>
          <cx:pt idx="4710">5.5</cx:pt>
          <cx:pt idx="4711">7.5</cx:pt>
          <cx:pt idx="4712">4.4000000000000004</cx:pt>
          <cx:pt idx="4713">5.0999999999999996</cx:pt>
          <cx:pt idx="4714">5.5</cx:pt>
          <cx:pt idx="4715">5.7000000000000002</cx:pt>
          <cx:pt idx="4716">6.5999999999999996</cx:pt>
          <cx:pt idx="4717">6.2000000000000002</cx:pt>
          <cx:pt idx="4718">7.4000000000000004</cx:pt>
          <cx:pt idx="4719">6.9000000000000004</cx:pt>
          <cx:pt idx="4720">6.5</cx:pt>
          <cx:pt idx="4721">8.0999999999999996</cx:pt>
          <cx:pt idx="4722">7.4000000000000004</cx:pt>
          <cx:pt idx="4723">7</cx:pt>
          <cx:pt idx="4724">6.0999999999999996</cx:pt>
          <cx:pt idx="4725">6.2000000000000002</cx:pt>
          <cx:pt idx="4726">7.4000000000000004</cx:pt>
          <cx:pt idx="4727">7.2999999999999998</cx:pt>
          <cx:pt idx="4728">4.5999999999999996</cx:pt>
          <cx:pt idx="4729">5.2999999999999998</cx:pt>
          <cx:pt idx="4730">6.5999999999999996</cx:pt>
          <cx:pt idx="4731">6.7999999999999998</cx:pt>
          <cx:pt idx="4732">6.9000000000000004</cx:pt>
          <cx:pt idx="4733">4.7000000000000002</cx:pt>
          <cx:pt idx="4734">7.9000000000000004</cx:pt>
          <cx:pt idx="4735">6.7999999999999998</cx:pt>
          <cx:pt idx="4736">7.4000000000000004</cx:pt>
          <cx:pt idx="4737">5.5</cx:pt>
          <cx:pt idx="4738">7.4000000000000004</cx:pt>
          <cx:pt idx="4739">5.5</cx:pt>
          <cx:pt idx="4740">6.9000000000000004</cx:pt>
          <cx:pt idx="4741">6.2999999999999998</cx:pt>
          <cx:pt idx="4742">6.7000000000000002</cx:pt>
          <cx:pt idx="4743">4.7999999999999998</cx:pt>
          <cx:pt idx="4744">3.8999999999999999</cx:pt>
          <cx:pt idx="4745">6.5999999999999996</cx:pt>
          <cx:pt idx="4746">4.2000000000000002</cx:pt>
          <cx:pt idx="4747">6.2999999999999998</cx:pt>
          <cx:pt idx="4748">5.4000000000000004</cx:pt>
          <cx:pt idx="4749">6.5999999999999996</cx:pt>
          <cx:pt idx="4750">6.2999999999999998</cx:pt>
          <cx:pt idx="4751">6.5</cx:pt>
          <cx:pt idx="4752">7</cx:pt>
          <cx:pt idx="4753">7.5</cx:pt>
          <cx:pt idx="4754">5.2999999999999998</cx:pt>
          <cx:pt idx="4755">7.5</cx:pt>
          <cx:pt idx="4756">7.7999999999999998</cx:pt>
          <cx:pt idx="4757">6.4000000000000004</cx:pt>
          <cx:pt idx="4758">5.0999999999999996</cx:pt>
          <cx:pt idx="4759">5.5999999999999996</cx:pt>
          <cx:pt idx="4760">7</cx:pt>
          <cx:pt idx="4761">5.2999999999999998</cx:pt>
          <cx:pt idx="4762">7.7000000000000002</cx:pt>
          <cx:pt idx="4763">7.5</cx:pt>
          <cx:pt idx="4764">6.0999999999999996</cx:pt>
          <cx:pt idx="4765">5.5999999999999996</cx:pt>
          <cx:pt idx="4766">6.0999999999999996</cx:pt>
          <cx:pt idx="4767">6.5</cx:pt>
          <cx:pt idx="4768">6.2000000000000002</cx:pt>
          <cx:pt idx="4769">6.5</cx:pt>
          <cx:pt idx="4770">4.7999999999999998</cx:pt>
          <cx:pt idx="4771">6.7000000000000002</cx:pt>
          <cx:pt idx="4772">4.4000000000000004</cx:pt>
          <cx:pt idx="4773">7</cx:pt>
          <cx:pt idx="4774">7</cx:pt>
          <cx:pt idx="4775">7.2999999999999998</cx:pt>
          <cx:pt idx="4776">7.7000000000000002</cx:pt>
          <cx:pt idx="4777">7.0999999999999996</cx:pt>
          <cx:pt idx="4778">4.2999999999999998</cx:pt>
          <cx:pt idx="4779">6.9000000000000004</cx:pt>
          <cx:pt idx="4780">7.2000000000000002</cx:pt>
          <cx:pt idx="4781">7.7000000000000002</cx:pt>
          <cx:pt idx="4782">5.4000000000000004</cx:pt>
          <cx:pt idx="4783">6.2000000000000002</cx:pt>
          <cx:pt idx="4784">5.4000000000000004</cx:pt>
          <cx:pt idx="4785">3.3999999999999999</cx:pt>
          <cx:pt idx="4786">6</cx:pt>
          <cx:pt idx="4787">6.5</cx:pt>
          <cx:pt idx="4788">5.7000000000000002</cx:pt>
          <cx:pt idx="4789">6.2999999999999998</cx:pt>
          <cx:pt idx="4790">6.5999999999999996</cx:pt>
          <cx:pt idx="4791">8.1999999999999993</cx:pt>
          <cx:pt idx="4792">6.2000000000000002</cx:pt>
          <cx:pt idx="4793">5.2000000000000002</cx:pt>
          <cx:pt idx="4794">6.0999999999999996</cx:pt>
          <cx:pt idx="4795">7.2000000000000002</cx:pt>
          <cx:pt idx="4796">5.9000000000000004</cx:pt>
          <cx:pt idx="4797">6.5</cx:pt>
          <cx:pt idx="4798">6.7000000000000002</cx:pt>
          <cx:pt idx="4799">5.2999999999999998</cx:pt>
          <cx:pt idx="4800">6.7999999999999998</cx:pt>
          <cx:pt idx="4801">7.5999999999999996</cx:pt>
          <cx:pt idx="4802">7.7000000000000002</cx:pt>
          <cx:pt idx="4803">7.2000000000000002</cx:pt>
          <cx:pt idx="4804">4.7000000000000002</cx:pt>
          <cx:pt idx="4805">6.5</cx:pt>
          <cx:pt idx="4806">6.0999999999999996</cx:pt>
          <cx:pt idx="4807">4.2000000000000002</cx:pt>
          <cx:pt idx="4808">5.2000000000000002</cx:pt>
          <cx:pt idx="4809">5.5999999999999996</cx:pt>
          <cx:pt idx="4810">5.2000000000000002</cx:pt>
          <cx:pt idx="4811">6.5</cx:pt>
          <cx:pt idx="4812">4.2999999999999998</cx:pt>
          <cx:pt idx="4813">7.5</cx:pt>
          <cx:pt idx="4814">6.5999999999999996</cx:pt>
          <cx:pt idx="4815">4.0999999999999996</cx:pt>
          <cx:pt idx="4816">7.7999999999999998</cx:pt>
          <cx:pt idx="4817">7.9000000000000004</cx:pt>
          <cx:pt idx="4818">6.2000000000000002</cx:pt>
          <cx:pt idx="4819">6.2999999999999998</cx:pt>
          <cx:pt idx="4820">8.0999999999999996</cx:pt>
          <cx:pt idx="4821">5.5</cx:pt>
          <cx:pt idx="4822">6.0999999999999996</cx:pt>
          <cx:pt idx="4823">5.5</cx:pt>
          <cx:pt idx="4824">5.7999999999999998</cx:pt>
          <cx:pt idx="4825">6.9000000000000004</cx:pt>
          <cx:pt idx="4826">6.9000000000000004</cx:pt>
          <cx:pt idx="4827">5.9000000000000004</cx:pt>
          <cx:pt idx="4829">5.2000000000000002</cx:pt>
          <cx:pt idx="4830">4.7999999999999998</cx:pt>
          <cx:pt idx="4831">7.7999999999999998</cx:pt>
          <cx:pt idx="4832">7.5999999999999996</cx:pt>
          <cx:pt idx="4833">5.4000000000000004</cx:pt>
          <cx:pt idx="4834">6.7999999999999998</cx:pt>
          <cx:pt idx="4835">5.5999999999999996</cx:pt>
          <cx:pt idx="4836">5.5</cx:pt>
          <cx:pt idx="4837">6.7999999999999998</cx:pt>
          <cx:pt idx="4838">6.0999999999999996</cx:pt>
          <cx:pt idx="4839">6.0999999999999996</cx:pt>
          <cx:pt idx="4840">4.4000000000000004</cx:pt>
          <cx:pt idx="4841">7.2999999999999998</cx:pt>
          <cx:pt idx="4842">7.2000000000000002</cx:pt>
          <cx:pt idx="4843">7.9000000000000004</cx:pt>
          <cx:pt idx="4844">6</cx:pt>
          <cx:pt idx="4845">6.4000000000000004</cx:pt>
          <cx:pt idx="4846">6.7999999999999998</cx:pt>
          <cx:pt idx="4847">6.5</cx:pt>
          <cx:pt idx="4848">5.0999999999999996</cx:pt>
          <cx:pt idx="4849">5.4000000000000004</cx:pt>
          <cx:pt idx="4850">5.5</cx:pt>
          <cx:pt idx="4851">5.4000000000000004</cx:pt>
          <cx:pt idx="4852">6.7999999999999998</cx:pt>
          <cx:pt idx="4853">8.8000000000000007</cx:pt>
          <cx:pt idx="4854">5.0999999999999996</cx:pt>
          <cx:pt idx="4856">4.5</cx:pt>
          <cx:pt idx="4857">2.2999999999999998</cx:pt>
          <cx:pt idx="4858">6.2999999999999998</cx:pt>
          <cx:pt idx="4859">7.2999999999999998</cx:pt>
          <cx:pt idx="4860">7</cx:pt>
          <cx:pt idx="4861">5.0999999999999996</cx:pt>
          <cx:pt idx="4862">5.5</cx:pt>
          <cx:pt idx="4863">6.5</cx:pt>
          <cx:pt idx="4864">7.5</cx:pt>
          <cx:pt idx="4865">5.5</cx:pt>
          <cx:pt idx="4866">6.0999999999999996</cx:pt>
          <cx:pt idx="4867">4.7000000000000002</cx:pt>
          <cx:pt idx="4868">6.7999999999999998</cx:pt>
          <cx:pt idx="4869">6.9000000000000004</cx:pt>
          <cx:pt idx="4870">5.9000000000000004</cx:pt>
          <cx:pt idx="4871">5.2000000000000002</cx:pt>
          <cx:pt idx="4872">6.9000000000000004</cx:pt>
          <cx:pt idx="4873">7.2000000000000002</cx:pt>
          <cx:pt idx="4874">6.7999999999999998</cx:pt>
          <cx:pt idx="4875">6.7999999999999998</cx:pt>
          <cx:pt idx="4876">6.7999999999999998</cx:pt>
          <cx:pt idx="4878">5.2000000000000002</cx:pt>
          <cx:pt idx="4879">5.7999999999999998</cx:pt>
          <cx:pt idx="4880">6.4000000000000004</cx:pt>
          <cx:pt idx="4881">5.0999999999999996</cx:pt>
          <cx:pt idx="4882">7.2000000000000002</cx:pt>
          <cx:pt idx="4883">6.7000000000000002</cx:pt>
          <cx:pt idx="4884">7.5</cx:pt>
          <cx:pt idx="4885">4.7000000000000002</cx:pt>
          <cx:pt idx="4886">7.0999999999999996</cx:pt>
          <cx:pt idx="4887">5.5</cx:pt>
          <cx:pt idx="4888">7</cx:pt>
          <cx:pt idx="4889">1.8</cx:pt>
          <cx:pt idx="4890">6.7999999999999998</cx:pt>
          <cx:pt idx="4891">6.2999999999999998</cx:pt>
          <cx:pt idx="4892">8</cx:pt>
          <cx:pt idx="4894">6.2000000000000002</cx:pt>
          <cx:pt idx="4895">6.2000000000000002</cx:pt>
          <cx:pt idx="4896">8.5999999999999996</cx:pt>
          <cx:pt idx="4897">6.5</cx:pt>
          <cx:pt idx="4898">6.5</cx:pt>
          <cx:pt idx="4899">6.5</cx:pt>
          <cx:pt idx="4900">5.7000000000000002</cx:pt>
          <cx:pt idx="4902">6.4000000000000004</cx:pt>
          <cx:pt idx="4903">6.2000000000000002</cx:pt>
          <cx:pt idx="4904">6.5</cx:pt>
          <cx:pt idx="4906">7.4000000000000004</cx:pt>
          <cx:pt idx="4907">7</cx:pt>
          <cx:pt idx="4908">6.7000000000000002</cx:pt>
          <cx:pt idx="4909">2.5</cx:pt>
          <cx:pt idx="4910">6.7000000000000002</cx:pt>
          <cx:pt idx="4911">7</cx:pt>
          <cx:pt idx="4912">4.4000000000000004</cx:pt>
          <cx:pt idx="4913">3.8999999999999999</cx:pt>
          <cx:pt idx="4914">5.2999999999999998</cx:pt>
          <cx:pt idx="4915">6.2000000000000002</cx:pt>
          <cx:pt idx="4916">5.5</cx:pt>
          <cx:pt idx="4917">6.7000000000000002</cx:pt>
          <cx:pt idx="4918">6.5999999999999996</cx:pt>
          <cx:pt idx="4919">8.3000000000000007</cx:pt>
          <cx:pt idx="4920">6.2000000000000002</cx:pt>
          <cx:pt idx="4921">3.3999999999999999</cx:pt>
          <cx:pt idx="4922">7.5</cx:pt>
          <cx:pt idx="4923">5.5999999999999996</cx:pt>
          <cx:pt idx="4924">7</cx:pt>
          <cx:pt idx="4925">5.0999999999999996</cx:pt>
          <cx:pt idx="4926">6.9000000000000004</cx:pt>
          <cx:pt idx="4927">5.7000000000000002</cx:pt>
          <cx:pt idx="4928">7.9000000000000004</cx:pt>
          <cx:pt idx="4929">5.7000000000000002</cx:pt>
          <cx:pt idx="4930">5.9000000000000004</cx:pt>
          <cx:pt idx="4931">5.5</cx:pt>
          <cx:pt idx="4932">6.2999999999999998</cx:pt>
          <cx:pt idx="4933">6.2000000000000002</cx:pt>
          <cx:pt idx="4934">4.9000000000000004</cx:pt>
          <cx:pt idx="4935">5.2999999999999998</cx:pt>
          <cx:pt idx="4936">6.4000000000000004</cx:pt>
          <cx:pt idx="4937">6.4000000000000004</cx:pt>
          <cx:pt idx="4938">6.2999999999999998</cx:pt>
          <cx:pt idx="4939">6</cx:pt>
          <cx:pt idx="4940">5.7999999999999998</cx:pt>
          <cx:pt idx="4941">4.9000000000000004</cx:pt>
          <cx:pt idx="4942">5.2000000000000002</cx:pt>
          <cx:pt idx="4943">5.2999999999999998</cx:pt>
          <cx:pt idx="4944">8.4000000000000004</cx:pt>
          <cx:pt idx="4945">7.0999999999999996</cx:pt>
          <cx:pt idx="4946">8.0999999999999996</cx:pt>
          <cx:pt idx="4947">5.7999999999999998</cx:pt>
          <cx:pt idx="4948">5.0999999999999996</cx:pt>
          <cx:pt idx="4949">4.4000000000000004</cx:pt>
          <cx:pt idx="4950">6.2000000000000002</cx:pt>
          <cx:pt idx="4951">5.9000000000000004</cx:pt>
          <cx:pt idx="4952">7.0999999999999996</cx:pt>
          <cx:pt idx="4953">5.5</cx:pt>
          <cx:pt idx="4954">6.9000000000000004</cx:pt>
          <cx:pt idx="4955">6.9000000000000004</cx:pt>
          <cx:pt idx="4956">6.2999999999999998</cx:pt>
          <cx:pt idx="4957">6.5999999999999996</cx:pt>
          <cx:pt idx="4958">6.9000000000000004</cx:pt>
          <cx:pt idx="4959">6.5</cx:pt>
          <cx:pt idx="4960">6.0999999999999996</cx:pt>
          <cx:pt idx="4961">8.3000000000000007</cx:pt>
          <cx:pt idx="4962">5</cx:pt>
          <cx:pt idx="4963">5.5</cx:pt>
          <cx:pt idx="4964">5.9000000000000004</cx:pt>
          <cx:pt idx="4965">5.7000000000000002</cx:pt>
          <cx:pt idx="4966">4.5999999999999996</cx:pt>
          <cx:pt idx="4967">6.7000000000000002</cx:pt>
          <cx:pt idx="4968">6.9000000000000004</cx:pt>
          <cx:pt idx="4969">7.4000000000000004</cx:pt>
          <cx:pt idx="4970">4.5</cx:pt>
          <cx:pt idx="4971">6.7000000000000002</cx:pt>
          <cx:pt idx="4972">7</cx:pt>
          <cx:pt idx="4973">5.2999999999999998</cx:pt>
          <cx:pt idx="4974">6.5</cx:pt>
          <cx:pt idx="4975">6.5</cx:pt>
          <cx:pt idx="4976">4.4000000000000004</cx:pt>
          <cx:pt idx="4977">7.5999999999999996</cx:pt>
          <cx:pt idx="4978">5.2999999999999998</cx:pt>
          <cx:pt idx="4979">5.5999999999999996</cx:pt>
          <cx:pt idx="4980">7.2000000000000002</cx:pt>
          <cx:pt idx="4981">5.2999999999999998</cx:pt>
          <cx:pt idx="4982">6.5999999999999996</cx:pt>
          <cx:pt idx="4983">7.7999999999999998</cx:pt>
          <cx:pt idx="4984">6</cx:pt>
          <cx:pt idx="4985">5</cx:pt>
          <cx:pt idx="4986">6.0999999999999996</cx:pt>
          <cx:pt idx="4987">7.2000000000000002</cx:pt>
          <cx:pt idx="4988">5.4000000000000004</cx:pt>
          <cx:pt idx="4989">5.5999999999999996</cx:pt>
          <cx:pt idx="4990">5.5999999999999996</cx:pt>
          <cx:pt idx="4991">4.2000000000000002</cx:pt>
          <cx:pt idx="4992">6</cx:pt>
          <cx:pt idx="4993">5.2999999999999998</cx:pt>
          <cx:pt idx="4994">7.5</cx:pt>
          <cx:pt idx="4995">5.2999999999999998</cx:pt>
          <cx:pt idx="4996">6.7999999999999998</cx:pt>
          <cx:pt idx="4997">4</cx:pt>
          <cx:pt idx="4998">6.4000000000000004</cx:pt>
          <cx:pt idx="4999">5.2999999999999998</cx:pt>
          <cx:pt idx="5000">7.5</cx:pt>
          <cx:pt idx="5001">6.5999999999999996</cx:pt>
          <cx:pt idx="5002">6.9000000000000004</cx:pt>
          <cx:pt idx="5003">6.7999999999999998</cx:pt>
          <cx:pt idx="5004">7.4000000000000004</cx:pt>
          <cx:pt idx="5005">5.4000000000000004</cx:pt>
          <cx:pt idx="5006">5.9000000000000004</cx:pt>
          <cx:pt idx="5007">6.0999999999999996</cx:pt>
          <cx:pt idx="5008">5.0999999999999996</cx:pt>
          <cx:pt idx="5009">4.4000000000000004</cx:pt>
          <cx:pt idx="5011">8</cx:pt>
          <cx:pt idx="5012">4.9000000000000004</cx:pt>
          <cx:pt idx="5013">6.7000000000000002</cx:pt>
          <cx:pt idx="5014">6.2999999999999998</cx:pt>
          <cx:pt idx="5015">6.5999999999999996</cx:pt>
          <cx:pt idx="5016">5.7999999999999998</cx:pt>
          <cx:pt idx="5017">4.2000000000000002</cx:pt>
          <cx:pt idx="5018">6.2000000000000002</cx:pt>
          <cx:pt idx="5019">6.7999999999999998</cx:pt>
          <cx:pt idx="5020">8.0999999999999996</cx:pt>
          <cx:pt idx="5021">3.8999999999999999</cx:pt>
          <cx:pt idx="5022">6.4000000000000004</cx:pt>
          <cx:pt idx="5023">7.4000000000000004</cx:pt>
          <cx:pt idx="5024">7.7000000000000002</cx:pt>
          <cx:pt idx="5025">5.7000000000000002</cx:pt>
          <cx:pt idx="5026">7.5</cx:pt>
          <cx:pt idx="5027">6.5</cx:pt>
          <cx:pt idx="5028">4.4000000000000004</cx:pt>
          <cx:pt idx="5029">8.1999999999999993</cx:pt>
          <cx:pt idx="5030">5.5999999999999996</cx:pt>
          <cx:pt idx="5031">7</cx:pt>
          <cx:pt idx="5032">7.0999999999999996</cx:pt>
          <cx:pt idx="5033">6.5999999999999996</cx:pt>
          <cx:pt idx="5034">6.5999999999999996</cx:pt>
          <cx:pt idx="5035">5.2999999999999998</cx:pt>
          <cx:pt idx="5036">5.7999999999999998</cx:pt>
          <cx:pt idx="5037">7.2000000000000002</cx:pt>
          <cx:pt idx="5038">5.2000000000000002</cx:pt>
          <cx:pt idx="5039">3</cx:pt>
          <cx:pt idx="5041">7.2000000000000002</cx:pt>
          <cx:pt idx="5042">5.2999999999999998</cx:pt>
          <cx:pt idx="5043">6.2000000000000002</cx:pt>
          <cx:pt idx="5044">6.2999999999999998</cx:pt>
          <cx:pt idx="5045">5.9000000000000004</cx:pt>
          <cx:pt idx="5046">7.0999999999999996</cx:pt>
          <cx:pt idx="5047">6.0999999999999996</cx:pt>
          <cx:pt idx="5048">6.2000000000000002</cx:pt>
          <cx:pt idx="5049">3.8999999999999999</cx:pt>
          <cx:pt idx="5050">5.4000000000000004</cx:pt>
          <cx:pt idx="5051">6.5</cx:pt>
          <cx:pt idx="5052">6.4000000000000004</cx:pt>
          <cx:pt idx="5053">7.2999999999999998</cx:pt>
          <cx:pt idx="5054">7</cx:pt>
          <cx:pt idx="5055">5.2999999999999998</cx:pt>
          <cx:pt idx="5057">7.5</cx:pt>
          <cx:pt idx="5058">6.5999999999999996</cx:pt>
          <cx:pt idx="5059">3.7000000000000002</cx:pt>
          <cx:pt idx="5060">6.0999999999999996</cx:pt>
          <cx:pt idx="5061">7</cx:pt>
          <cx:pt idx="5062">5</cx:pt>
          <cx:pt idx="5063">6.7000000000000002</cx:pt>
          <cx:pt idx="5064">4.2999999999999998</cx:pt>
          <cx:pt idx="5065">3.7999999999999998</cx:pt>
          <cx:pt idx="5066">6</cx:pt>
          <cx:pt idx="5067">6.7999999999999998</cx:pt>
          <cx:pt idx="5068">5.5</cx:pt>
          <cx:pt idx="5069">5.4000000000000004</cx:pt>
          <cx:pt idx="5070">6.9000000000000004</cx:pt>
          <cx:pt idx="5071">5.7000000000000002</cx:pt>
          <cx:pt idx="5072">5.2000000000000002</cx:pt>
          <cx:pt idx="5073">4.9000000000000004</cx:pt>
          <cx:pt idx="5074">5.4000000000000004</cx:pt>
          <cx:pt idx="5075">5.5999999999999996</cx:pt>
          <cx:pt idx="5076">5</cx:pt>
          <cx:pt idx="5077">8</cx:pt>
          <cx:pt idx="5078">3.3999999999999999</cx:pt>
          <cx:pt idx="5079">6.2000000000000002</cx:pt>
          <cx:pt idx="5080">5.9000000000000004</cx:pt>
          <cx:pt idx="5081">7.7999999999999998</cx:pt>
          <cx:pt idx="5082">5</cx:pt>
          <cx:pt idx="5083">6.9000000000000004</cx:pt>
          <cx:pt idx="5084">4.7999999999999998</cx:pt>
          <cx:pt idx="5085">3.7999999999999998</cx:pt>
          <cx:pt idx="5086">6.5999999999999996</cx:pt>
          <cx:pt idx="5087">4.7000000000000002</cx:pt>
          <cx:pt idx="5088">3.2999999999999998</cx:pt>
          <cx:pt idx="5089">6</cx:pt>
          <cx:pt idx="5090">4.2999999999999998</cx:pt>
          <cx:pt idx="5091">5.5999999999999996</cx:pt>
          <cx:pt idx="5092">4.5999999999999996</cx:pt>
          <cx:pt idx="5093">5.7999999999999998</cx:pt>
          <cx:pt idx="5094">5.5</cx:pt>
          <cx:pt idx="5095">7.2999999999999998</cx:pt>
          <cx:pt idx="5096">6.5999999999999996</cx:pt>
          <cx:pt idx="5097">6</cx:pt>
          <cx:pt idx="5098">7.0999999999999996</cx:pt>
          <cx:pt idx="5099">4.9000000000000004</cx:pt>
          <cx:pt idx="5101">2.2999999999999998</cx:pt>
          <cx:pt idx="5102">4.0999999999999996</cx:pt>
          <cx:pt idx="5103">7</cx:pt>
          <cx:pt idx="5104">5.7000000000000002</cx:pt>
          <cx:pt idx="5105">6.9000000000000004</cx:pt>
          <cx:pt idx="5106">5.0999999999999996</cx:pt>
          <cx:pt idx="5107">5.7999999999999998</cx:pt>
          <cx:pt idx="5108">5.4000000000000004</cx:pt>
          <cx:pt idx="5109">6.0999999999999996</cx:pt>
          <cx:pt idx="5110">4.2000000000000002</cx:pt>
          <cx:pt idx="5111">4.5</cx:pt>
          <cx:pt idx="5112">4.9000000000000004</cx:pt>
          <cx:pt idx="5113">6.2000000000000002</cx:pt>
          <cx:pt idx="5114">4.5999999999999996</cx:pt>
          <cx:pt idx="5115">7.2000000000000002</cx:pt>
          <cx:pt idx="5116">2.2000000000000002</cx:pt>
          <cx:pt idx="5117">5.7999999999999998</cx:pt>
          <cx:pt idx="5118">6.9000000000000004</cx:pt>
          <cx:pt idx="5119">6.5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IN" b="1">
                <a:solidFill>
                  <a:srgbClr val="FF0000"/>
                </a:solidFill>
              </a:rPr>
              <a:t>IMDB Score Distribution by Type</a:t>
            </a:r>
            <a:endParaRPr lang="en-US" sz="1400" b="1" i="0" u="none" strike="noStrike" baseline="0">
              <a:solidFill>
                <a:srgbClr val="FF0000"/>
              </a:solidFill>
              <a:latin typeface="Aptos Narrow" panose="02110004020202020204"/>
            </a:endParaRPr>
          </a:p>
        </cx:rich>
      </cx:tx>
    </cx:title>
    <cx:plotArea>
      <cx:plotAreaRegion>
        <cx:series layoutId="boxWhisker" uniqueId="{0340858A-392A-42E0-BDC6-BF8211E7E1EB}">
          <cx:spPr>
            <a:ln>
              <a:solidFill>
                <a:schemeClr val="tx1">
                  <a:lumMod val="95000"/>
                  <a:lumOff val="5000"/>
                </a:schemeClr>
              </a:solidFill>
            </a:ln>
          </cx:spPr>
          <cx:dataId val="0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en-IN" b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Type</a:t>
                </a:r>
                <a:endParaRPr lang="en-US" sz="900" b="1" i="0" u="none" strike="noStrike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 Narrow" panose="02110004020202020204"/>
                </a:endParaRPr>
              </a:p>
            </cx:rich>
          </cx:tx>
        </cx:title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pPr>
            <a:endParaRPr lang="en-US" sz="900" b="1" i="0" u="none" strike="noStrike" baseline="0">
              <a:solidFill>
                <a:schemeClr val="tx1">
                  <a:lumMod val="95000"/>
                  <a:lumOff val="5000"/>
                </a:schemeClr>
              </a:solidFill>
              <a:latin typeface="Aptos Narrow" panose="02110004020202020204"/>
            </a:endParaRPr>
          </a:p>
        </cx:txPr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en-IN" b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IMDb Score</a:t>
                </a:r>
                <a:endParaRPr lang="en-US" sz="900" b="1" i="0" u="none" strike="noStrike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 Narrow" panose="02110004020202020204"/>
                </a:endParaRPr>
              </a:p>
            </cx:rich>
          </cx:tx>
        </cx:title>
        <cx:majorGridlines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pPr>
            <a:endParaRPr lang="en-US" sz="900" b="1" i="0" u="none" strike="noStrike" baseline="0">
              <a:solidFill>
                <a:schemeClr val="tx1">
                  <a:lumMod val="95000"/>
                  <a:lumOff val="5000"/>
                </a:schemeClr>
              </a:solidFill>
              <a:latin typeface="Aptos Narrow" panose="02110004020202020204"/>
            </a:endParaRPr>
          </a:p>
        </cx:txPr>
      </cx:axis>
    </cx:plotArea>
  </cx:chart>
  <cx:spPr>
    <a:solidFill>
      <a:schemeClr val="tx2">
        <a:lumMod val="10000"/>
        <a:lumOff val="90000"/>
      </a:schemeClr>
    </a:solidFill>
  </cx:spPr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 PIVOT TABLE AND CHARTS-1'!$AE$5:$AE$5124</cx:f>
        <cx:lvl ptCount="5120">
          <cx:pt idx="0">MOVIE</cx:pt>
          <cx:pt idx="1">MOVIE</cx:pt>
          <cx:pt idx="2">MOVIE</cx:pt>
          <cx:pt idx="3">MOVIE</cx:pt>
          <cx:pt idx="4">SHOW</cx:pt>
          <cx:pt idx="5">MOVIE</cx:pt>
          <cx:pt idx="6">MOVIE</cx:pt>
          <cx:pt idx="7">MOVIE</cx:pt>
          <cx:pt idx="8">MOVIE</cx:pt>
          <cx:pt idx="9">MOVIE</cx:pt>
          <cx:pt idx="10">MOVIE</cx:pt>
          <cx:pt idx="11">MOVIE</cx:pt>
          <cx:pt idx="12">MOVIE</cx:pt>
          <cx:pt idx="13">MOVIE</cx:pt>
          <cx:pt idx="14">MOVIE</cx:pt>
          <cx:pt idx="15">MOVIE</cx:pt>
          <cx:pt idx="16">MOVIE</cx:pt>
          <cx:pt idx="17">MOVIE</cx:pt>
          <cx:pt idx="18">MOVIE</cx:pt>
          <cx:pt idx="19">MOVIE</cx:pt>
          <cx:pt idx="20">MOVIE</cx:pt>
          <cx:pt idx="21">MOVIE</cx:pt>
          <cx:pt idx="22">MOVIE</cx:pt>
          <cx:pt idx="23">MOVIE</cx:pt>
          <cx:pt idx="24">MOVIE</cx:pt>
          <cx:pt idx="25">MOVIE</cx:pt>
          <cx:pt idx="26">MOVIE</cx:pt>
          <cx:pt idx="27">MOVIE</cx:pt>
          <cx:pt idx="28">MOVIE</cx:pt>
          <cx:pt idx="29">MOVIE</cx:pt>
          <cx:pt idx="30">MOVIE</cx:pt>
          <cx:pt idx="31">MOVIE</cx:pt>
          <cx:pt idx="32">MOVIE</cx:pt>
          <cx:pt idx="33">MOVIE</cx:pt>
          <cx:pt idx="34">MOVIE</cx:pt>
          <cx:pt idx="35">MOVIE</cx:pt>
          <cx:pt idx="36">MOVIE</cx:pt>
          <cx:pt idx="37">MOVIE</cx:pt>
          <cx:pt idx="38">MOVIE</cx:pt>
          <cx:pt idx="39">MOVIE</cx:pt>
          <cx:pt idx="40">MOVIE</cx:pt>
          <cx:pt idx="41">MOVIE</cx:pt>
          <cx:pt idx="42">SHOW</cx:pt>
          <cx:pt idx="43">MOVIE</cx:pt>
          <cx:pt idx="44">MOVIE</cx:pt>
          <cx:pt idx="45">MOVIE</cx:pt>
          <cx:pt idx="46">MOVIE</cx:pt>
          <cx:pt idx="47">MOVIE</cx:pt>
          <cx:pt idx="48">MOVIE</cx:pt>
          <cx:pt idx="49">MOVIE</cx:pt>
          <cx:pt idx="50">SHOW</cx:pt>
          <cx:pt idx="51">MOVIE</cx:pt>
          <cx:pt idx="52">SHOW</cx:pt>
          <cx:pt idx="53">MOVIE</cx:pt>
          <cx:pt idx="54">MOVIE</cx:pt>
          <cx:pt idx="55">SHOW</cx:pt>
          <cx:pt idx="56">MOVIE</cx:pt>
          <cx:pt idx="57">MOVIE</cx:pt>
          <cx:pt idx="58">MOVIE</cx:pt>
          <cx:pt idx="59">SHOW</cx:pt>
          <cx:pt idx="60">SHOW</cx:pt>
          <cx:pt idx="61">SHOW</cx:pt>
          <cx:pt idx="62">SHOW</cx:pt>
          <cx:pt idx="63">MOVIE</cx:pt>
          <cx:pt idx="64">MOVIE</cx:pt>
          <cx:pt idx="65">MOVIE</cx:pt>
          <cx:pt idx="66">MOVIE</cx:pt>
          <cx:pt idx="67">MOVIE</cx:pt>
          <cx:pt idx="68">MOVIE</cx:pt>
          <cx:pt idx="69">MOVIE</cx:pt>
          <cx:pt idx="70">MOVIE</cx:pt>
          <cx:pt idx="71">MOVIE</cx:pt>
          <cx:pt idx="72">MOVIE</cx:pt>
          <cx:pt idx="73">MOVIE</cx:pt>
          <cx:pt idx="74">MOVIE</cx:pt>
          <cx:pt idx="75">MOVIE</cx:pt>
          <cx:pt idx="76">MOVIE</cx:pt>
          <cx:pt idx="77">MOVIE</cx:pt>
          <cx:pt idx="78">MOVIE</cx:pt>
          <cx:pt idx="79">MOVIE</cx:pt>
          <cx:pt idx="80">MOVIE</cx:pt>
          <cx:pt idx="81">MOVIE</cx:pt>
          <cx:pt idx="82">MOVIE</cx:pt>
          <cx:pt idx="83">MOVIE</cx:pt>
          <cx:pt idx="84">MOVIE</cx:pt>
          <cx:pt idx="85">MOVIE</cx:pt>
          <cx:pt idx="86">MOVIE</cx:pt>
          <cx:pt idx="87">MOVIE</cx:pt>
          <cx:pt idx="88">MOVIE</cx:pt>
          <cx:pt idx="89">MOVIE</cx:pt>
          <cx:pt idx="90">SHOW</cx:pt>
          <cx:pt idx="91">MOVIE</cx:pt>
          <cx:pt idx="92">MOVIE</cx:pt>
          <cx:pt idx="93">MOVIE</cx:pt>
          <cx:pt idx="94">MOVIE</cx:pt>
          <cx:pt idx="95">MOVIE</cx:pt>
          <cx:pt idx="96">MOVIE</cx:pt>
          <cx:pt idx="97">SHOW</cx:pt>
          <cx:pt idx="98">SHOW</cx:pt>
          <cx:pt idx="99">SHOW</cx:pt>
          <cx:pt idx="100">MOVIE</cx:pt>
          <cx:pt idx="101">MOVIE</cx:pt>
          <cx:pt idx="102">SHOW</cx:pt>
          <cx:pt idx="103">MOVIE</cx:pt>
          <cx:pt idx="104">SHOW</cx:pt>
          <cx:pt idx="105">SHOW</cx:pt>
          <cx:pt idx="106">SHOW</cx:pt>
          <cx:pt idx="107">MOVIE</cx:pt>
          <cx:pt idx="108">SHOW</cx:pt>
          <cx:pt idx="109">MOVIE</cx:pt>
          <cx:pt idx="110">MOVIE</cx:pt>
          <cx:pt idx="111">MOVIE</cx:pt>
          <cx:pt idx="112">SHOW</cx:pt>
          <cx:pt idx="113">SHOW</cx:pt>
          <cx:pt idx="114">MOVIE</cx:pt>
          <cx:pt idx="115">SHOW</cx:pt>
          <cx:pt idx="116">MOVIE</cx:pt>
          <cx:pt idx="117">SHOW</cx:pt>
          <cx:pt idx="118">MOVIE</cx:pt>
          <cx:pt idx="119">MOVIE</cx:pt>
          <cx:pt idx="120">MOVIE</cx:pt>
          <cx:pt idx="121">MOVIE</cx:pt>
          <cx:pt idx="122">MOVIE</cx:pt>
          <cx:pt idx="123">MOVIE</cx:pt>
          <cx:pt idx="124">SHOW</cx:pt>
          <cx:pt idx="125">SHOW</cx:pt>
          <cx:pt idx="126">SHOW</cx:pt>
          <cx:pt idx="127">MOVIE</cx:pt>
          <cx:pt idx="128">MOVIE</cx:pt>
          <cx:pt idx="129">MOVIE</cx:pt>
          <cx:pt idx="130">MOVIE</cx:pt>
          <cx:pt idx="131">MOVIE</cx:pt>
          <cx:pt idx="132">MOVIE</cx:pt>
          <cx:pt idx="133">MOVIE</cx:pt>
          <cx:pt idx="134">MOVIE</cx:pt>
          <cx:pt idx="135">MOVIE</cx:pt>
          <cx:pt idx="136">MOVIE</cx:pt>
          <cx:pt idx="137">MOVIE</cx:pt>
          <cx:pt idx="138">MOVIE</cx:pt>
          <cx:pt idx="139">MOVIE</cx:pt>
          <cx:pt idx="140">MOVIE</cx:pt>
          <cx:pt idx="141">MOVIE</cx:pt>
          <cx:pt idx="142">MOVIE</cx:pt>
          <cx:pt idx="143">MOVIE</cx:pt>
          <cx:pt idx="144">SHOW</cx:pt>
          <cx:pt idx="145">MOVIE</cx:pt>
          <cx:pt idx="146">MOVIE</cx:pt>
          <cx:pt idx="147">MOVIE</cx:pt>
          <cx:pt idx="148">MOVIE</cx:pt>
          <cx:pt idx="149">MOVIE</cx:pt>
          <cx:pt idx="150">MOVIE</cx:pt>
          <cx:pt idx="151">MOVIE</cx:pt>
          <cx:pt idx="152">MOVIE</cx:pt>
          <cx:pt idx="153">MOVIE</cx:pt>
          <cx:pt idx="154">MOVIE</cx:pt>
          <cx:pt idx="155">MOVIE</cx:pt>
          <cx:pt idx="156">MOVIE</cx:pt>
          <cx:pt idx="157">MOVIE</cx:pt>
          <cx:pt idx="158">MOVIE</cx:pt>
          <cx:pt idx="159">SHOW</cx:pt>
          <cx:pt idx="160">SHOW</cx:pt>
          <cx:pt idx="161">SHOW</cx:pt>
          <cx:pt idx="162">MOVIE</cx:pt>
          <cx:pt idx="163">MOVIE</cx:pt>
          <cx:pt idx="164">SHOW</cx:pt>
          <cx:pt idx="165">MOVIE</cx:pt>
          <cx:pt idx="166">MOVIE</cx:pt>
          <cx:pt idx="167">SHOW</cx:pt>
          <cx:pt idx="168">MOVIE</cx:pt>
          <cx:pt idx="169">MOVIE</cx:pt>
          <cx:pt idx="170">MOVIE</cx:pt>
          <cx:pt idx="171">MOVIE</cx:pt>
          <cx:pt idx="172">MOVIE</cx:pt>
          <cx:pt idx="173">MOVIE</cx:pt>
          <cx:pt idx="174">MOVIE</cx:pt>
          <cx:pt idx="175">SHOW</cx:pt>
          <cx:pt idx="176">SHOW</cx:pt>
          <cx:pt idx="177">MOVIE</cx:pt>
          <cx:pt idx="178">MOVIE</cx:pt>
          <cx:pt idx="179">SHOW</cx:pt>
          <cx:pt idx="180">MOVIE</cx:pt>
          <cx:pt idx="181">MOVIE</cx:pt>
          <cx:pt idx="182">MOVIE</cx:pt>
          <cx:pt idx="183">MOVIE</cx:pt>
          <cx:pt idx="184">MOVIE</cx:pt>
          <cx:pt idx="185">MOVIE</cx:pt>
          <cx:pt idx="186">MOVIE</cx:pt>
          <cx:pt idx="187">MOVIE</cx:pt>
          <cx:pt idx="188">MOVIE</cx:pt>
          <cx:pt idx="189">MOVIE</cx:pt>
          <cx:pt idx="190">MOVIE</cx:pt>
          <cx:pt idx="191">MOVIE</cx:pt>
          <cx:pt idx="192">SHOW</cx:pt>
          <cx:pt idx="193">MOVIE</cx:pt>
          <cx:pt idx="194">MOVIE</cx:pt>
          <cx:pt idx="195">MOVIE</cx:pt>
          <cx:pt idx="196">MOVIE</cx:pt>
          <cx:pt idx="197">MOVIE</cx:pt>
          <cx:pt idx="198">MOVIE</cx:pt>
          <cx:pt idx="199">MOVIE</cx:pt>
          <cx:pt idx="200">MOVIE</cx:pt>
          <cx:pt idx="201">MOVIE</cx:pt>
          <cx:pt idx="202">MOVIE</cx:pt>
          <cx:pt idx="203">MOVIE</cx:pt>
          <cx:pt idx="204">MOVIE</cx:pt>
          <cx:pt idx="205">MOVIE</cx:pt>
          <cx:pt idx="206">MOVIE</cx:pt>
          <cx:pt idx="207">MOVIE</cx:pt>
          <cx:pt idx="208">MOVIE</cx:pt>
          <cx:pt idx="209">MOVIE</cx:pt>
          <cx:pt idx="210">MOVIE</cx:pt>
          <cx:pt idx="211">MOVIE</cx:pt>
          <cx:pt idx="212">MOVIE</cx:pt>
          <cx:pt idx="213">MOVIE</cx:pt>
          <cx:pt idx="214">MOVIE</cx:pt>
          <cx:pt idx="215">MOVIE</cx:pt>
          <cx:pt idx="216">MOVIE</cx:pt>
          <cx:pt idx="217">MOVIE</cx:pt>
          <cx:pt idx="218">MOVIE</cx:pt>
          <cx:pt idx="219">MOVIE</cx:pt>
          <cx:pt idx="220">MOVIE</cx:pt>
          <cx:pt idx="221">MOVIE</cx:pt>
          <cx:pt idx="222">MOVIE</cx:pt>
          <cx:pt idx="223">MOVIE</cx:pt>
          <cx:pt idx="224">MOVIE</cx:pt>
          <cx:pt idx="225">MOVIE</cx:pt>
          <cx:pt idx="226">MOVIE</cx:pt>
          <cx:pt idx="227">SHOW</cx:pt>
          <cx:pt idx="228">SHOW</cx:pt>
          <cx:pt idx="229">SHOW</cx:pt>
          <cx:pt idx="230">SHOW</cx:pt>
          <cx:pt idx="231">SHOW</cx:pt>
          <cx:pt idx="232">SHOW</cx:pt>
          <cx:pt idx="233">SHOW</cx:pt>
          <cx:pt idx="234">SHOW</cx:pt>
          <cx:pt idx="235">SHOW</cx:pt>
          <cx:pt idx="236">SHOW</cx:pt>
          <cx:pt idx="237">SHOW</cx:pt>
          <cx:pt idx="238">MOVIE</cx:pt>
          <cx:pt idx="239">MOVIE</cx:pt>
          <cx:pt idx="240">SHOW</cx:pt>
          <cx:pt idx="241">SHOW</cx:pt>
          <cx:pt idx="242">SHOW</cx:pt>
          <cx:pt idx="243">SHOW</cx:pt>
          <cx:pt idx="244">MOVIE</cx:pt>
          <cx:pt idx="245">MOVIE</cx:pt>
          <cx:pt idx="246">MOVIE</cx:pt>
          <cx:pt idx="247">SHOW</cx:pt>
          <cx:pt idx="248">MOVIE</cx:pt>
          <cx:pt idx="249">MOVIE</cx:pt>
          <cx:pt idx="250">SHOW</cx:pt>
          <cx:pt idx="251">SHOW</cx:pt>
          <cx:pt idx="252">MOVIE</cx:pt>
          <cx:pt idx="253">SHOW</cx:pt>
          <cx:pt idx="254">SHOW</cx:pt>
          <cx:pt idx="255">MOVIE</cx:pt>
          <cx:pt idx="256">SHOW</cx:pt>
          <cx:pt idx="257">MOVIE</cx:pt>
          <cx:pt idx="258">MOVIE</cx:pt>
          <cx:pt idx="259">MOVIE</cx:pt>
          <cx:pt idx="260">MOVIE</cx:pt>
          <cx:pt idx="261">MOVIE</cx:pt>
          <cx:pt idx="262">SHOW</cx:pt>
          <cx:pt idx="263">MOVIE</cx:pt>
          <cx:pt idx="264">MOVIE</cx:pt>
          <cx:pt idx="265">MOVIE</cx:pt>
          <cx:pt idx="266">MOVIE</cx:pt>
          <cx:pt idx="267">MOVIE</cx:pt>
          <cx:pt idx="268">SHOW</cx:pt>
          <cx:pt idx="269">MOVIE</cx:pt>
          <cx:pt idx="270">MOVIE</cx:pt>
          <cx:pt idx="271">MOVIE</cx:pt>
          <cx:pt idx="272">SHOW</cx:pt>
          <cx:pt idx="273">MOVIE</cx:pt>
          <cx:pt idx="274">MOVIE</cx:pt>
          <cx:pt idx="275">MOVIE</cx:pt>
          <cx:pt idx="276">MOVIE</cx:pt>
          <cx:pt idx="277">MOVIE</cx:pt>
          <cx:pt idx="278">SHOW</cx:pt>
          <cx:pt idx="279">MOVIE</cx:pt>
          <cx:pt idx="280">MOVIE</cx:pt>
          <cx:pt idx="281">MOVIE</cx:pt>
          <cx:pt idx="282">MOVIE</cx:pt>
          <cx:pt idx="283">SHOW</cx:pt>
          <cx:pt idx="284">MOVIE</cx:pt>
          <cx:pt idx="285">SHOW</cx:pt>
          <cx:pt idx="286">SHOW</cx:pt>
          <cx:pt idx="287">MOVIE</cx:pt>
          <cx:pt idx="288">MOVIE</cx:pt>
          <cx:pt idx="289">SHOW</cx:pt>
          <cx:pt idx="290">MOVIE</cx:pt>
          <cx:pt idx="291">MOVIE</cx:pt>
          <cx:pt idx="292">MOVIE</cx:pt>
          <cx:pt idx="293">MOVIE</cx:pt>
          <cx:pt idx="294">MOVIE</cx:pt>
          <cx:pt idx="295">MOVIE</cx:pt>
          <cx:pt idx="296">MOVIE</cx:pt>
          <cx:pt idx="297">MOVIE</cx:pt>
          <cx:pt idx="298">SHOW</cx:pt>
          <cx:pt idx="299">MOVIE</cx:pt>
          <cx:pt idx="300">MOVIE</cx:pt>
          <cx:pt idx="301">MOVIE</cx:pt>
          <cx:pt idx="302">MOVIE</cx:pt>
          <cx:pt idx="303">MOVIE</cx:pt>
          <cx:pt idx="304">MOVIE</cx:pt>
          <cx:pt idx="305">MOVIE</cx:pt>
          <cx:pt idx="306">MOVIE</cx:pt>
          <cx:pt idx="307">MOVIE</cx:pt>
          <cx:pt idx="308">SHOW</cx:pt>
          <cx:pt idx="309">MOVIE</cx:pt>
          <cx:pt idx="310">MOVIE</cx:pt>
          <cx:pt idx="311">MOVIE</cx:pt>
          <cx:pt idx="312">MOVIE</cx:pt>
          <cx:pt idx="313">SHOW</cx:pt>
          <cx:pt idx="314">MOVIE</cx:pt>
          <cx:pt idx="315">MOVIE</cx:pt>
          <cx:pt idx="316">MOVIE</cx:pt>
          <cx:pt idx="317">MOVIE</cx:pt>
          <cx:pt idx="318">MOVIE</cx:pt>
          <cx:pt idx="319">MOVIE</cx:pt>
          <cx:pt idx="320">MOVIE</cx:pt>
          <cx:pt idx="321">MOVIE</cx:pt>
          <cx:pt idx="322">MOVIE</cx:pt>
          <cx:pt idx="323">MOVIE</cx:pt>
          <cx:pt idx="324">MOVIE</cx:pt>
          <cx:pt idx="325">MOVIE</cx:pt>
          <cx:pt idx="326">MOVIE</cx:pt>
          <cx:pt idx="327">MOVIE</cx:pt>
          <cx:pt idx="328">MOVIE</cx:pt>
          <cx:pt idx="329">MOVIE</cx:pt>
          <cx:pt idx="330">MOVIE</cx:pt>
          <cx:pt idx="331">MOVIE</cx:pt>
          <cx:pt idx="332">MOVIE</cx:pt>
          <cx:pt idx="333">MOVIE</cx:pt>
          <cx:pt idx="334">SHOW</cx:pt>
          <cx:pt idx="335">MOVIE</cx:pt>
          <cx:pt idx="336">MOVIE</cx:pt>
          <cx:pt idx="337">MOVIE</cx:pt>
          <cx:pt idx="338">SHOW</cx:pt>
          <cx:pt idx="339">MOVIE</cx:pt>
          <cx:pt idx="340">MOVIE</cx:pt>
          <cx:pt idx="341">MOVIE</cx:pt>
          <cx:pt idx="342">MOVIE</cx:pt>
          <cx:pt idx="343">MOVIE</cx:pt>
          <cx:pt idx="344">MOVIE</cx:pt>
          <cx:pt idx="345">MOVIE</cx:pt>
          <cx:pt idx="346">SHOW</cx:pt>
          <cx:pt idx="347">SHOW</cx:pt>
          <cx:pt idx="348">MOVIE</cx:pt>
          <cx:pt idx="349">SHOW</cx:pt>
          <cx:pt idx="350">SHOW</cx:pt>
          <cx:pt idx="351">SHOW</cx:pt>
          <cx:pt idx="352">SHOW</cx:pt>
          <cx:pt idx="353">MOVIE</cx:pt>
          <cx:pt idx="354">SHOW</cx:pt>
          <cx:pt idx="355">SHOW</cx:pt>
          <cx:pt idx="356">MOVIE</cx:pt>
          <cx:pt idx="357">MOVIE</cx:pt>
          <cx:pt idx="358">MOVIE</cx:pt>
          <cx:pt idx="359">MOVIE</cx:pt>
          <cx:pt idx="360">SHOW</cx:pt>
          <cx:pt idx="361">SHOW</cx:pt>
          <cx:pt idx="362">MOVIE</cx:pt>
          <cx:pt idx="363">SHOW</cx:pt>
          <cx:pt idx="364">MOVIE</cx:pt>
          <cx:pt idx="365">MOVIE</cx:pt>
          <cx:pt idx="366">MOVIE</cx:pt>
          <cx:pt idx="367">MOVIE</cx:pt>
          <cx:pt idx="368">SHOW</cx:pt>
          <cx:pt idx="369">SHOW</cx:pt>
          <cx:pt idx="370">MOVIE</cx:pt>
          <cx:pt idx="371">SHOW</cx:pt>
          <cx:pt idx="372">MOVIE</cx:pt>
          <cx:pt idx="373">MOVIE</cx:pt>
          <cx:pt idx="374">SHOW</cx:pt>
          <cx:pt idx="375">MOVIE</cx:pt>
          <cx:pt idx="376">MOVIE</cx:pt>
          <cx:pt idx="377">MOVIE</cx:pt>
          <cx:pt idx="378">SHOW</cx:pt>
          <cx:pt idx="379">MOVIE</cx:pt>
          <cx:pt idx="380">MOVIE</cx:pt>
          <cx:pt idx="381">SHOW</cx:pt>
          <cx:pt idx="382">MOVIE</cx:pt>
          <cx:pt idx="383">SHOW</cx:pt>
          <cx:pt idx="384">MOVIE</cx:pt>
          <cx:pt idx="385">MOVIE</cx:pt>
          <cx:pt idx="386">MOVIE</cx:pt>
          <cx:pt idx="387">SHOW</cx:pt>
          <cx:pt idx="388">SHOW</cx:pt>
          <cx:pt idx="389">MOVIE</cx:pt>
          <cx:pt idx="390">MOVIE</cx:pt>
          <cx:pt idx="391">SHOW</cx:pt>
          <cx:pt idx="392">MOVIE</cx:pt>
          <cx:pt idx="393">SHOW</cx:pt>
          <cx:pt idx="394">SHOW</cx:pt>
          <cx:pt idx="395">SHOW</cx:pt>
          <cx:pt idx="396">MOVIE</cx:pt>
          <cx:pt idx="397">SHOW</cx:pt>
          <cx:pt idx="398">SHOW</cx:pt>
          <cx:pt idx="399">MOVIE</cx:pt>
          <cx:pt idx="400">SHOW</cx:pt>
          <cx:pt idx="401">SHOW</cx:pt>
          <cx:pt idx="402">MOVIE</cx:pt>
          <cx:pt idx="403">SHOW</cx:pt>
          <cx:pt idx="404">SHOW</cx:pt>
          <cx:pt idx="405">SHOW</cx:pt>
          <cx:pt idx="406">SHOW</cx:pt>
          <cx:pt idx="407">MOVIE</cx:pt>
          <cx:pt idx="408">SHOW</cx:pt>
          <cx:pt idx="409">MOVIE</cx:pt>
          <cx:pt idx="410">MOVIE</cx:pt>
          <cx:pt idx="411">MOVIE</cx:pt>
          <cx:pt idx="412">MOVIE</cx:pt>
          <cx:pt idx="413">MOVIE</cx:pt>
          <cx:pt idx="414">MOVIE</cx:pt>
          <cx:pt idx="415">SHOW</cx:pt>
          <cx:pt idx="416">MOVIE</cx:pt>
          <cx:pt idx="417">SHOW</cx:pt>
          <cx:pt idx="418">SHOW</cx:pt>
          <cx:pt idx="419">SHOW</cx:pt>
          <cx:pt idx="420">MOVIE</cx:pt>
          <cx:pt idx="421">MOVIE</cx:pt>
          <cx:pt idx="422">MOVIE</cx:pt>
          <cx:pt idx="423">MOVIE</cx:pt>
          <cx:pt idx="424">MOVIE</cx:pt>
          <cx:pt idx="425">MOVIE</cx:pt>
          <cx:pt idx="426">MOVIE</cx:pt>
          <cx:pt idx="427">MOVIE</cx:pt>
          <cx:pt idx="428">SHOW</cx:pt>
          <cx:pt idx="429">MOVIE</cx:pt>
          <cx:pt idx="430">MOVIE</cx:pt>
          <cx:pt idx="431">SHOW</cx:pt>
          <cx:pt idx="432">MOVIE</cx:pt>
          <cx:pt idx="433">MOVIE</cx:pt>
          <cx:pt idx="434">MOVIE</cx:pt>
          <cx:pt idx="435">SHOW</cx:pt>
          <cx:pt idx="436">SHOW</cx:pt>
          <cx:pt idx="437">MOVIE</cx:pt>
          <cx:pt idx="438">MOVIE</cx:pt>
          <cx:pt idx="439">MOVIE</cx:pt>
          <cx:pt idx="440">SHOW</cx:pt>
          <cx:pt idx="441">MOVIE</cx:pt>
          <cx:pt idx="442">MOVIE</cx:pt>
          <cx:pt idx="443">MOVIE</cx:pt>
          <cx:pt idx="444">SHOW</cx:pt>
          <cx:pt idx="445">MOVIE</cx:pt>
          <cx:pt idx="446">MOVIE</cx:pt>
          <cx:pt idx="447">MOVIE</cx:pt>
          <cx:pt idx="448">SHOW</cx:pt>
          <cx:pt idx="449">MOVIE</cx:pt>
          <cx:pt idx="450">MOVIE</cx:pt>
          <cx:pt idx="451">MOVIE</cx:pt>
          <cx:pt idx="452">MOVIE</cx:pt>
          <cx:pt idx="453">SHOW</cx:pt>
          <cx:pt idx="454">MOVIE</cx:pt>
          <cx:pt idx="455">SHOW</cx:pt>
          <cx:pt idx="456">SHOW</cx:pt>
          <cx:pt idx="457">MOVIE</cx:pt>
          <cx:pt idx="458">MOVIE</cx:pt>
          <cx:pt idx="459">MOVIE</cx:pt>
          <cx:pt idx="460">MOVIE</cx:pt>
          <cx:pt idx="461">MOVIE</cx:pt>
          <cx:pt idx="462">MOVIE</cx:pt>
          <cx:pt idx="463">SHOW</cx:pt>
          <cx:pt idx="464">MOVIE</cx:pt>
          <cx:pt idx="465">MOVIE</cx:pt>
          <cx:pt idx="466">MOVIE</cx:pt>
          <cx:pt idx="467">MOVIE</cx:pt>
          <cx:pt idx="468">MOVIE</cx:pt>
          <cx:pt idx="469">MOVIE</cx:pt>
          <cx:pt idx="470">MOVIE</cx:pt>
          <cx:pt idx="471">MOVIE</cx:pt>
          <cx:pt idx="472">MOVIE</cx:pt>
          <cx:pt idx="473">MOVIE</cx:pt>
          <cx:pt idx="474">MOVIE</cx:pt>
          <cx:pt idx="475">MOVIE</cx:pt>
          <cx:pt idx="476">MOVIE</cx:pt>
          <cx:pt idx="477">MOVIE</cx:pt>
          <cx:pt idx="478">MOVIE</cx:pt>
          <cx:pt idx="479">MOVIE</cx:pt>
          <cx:pt idx="480">MOVIE</cx:pt>
          <cx:pt idx="481">SHOW</cx:pt>
          <cx:pt idx="482">MOVIE</cx:pt>
          <cx:pt idx="483">MOVIE</cx:pt>
          <cx:pt idx="484">MOVIE</cx:pt>
          <cx:pt idx="485">MOVIE</cx:pt>
          <cx:pt idx="486">MOVIE</cx:pt>
          <cx:pt idx="487">MOVIE</cx:pt>
          <cx:pt idx="488">MOVIE</cx:pt>
          <cx:pt idx="489">MOVIE</cx:pt>
          <cx:pt idx="490">SHOW</cx:pt>
          <cx:pt idx="491">MOVIE</cx:pt>
          <cx:pt idx="492">MOVIE</cx:pt>
          <cx:pt idx="493">MOVIE</cx:pt>
          <cx:pt idx="494">MOVIE</cx:pt>
          <cx:pt idx="495">MOVIE</cx:pt>
          <cx:pt idx="496">MOVIE</cx:pt>
          <cx:pt idx="497">MOVIE</cx:pt>
          <cx:pt idx="498">MOVIE</cx:pt>
          <cx:pt idx="499">MOVIE</cx:pt>
          <cx:pt idx="500">MOVIE</cx:pt>
          <cx:pt idx="501">MOVIE</cx:pt>
          <cx:pt idx="502">MOVIE</cx:pt>
          <cx:pt idx="503">MOVIE</cx:pt>
          <cx:pt idx="504">MOVIE</cx:pt>
          <cx:pt idx="505">MOVIE</cx:pt>
          <cx:pt idx="506">MOVIE</cx:pt>
          <cx:pt idx="507">SHOW</cx:pt>
          <cx:pt idx="508">SHOW</cx:pt>
          <cx:pt idx="509">MOVIE</cx:pt>
          <cx:pt idx="510">SHOW</cx:pt>
          <cx:pt idx="511">MOVIE</cx:pt>
          <cx:pt idx="512">MOVIE</cx:pt>
          <cx:pt idx="513">MOVIE</cx:pt>
          <cx:pt idx="514">MOVIE</cx:pt>
          <cx:pt idx="515">MOVIE</cx:pt>
          <cx:pt idx="516">MOVIE</cx:pt>
          <cx:pt idx="517">MOVIE</cx:pt>
          <cx:pt idx="518">MOVIE</cx:pt>
          <cx:pt idx="519">SHOW</cx:pt>
          <cx:pt idx="520">MOVIE</cx:pt>
          <cx:pt idx="521">SHOW</cx:pt>
          <cx:pt idx="522">MOVIE</cx:pt>
          <cx:pt idx="523">SHOW</cx:pt>
          <cx:pt idx="524">MOVIE</cx:pt>
          <cx:pt idx="525">MOVIE</cx:pt>
          <cx:pt idx="526">MOVIE</cx:pt>
          <cx:pt idx="527">MOVIE</cx:pt>
          <cx:pt idx="528">SHOW</cx:pt>
          <cx:pt idx="529">MOVIE</cx:pt>
          <cx:pt idx="530">MOVIE</cx:pt>
          <cx:pt idx="531">SHOW</cx:pt>
          <cx:pt idx="532">MOVIE</cx:pt>
          <cx:pt idx="533">SHOW</cx:pt>
          <cx:pt idx="534">MOVIE</cx:pt>
          <cx:pt idx="535">MOVIE</cx:pt>
          <cx:pt idx="536">MOVIE</cx:pt>
          <cx:pt idx="537">MOVIE</cx:pt>
          <cx:pt idx="538">MOVIE</cx:pt>
          <cx:pt idx="539">SHOW</cx:pt>
          <cx:pt idx="540">MOVIE</cx:pt>
          <cx:pt idx="541">MOVIE</cx:pt>
          <cx:pt idx="542">MOVIE</cx:pt>
          <cx:pt idx="543">MOVIE</cx:pt>
          <cx:pt idx="544">MOVIE</cx:pt>
          <cx:pt idx="545">MOVIE</cx:pt>
          <cx:pt idx="546">MOVIE</cx:pt>
          <cx:pt idx="547">MOVIE</cx:pt>
          <cx:pt idx="548">MOVIE</cx:pt>
          <cx:pt idx="549">MOVIE</cx:pt>
          <cx:pt idx="550">MOVIE</cx:pt>
          <cx:pt idx="551">MOVIE</cx:pt>
          <cx:pt idx="552">MOVIE</cx:pt>
          <cx:pt idx="553">MOVIE</cx:pt>
          <cx:pt idx="554">MOVIE</cx:pt>
          <cx:pt idx="555">MOVIE</cx:pt>
          <cx:pt idx="556">SHOW</cx:pt>
          <cx:pt idx="557">MOVIE</cx:pt>
          <cx:pt idx="558">MOVIE</cx:pt>
          <cx:pt idx="559">MOVIE</cx:pt>
          <cx:pt idx="560">MOVIE</cx:pt>
          <cx:pt idx="561">MOVIE</cx:pt>
          <cx:pt idx="562">MOVIE</cx:pt>
          <cx:pt idx="563">MOVIE</cx:pt>
          <cx:pt idx="564">MOVIE</cx:pt>
          <cx:pt idx="565">MOVIE</cx:pt>
          <cx:pt idx="566">MOVIE</cx:pt>
          <cx:pt idx="567">MOVIE</cx:pt>
          <cx:pt idx="568">MOVIE</cx:pt>
          <cx:pt idx="569">MOVIE</cx:pt>
          <cx:pt idx="570">MOVIE</cx:pt>
          <cx:pt idx="571">SHOW</cx:pt>
          <cx:pt idx="572">MOVIE</cx:pt>
          <cx:pt idx="573">MOVIE</cx:pt>
          <cx:pt idx="574">MOVIE</cx:pt>
          <cx:pt idx="575">MOVIE</cx:pt>
          <cx:pt idx="576">MOVIE</cx:pt>
          <cx:pt idx="577">MOVIE</cx:pt>
          <cx:pt idx="578">MOVIE</cx:pt>
          <cx:pt idx="579">MOVIE</cx:pt>
          <cx:pt idx="580">SHOW</cx:pt>
          <cx:pt idx="581">MOVIE</cx:pt>
          <cx:pt idx="582">MOVIE</cx:pt>
          <cx:pt idx="583">MOVIE</cx:pt>
          <cx:pt idx="584">MOVIE</cx:pt>
          <cx:pt idx="585">MOVIE</cx:pt>
          <cx:pt idx="586">MOVIE</cx:pt>
          <cx:pt idx="587">MOVIE</cx:pt>
          <cx:pt idx="588">MOVIE</cx:pt>
          <cx:pt idx="589">SHOW</cx:pt>
          <cx:pt idx="590">MOVIE</cx:pt>
          <cx:pt idx="591">SHOW</cx:pt>
          <cx:pt idx="592">MOVIE</cx:pt>
          <cx:pt idx="593">MOVIE</cx:pt>
          <cx:pt idx="594">MOVIE</cx:pt>
          <cx:pt idx="595">MOVIE</cx:pt>
          <cx:pt idx="596">MOVIE</cx:pt>
          <cx:pt idx="597">MOVIE</cx:pt>
          <cx:pt idx="598">MOVIE</cx:pt>
          <cx:pt idx="599">MOVIE</cx:pt>
          <cx:pt idx="600">MOVIE</cx:pt>
          <cx:pt idx="601">MOVIE</cx:pt>
          <cx:pt idx="602">MOVIE</cx:pt>
          <cx:pt idx="603">MOVIE</cx:pt>
          <cx:pt idx="604">MOVIE</cx:pt>
          <cx:pt idx="605">MOVIE</cx:pt>
          <cx:pt idx="606">MOVIE</cx:pt>
          <cx:pt idx="607">MOVIE</cx:pt>
          <cx:pt idx="608">MOVIE</cx:pt>
          <cx:pt idx="609">MOVIE</cx:pt>
          <cx:pt idx="610">MOVIE</cx:pt>
          <cx:pt idx="611">MOVIE</cx:pt>
          <cx:pt idx="612">MOVIE</cx:pt>
          <cx:pt idx="613">MOVIE</cx:pt>
          <cx:pt idx="614">MOVIE</cx:pt>
          <cx:pt idx="615">MOVIE</cx:pt>
          <cx:pt idx="616">MOVIE</cx:pt>
          <cx:pt idx="617">SHOW</cx:pt>
          <cx:pt idx="618">MOVIE</cx:pt>
          <cx:pt idx="619">MOVIE</cx:pt>
          <cx:pt idx="620">MOVIE</cx:pt>
          <cx:pt idx="621">MOVIE</cx:pt>
          <cx:pt idx="622">MOVIE</cx:pt>
          <cx:pt idx="623">MOVIE</cx:pt>
          <cx:pt idx="624">SHOW</cx:pt>
          <cx:pt idx="625">MOVIE</cx:pt>
          <cx:pt idx="626">MOVIE</cx:pt>
          <cx:pt idx="627">MOVIE</cx:pt>
          <cx:pt idx="628">MOVIE</cx:pt>
          <cx:pt idx="629">MOVIE</cx:pt>
          <cx:pt idx="630">MOVIE</cx:pt>
          <cx:pt idx="631">SHOW</cx:pt>
          <cx:pt idx="632">MOVIE</cx:pt>
          <cx:pt idx="633">MOVIE</cx:pt>
          <cx:pt idx="634">SHOW</cx:pt>
          <cx:pt idx="635">SHOW</cx:pt>
          <cx:pt idx="636">MOVIE</cx:pt>
          <cx:pt idx="637">MOVIE</cx:pt>
          <cx:pt idx="638">MOVIE</cx:pt>
          <cx:pt idx="639">SHOW</cx:pt>
          <cx:pt idx="640">MOVIE</cx:pt>
          <cx:pt idx="641">MOVIE</cx:pt>
          <cx:pt idx="642">SHOW</cx:pt>
          <cx:pt idx="643">SHOW</cx:pt>
          <cx:pt idx="644">MOVIE</cx:pt>
          <cx:pt idx="645">MOVIE</cx:pt>
          <cx:pt idx="646">MOVIE</cx:pt>
          <cx:pt idx="647">SHOW</cx:pt>
          <cx:pt idx="648">MOVIE</cx:pt>
          <cx:pt idx="649">MOVIE</cx:pt>
          <cx:pt idx="650">MOVIE</cx:pt>
          <cx:pt idx="651">MOVIE</cx:pt>
          <cx:pt idx="652">SHOW</cx:pt>
          <cx:pt idx="653">MOVIE</cx:pt>
          <cx:pt idx="654">MOVIE</cx:pt>
          <cx:pt idx="655">SHOW</cx:pt>
          <cx:pt idx="656">SHOW</cx:pt>
          <cx:pt idx="657">MOVIE</cx:pt>
          <cx:pt idx="658">MOVIE</cx:pt>
          <cx:pt idx="659">SHOW</cx:pt>
          <cx:pt idx="660">MOVIE</cx:pt>
          <cx:pt idx="661">SHOW</cx:pt>
          <cx:pt idx="662">SHOW</cx:pt>
          <cx:pt idx="663">MOVIE</cx:pt>
          <cx:pt idx="664">SHOW</cx:pt>
          <cx:pt idx="665">MOVIE</cx:pt>
          <cx:pt idx="666">SHOW</cx:pt>
          <cx:pt idx="667">SHOW</cx:pt>
          <cx:pt idx="668">MOVIE</cx:pt>
          <cx:pt idx="669">SHOW</cx:pt>
          <cx:pt idx="670">MOVIE</cx:pt>
          <cx:pt idx="671">SHOW</cx:pt>
          <cx:pt idx="672">MOVIE</cx:pt>
          <cx:pt idx="673">MOVIE</cx:pt>
          <cx:pt idx="674">MOVIE</cx:pt>
          <cx:pt idx="675">MOVIE</cx:pt>
          <cx:pt idx="676">MOVIE</cx:pt>
          <cx:pt idx="677">MOVIE</cx:pt>
          <cx:pt idx="678">MOVIE</cx:pt>
          <cx:pt idx="679">MOVIE</cx:pt>
          <cx:pt idx="680">SHOW</cx:pt>
          <cx:pt idx="681">SHOW</cx:pt>
          <cx:pt idx="682">MOVIE</cx:pt>
          <cx:pt idx="683">SHOW</cx:pt>
          <cx:pt idx="684">SHOW</cx:pt>
          <cx:pt idx="685">MOVIE</cx:pt>
          <cx:pt idx="686">SHOW</cx:pt>
          <cx:pt idx="687">MOVIE</cx:pt>
          <cx:pt idx="688">MOVIE</cx:pt>
          <cx:pt idx="689">MOVIE</cx:pt>
          <cx:pt idx="690">SHOW</cx:pt>
          <cx:pt idx="691">MOVIE</cx:pt>
          <cx:pt idx="692">MOVIE</cx:pt>
          <cx:pt idx="693">MOVIE</cx:pt>
          <cx:pt idx="694">SHOW</cx:pt>
          <cx:pt idx="695">MOVIE</cx:pt>
          <cx:pt idx="696">SHOW</cx:pt>
          <cx:pt idx="697">SHOW</cx:pt>
          <cx:pt idx="698">MOVIE</cx:pt>
          <cx:pt idx="699">MOVIE</cx:pt>
          <cx:pt idx="700">SHOW</cx:pt>
          <cx:pt idx="701">SHOW</cx:pt>
          <cx:pt idx="702">MOVIE</cx:pt>
          <cx:pt idx="703">SHOW</cx:pt>
          <cx:pt idx="704">SHOW</cx:pt>
          <cx:pt idx="705">MOVIE</cx:pt>
          <cx:pt idx="706">MOVIE</cx:pt>
          <cx:pt idx="707">SHOW</cx:pt>
          <cx:pt idx="708">SHOW</cx:pt>
          <cx:pt idx="709">SHOW</cx:pt>
          <cx:pt idx="710">SHOW</cx:pt>
          <cx:pt idx="711">MOVIE</cx:pt>
          <cx:pt idx="712">SHOW</cx:pt>
          <cx:pt idx="713">SHOW</cx:pt>
          <cx:pt idx="714">MOVIE</cx:pt>
          <cx:pt idx="715">MOVIE</cx:pt>
          <cx:pt idx="716">MOVIE</cx:pt>
          <cx:pt idx="717">MOVIE</cx:pt>
          <cx:pt idx="718">SHOW</cx:pt>
          <cx:pt idx="719">MOVIE</cx:pt>
          <cx:pt idx="720">SHOW</cx:pt>
          <cx:pt idx="721">MOVIE</cx:pt>
          <cx:pt idx="722">SHOW</cx:pt>
          <cx:pt idx="723">MOVIE</cx:pt>
          <cx:pt idx="724">SHOW</cx:pt>
          <cx:pt idx="725">MOVIE</cx:pt>
          <cx:pt idx="726">MOVIE</cx:pt>
          <cx:pt idx="727">SHOW</cx:pt>
          <cx:pt idx="728">SHOW</cx:pt>
          <cx:pt idx="729">MOVIE</cx:pt>
          <cx:pt idx="730">MOVIE</cx:pt>
          <cx:pt idx="731">SHOW</cx:pt>
          <cx:pt idx="732">SHOW</cx:pt>
          <cx:pt idx="733">MOVIE</cx:pt>
          <cx:pt idx="734">MOVIE</cx:pt>
          <cx:pt idx="735">MOVIE</cx:pt>
          <cx:pt idx="736">MOVIE</cx:pt>
          <cx:pt idx="737">MOVIE</cx:pt>
          <cx:pt idx="738">MOVIE</cx:pt>
          <cx:pt idx="739">MOVIE</cx:pt>
          <cx:pt idx="740">MOVIE</cx:pt>
          <cx:pt idx="741">MOVIE</cx:pt>
          <cx:pt idx="742">MOVIE</cx:pt>
          <cx:pt idx="743">MOVIE</cx:pt>
          <cx:pt idx="744">MOVIE</cx:pt>
          <cx:pt idx="745">SHOW</cx:pt>
          <cx:pt idx="746">SHOW</cx:pt>
          <cx:pt idx="747">MOVIE</cx:pt>
          <cx:pt idx="748">SHOW</cx:pt>
          <cx:pt idx="749">SHOW</cx:pt>
          <cx:pt idx="750">MOVIE</cx:pt>
          <cx:pt idx="751">MOVIE</cx:pt>
          <cx:pt idx="752">SHOW</cx:pt>
          <cx:pt idx="753">MOVIE</cx:pt>
          <cx:pt idx="754">MOVIE</cx:pt>
          <cx:pt idx="755">MOVIE</cx:pt>
          <cx:pt idx="756">MOVIE</cx:pt>
          <cx:pt idx="757">SHOW</cx:pt>
          <cx:pt idx="758">MOVIE</cx:pt>
          <cx:pt idx="759">MOVIE</cx:pt>
          <cx:pt idx="760">MOVIE</cx:pt>
          <cx:pt idx="761">MOVIE</cx:pt>
          <cx:pt idx="762">SHOW</cx:pt>
          <cx:pt idx="763">MOVIE</cx:pt>
          <cx:pt idx="764">SHOW</cx:pt>
          <cx:pt idx="765">MOVIE</cx:pt>
          <cx:pt idx="766">MOVIE</cx:pt>
          <cx:pt idx="767">MOVIE</cx:pt>
          <cx:pt idx="768">MOVIE</cx:pt>
          <cx:pt idx="769">MOVIE</cx:pt>
          <cx:pt idx="770">MOVIE</cx:pt>
          <cx:pt idx="771">MOVIE</cx:pt>
          <cx:pt idx="772">MOVIE</cx:pt>
          <cx:pt idx="773">SHOW</cx:pt>
          <cx:pt idx="774">SHOW</cx:pt>
          <cx:pt idx="775">MOVIE</cx:pt>
          <cx:pt idx="776">MOVIE</cx:pt>
          <cx:pt idx="777">MOVIE</cx:pt>
          <cx:pt idx="778">MOVIE</cx:pt>
          <cx:pt idx="779">MOVIE</cx:pt>
          <cx:pt idx="780">MOVIE</cx:pt>
          <cx:pt idx="781">MOVIE</cx:pt>
          <cx:pt idx="782">SHOW</cx:pt>
          <cx:pt idx="783">SHOW</cx:pt>
          <cx:pt idx="784">MOVIE</cx:pt>
          <cx:pt idx="785">MOVIE</cx:pt>
          <cx:pt idx="786">MOVIE</cx:pt>
          <cx:pt idx="787">MOVIE</cx:pt>
          <cx:pt idx="788">MOVIE</cx:pt>
          <cx:pt idx="789">MOVIE</cx:pt>
          <cx:pt idx="790">MOVIE</cx:pt>
          <cx:pt idx="791">MOVIE</cx:pt>
          <cx:pt idx="792">MOVIE</cx:pt>
          <cx:pt idx="793">MOVIE</cx:pt>
          <cx:pt idx="794">MOVIE</cx:pt>
          <cx:pt idx="795">MOVIE</cx:pt>
          <cx:pt idx="796">MOVIE</cx:pt>
          <cx:pt idx="797">MOVIE</cx:pt>
          <cx:pt idx="798">MOVIE</cx:pt>
          <cx:pt idx="799">SHOW</cx:pt>
          <cx:pt idx="800">MOVIE</cx:pt>
          <cx:pt idx="801">MOVIE</cx:pt>
          <cx:pt idx="802">MOVIE</cx:pt>
          <cx:pt idx="803">MOVIE</cx:pt>
          <cx:pt idx="804">MOVIE</cx:pt>
          <cx:pt idx="805">MOVIE</cx:pt>
          <cx:pt idx="806">MOVIE</cx:pt>
          <cx:pt idx="807">MOVIE</cx:pt>
          <cx:pt idx="808">MOVIE</cx:pt>
          <cx:pt idx="809">MOVIE</cx:pt>
          <cx:pt idx="810">SHOW</cx:pt>
          <cx:pt idx="811">MOVIE</cx:pt>
          <cx:pt idx="812">MOVIE</cx:pt>
          <cx:pt idx="813">MOVIE</cx:pt>
          <cx:pt idx="814">MOVIE</cx:pt>
          <cx:pt idx="815">MOVIE</cx:pt>
          <cx:pt idx="816">MOVIE</cx:pt>
          <cx:pt idx="817">MOVIE</cx:pt>
          <cx:pt idx="818">MOVIE</cx:pt>
          <cx:pt idx="819">MOVIE</cx:pt>
          <cx:pt idx="820">MOVIE</cx:pt>
          <cx:pt idx="821">MOVIE</cx:pt>
          <cx:pt idx="822">SHOW</cx:pt>
          <cx:pt idx="823">MOVIE</cx:pt>
          <cx:pt idx="824">MOVIE</cx:pt>
          <cx:pt idx="825">SHOW</cx:pt>
          <cx:pt idx="826">MOVIE</cx:pt>
          <cx:pt idx="827">MOVIE</cx:pt>
          <cx:pt idx="828">MOVIE</cx:pt>
          <cx:pt idx="829">MOVIE</cx:pt>
          <cx:pt idx="830">MOVIE</cx:pt>
          <cx:pt idx="831">MOVIE</cx:pt>
          <cx:pt idx="832">MOVIE</cx:pt>
          <cx:pt idx="833">SHOW</cx:pt>
          <cx:pt idx="834">MOVIE</cx:pt>
          <cx:pt idx="835">MOVIE</cx:pt>
          <cx:pt idx="836">SHOW</cx:pt>
          <cx:pt idx="837">MOVIE</cx:pt>
          <cx:pt idx="838">MOVIE</cx:pt>
          <cx:pt idx="839">MOVIE</cx:pt>
          <cx:pt idx="840">SHOW</cx:pt>
          <cx:pt idx="841">MOVIE</cx:pt>
          <cx:pt idx="842">SHOW</cx:pt>
          <cx:pt idx="843">MOVIE</cx:pt>
          <cx:pt idx="844">MOVIE</cx:pt>
          <cx:pt idx="845">MOVIE</cx:pt>
          <cx:pt idx="846">MOVIE</cx:pt>
          <cx:pt idx="847">MOVIE</cx:pt>
          <cx:pt idx="848">SHOW</cx:pt>
          <cx:pt idx="849">MOVIE</cx:pt>
          <cx:pt idx="850">MOVIE</cx:pt>
          <cx:pt idx="851">MOVIE</cx:pt>
          <cx:pt idx="852">SHOW</cx:pt>
          <cx:pt idx="853">MOVIE</cx:pt>
          <cx:pt idx="854">SHOW</cx:pt>
          <cx:pt idx="855">SHOW</cx:pt>
          <cx:pt idx="856">SHOW</cx:pt>
          <cx:pt idx="857">SHOW</cx:pt>
          <cx:pt idx="858">SHOW</cx:pt>
          <cx:pt idx="859">MOVIE</cx:pt>
          <cx:pt idx="860">SHOW</cx:pt>
          <cx:pt idx="861">MOVIE</cx:pt>
          <cx:pt idx="862">SHOW</cx:pt>
          <cx:pt idx="863">SHOW</cx:pt>
          <cx:pt idx="864">MOVIE</cx:pt>
          <cx:pt idx="865">MOVIE</cx:pt>
          <cx:pt idx="866">MOVIE</cx:pt>
          <cx:pt idx="867">MOVIE</cx:pt>
          <cx:pt idx="868">SHOW</cx:pt>
          <cx:pt idx="869">MOVIE</cx:pt>
          <cx:pt idx="870">SHOW</cx:pt>
          <cx:pt idx="871">MOVIE</cx:pt>
          <cx:pt idx="872">MOVIE</cx:pt>
          <cx:pt idx="873">SHOW</cx:pt>
          <cx:pt idx="874">MOVIE</cx:pt>
          <cx:pt idx="875">MOVIE</cx:pt>
          <cx:pt idx="876">MOVIE</cx:pt>
          <cx:pt idx="877">MOVIE</cx:pt>
          <cx:pt idx="878">SHOW</cx:pt>
          <cx:pt idx="879">SHOW</cx:pt>
          <cx:pt idx="880">SHOW</cx:pt>
          <cx:pt idx="881">MOVIE</cx:pt>
          <cx:pt idx="882">MOVIE</cx:pt>
          <cx:pt idx="883">MOVIE</cx:pt>
          <cx:pt idx="884">SHOW</cx:pt>
          <cx:pt idx="885">SHOW</cx:pt>
          <cx:pt idx="886">SHOW</cx:pt>
          <cx:pt idx="887">MOVIE</cx:pt>
          <cx:pt idx="888">MOVIE</cx:pt>
          <cx:pt idx="889">SHOW</cx:pt>
          <cx:pt idx="890">SHOW</cx:pt>
          <cx:pt idx="891">SHOW</cx:pt>
          <cx:pt idx="892">MOVIE</cx:pt>
          <cx:pt idx="893">MOVIE</cx:pt>
          <cx:pt idx="894">SHOW</cx:pt>
          <cx:pt idx="895">MOVIE</cx:pt>
          <cx:pt idx="896">SHOW</cx:pt>
          <cx:pt idx="897">SHOW</cx:pt>
          <cx:pt idx="898">MOVIE</cx:pt>
          <cx:pt idx="899">SHOW</cx:pt>
          <cx:pt idx="900">MOVIE</cx:pt>
          <cx:pt idx="901">MOVIE</cx:pt>
          <cx:pt idx="902">SHOW</cx:pt>
          <cx:pt idx="903">SHOW</cx:pt>
          <cx:pt idx="904">MOVIE</cx:pt>
          <cx:pt idx="905">SHOW</cx:pt>
          <cx:pt idx="906">SHOW</cx:pt>
          <cx:pt idx="907">SHOW</cx:pt>
          <cx:pt idx="908">MOVIE</cx:pt>
          <cx:pt idx="909">SHOW</cx:pt>
          <cx:pt idx="910">SHOW</cx:pt>
          <cx:pt idx="911">SHOW</cx:pt>
          <cx:pt idx="912">MOVIE</cx:pt>
          <cx:pt idx="913">MOVIE</cx:pt>
          <cx:pt idx="914">MOVIE</cx:pt>
          <cx:pt idx="915">SHOW</cx:pt>
          <cx:pt idx="916">SHOW</cx:pt>
          <cx:pt idx="917">MOVIE</cx:pt>
          <cx:pt idx="918">MOVIE</cx:pt>
          <cx:pt idx="919">MOVIE</cx:pt>
          <cx:pt idx="920">MOVIE</cx:pt>
          <cx:pt idx="921">SHOW</cx:pt>
          <cx:pt idx="922">SHOW</cx:pt>
          <cx:pt idx="923">MOVIE</cx:pt>
          <cx:pt idx="924">SHOW</cx:pt>
          <cx:pt idx="925">MOVIE</cx:pt>
          <cx:pt idx="926">SHOW</cx:pt>
          <cx:pt idx="927">SHOW</cx:pt>
          <cx:pt idx="928">MOVIE</cx:pt>
          <cx:pt idx="929">MOVIE</cx:pt>
          <cx:pt idx="930">SHOW</cx:pt>
          <cx:pt idx="931">MOVIE</cx:pt>
          <cx:pt idx="932">SHOW</cx:pt>
          <cx:pt idx="933">MOVIE</cx:pt>
          <cx:pt idx="934">SHOW</cx:pt>
          <cx:pt idx="935">MOVIE</cx:pt>
          <cx:pt idx="936">MOVIE</cx:pt>
          <cx:pt idx="937">SHOW</cx:pt>
          <cx:pt idx="938">MOVIE</cx:pt>
          <cx:pt idx="939">SHOW</cx:pt>
          <cx:pt idx="940">MOVIE</cx:pt>
          <cx:pt idx="941">MOVIE</cx:pt>
          <cx:pt idx="942">SHOW</cx:pt>
          <cx:pt idx="943">SHOW</cx:pt>
          <cx:pt idx="944">SHOW</cx:pt>
          <cx:pt idx="945">MOVIE</cx:pt>
          <cx:pt idx="946">MOVIE</cx:pt>
          <cx:pt idx="947">MOVIE</cx:pt>
          <cx:pt idx="948">MOVIE</cx:pt>
          <cx:pt idx="949">MOVIE</cx:pt>
          <cx:pt idx="950">MOVIE</cx:pt>
          <cx:pt idx="951">MOVIE</cx:pt>
          <cx:pt idx="952">MOVIE</cx:pt>
          <cx:pt idx="953">MOVIE</cx:pt>
          <cx:pt idx="954">SHOW</cx:pt>
          <cx:pt idx="955">MOVIE</cx:pt>
          <cx:pt idx="956">SHOW</cx:pt>
          <cx:pt idx="957">MOVIE</cx:pt>
          <cx:pt idx="958">MOVIE</cx:pt>
          <cx:pt idx="959">SHOW</cx:pt>
          <cx:pt idx="960">MOVIE</cx:pt>
          <cx:pt idx="961">MOVIE</cx:pt>
          <cx:pt idx="962">SHOW</cx:pt>
          <cx:pt idx="963">MOVIE</cx:pt>
          <cx:pt idx="964">SHOW</cx:pt>
          <cx:pt idx="965">SHOW</cx:pt>
          <cx:pt idx="966">MOVIE</cx:pt>
          <cx:pt idx="967">MOVIE</cx:pt>
          <cx:pt idx="968">MOVIE</cx:pt>
          <cx:pt idx="969">MOVIE</cx:pt>
          <cx:pt idx="970">MOVIE</cx:pt>
          <cx:pt idx="971">MOVIE</cx:pt>
          <cx:pt idx="972">MOVIE</cx:pt>
          <cx:pt idx="973">MOVIE</cx:pt>
          <cx:pt idx="974">SHOW</cx:pt>
          <cx:pt idx="975">MOVIE</cx:pt>
          <cx:pt idx="976">MOVIE</cx:pt>
          <cx:pt idx="977">MOVIE</cx:pt>
          <cx:pt idx="978">MOVIE</cx:pt>
          <cx:pt idx="979">MOVIE</cx:pt>
          <cx:pt idx="980">MOVIE</cx:pt>
          <cx:pt idx="981">MOVIE</cx:pt>
          <cx:pt idx="982">SHOW</cx:pt>
          <cx:pt idx="983">SHOW</cx:pt>
          <cx:pt idx="984">MOVIE</cx:pt>
          <cx:pt idx="985">SHOW</cx:pt>
          <cx:pt idx="986">SHOW</cx:pt>
          <cx:pt idx="987">MOVIE</cx:pt>
          <cx:pt idx="988">SHOW</cx:pt>
          <cx:pt idx="989">SHOW</cx:pt>
          <cx:pt idx="990">MOVIE</cx:pt>
          <cx:pt idx="991">MOVIE</cx:pt>
          <cx:pt idx="992">SHOW</cx:pt>
          <cx:pt idx="993">SHOW</cx:pt>
          <cx:pt idx="994">MOVIE</cx:pt>
          <cx:pt idx="995">MOVIE</cx:pt>
          <cx:pt idx="996">MOVIE</cx:pt>
          <cx:pt idx="997">SHOW</cx:pt>
          <cx:pt idx="998">SHOW</cx:pt>
          <cx:pt idx="999">MOVIE</cx:pt>
          <cx:pt idx="1000">MOVIE</cx:pt>
          <cx:pt idx="1001">MOVIE</cx:pt>
          <cx:pt idx="1002">SHOW</cx:pt>
          <cx:pt idx="1003">SHOW</cx:pt>
          <cx:pt idx="1004">MOVIE</cx:pt>
          <cx:pt idx="1005">MOVIE</cx:pt>
          <cx:pt idx="1006">MOVIE</cx:pt>
          <cx:pt idx="1007">MOVIE</cx:pt>
          <cx:pt idx="1008">MOVIE</cx:pt>
          <cx:pt idx="1009">MOVIE</cx:pt>
          <cx:pt idx="1010">SHOW</cx:pt>
          <cx:pt idx="1011">SHOW</cx:pt>
          <cx:pt idx="1012">SHOW</cx:pt>
          <cx:pt idx="1013">SHOW</cx:pt>
          <cx:pt idx="1014">MOVIE</cx:pt>
          <cx:pt idx="1015">MOVIE</cx:pt>
          <cx:pt idx="1016">MOVIE</cx:pt>
          <cx:pt idx="1017">MOVIE</cx:pt>
          <cx:pt idx="1018">MOVIE</cx:pt>
          <cx:pt idx="1019">MOVIE</cx:pt>
          <cx:pt idx="1020">MOVIE</cx:pt>
          <cx:pt idx="1021">MOVIE</cx:pt>
          <cx:pt idx="1022">MOVIE</cx:pt>
          <cx:pt idx="1023">MOVIE</cx:pt>
          <cx:pt idx="1024">MOVIE</cx:pt>
          <cx:pt idx="1025">MOVIE</cx:pt>
          <cx:pt idx="1026">MOVIE</cx:pt>
          <cx:pt idx="1027">MOVIE</cx:pt>
          <cx:pt idx="1028">MOVIE</cx:pt>
          <cx:pt idx="1029">MOVIE</cx:pt>
          <cx:pt idx="1030">SHOW</cx:pt>
          <cx:pt idx="1031">MOVIE</cx:pt>
          <cx:pt idx="1032">SHOW</cx:pt>
          <cx:pt idx="1033">MOVIE</cx:pt>
          <cx:pt idx="1034">MOVIE</cx:pt>
          <cx:pt idx="1035">MOVIE</cx:pt>
          <cx:pt idx="1036">SHOW</cx:pt>
          <cx:pt idx="1037">MOVIE</cx:pt>
          <cx:pt idx="1038">MOVIE</cx:pt>
          <cx:pt idx="1039">MOVIE</cx:pt>
          <cx:pt idx="1040">MOVIE</cx:pt>
          <cx:pt idx="1041">MOVIE</cx:pt>
          <cx:pt idx="1042">MOVIE</cx:pt>
          <cx:pt idx="1043">MOVIE</cx:pt>
          <cx:pt idx="1044">MOVIE</cx:pt>
          <cx:pt idx="1045">MOVIE</cx:pt>
          <cx:pt idx="1046">MOVIE</cx:pt>
          <cx:pt idx="1047">MOVIE</cx:pt>
          <cx:pt idx="1048">MOVIE</cx:pt>
          <cx:pt idx="1049">MOVIE</cx:pt>
          <cx:pt idx="1050">MOVIE</cx:pt>
          <cx:pt idx="1051">SHOW</cx:pt>
          <cx:pt idx="1052">MOVIE</cx:pt>
          <cx:pt idx="1053">MOVIE</cx:pt>
          <cx:pt idx="1054">MOVIE</cx:pt>
          <cx:pt idx="1055">MOVIE</cx:pt>
          <cx:pt idx="1056">MOVIE</cx:pt>
          <cx:pt idx="1057">SHOW</cx:pt>
          <cx:pt idx="1058">MOVIE</cx:pt>
          <cx:pt idx="1059">MOVIE</cx:pt>
          <cx:pt idx="1060">MOVIE</cx:pt>
          <cx:pt idx="1061">MOVIE</cx:pt>
          <cx:pt idx="1062">MOVIE</cx:pt>
          <cx:pt idx="1063">SHOW</cx:pt>
          <cx:pt idx="1064">MOVIE</cx:pt>
          <cx:pt idx="1065">MOVIE</cx:pt>
          <cx:pt idx="1066">MOVIE</cx:pt>
          <cx:pt idx="1067">MOVIE</cx:pt>
          <cx:pt idx="1068">MOVIE</cx:pt>
          <cx:pt idx="1069">MOVIE</cx:pt>
          <cx:pt idx="1070">MOVIE</cx:pt>
          <cx:pt idx="1071">MOVIE</cx:pt>
          <cx:pt idx="1072">MOVIE</cx:pt>
          <cx:pt idx="1073">MOVIE</cx:pt>
          <cx:pt idx="1074">MOVIE</cx:pt>
          <cx:pt idx="1075">MOVIE</cx:pt>
          <cx:pt idx="1076">MOVIE</cx:pt>
          <cx:pt idx="1077">MOVIE</cx:pt>
          <cx:pt idx="1078">MOVIE</cx:pt>
          <cx:pt idx="1079">MOVIE</cx:pt>
          <cx:pt idx="1080">MOVIE</cx:pt>
          <cx:pt idx="1081">MOVIE</cx:pt>
          <cx:pt idx="1082">MOVIE</cx:pt>
          <cx:pt idx="1083">MOVIE</cx:pt>
          <cx:pt idx="1084">MOVIE</cx:pt>
          <cx:pt idx="1085">MOVIE</cx:pt>
          <cx:pt idx="1086">MOVIE</cx:pt>
          <cx:pt idx="1087">MOVIE</cx:pt>
          <cx:pt idx="1088">MOVIE</cx:pt>
          <cx:pt idx="1089">MOVIE</cx:pt>
          <cx:pt idx="1090">MOVIE</cx:pt>
          <cx:pt idx="1091">MOVIE</cx:pt>
          <cx:pt idx="1092">MOVIE</cx:pt>
          <cx:pt idx="1093">MOVIE</cx:pt>
          <cx:pt idx="1094">MOVIE</cx:pt>
          <cx:pt idx="1095">MOVIE</cx:pt>
          <cx:pt idx="1096">MOVIE</cx:pt>
          <cx:pt idx="1097">MOVIE</cx:pt>
          <cx:pt idx="1098">MOVIE</cx:pt>
          <cx:pt idx="1099">MOVIE</cx:pt>
          <cx:pt idx="1100">MOVIE</cx:pt>
          <cx:pt idx="1101">MOVIE</cx:pt>
          <cx:pt idx="1102">MOVIE</cx:pt>
          <cx:pt idx="1103">MOVIE</cx:pt>
          <cx:pt idx="1104">MOVIE</cx:pt>
          <cx:pt idx="1105">MOVIE</cx:pt>
          <cx:pt idx="1106">MOVIE</cx:pt>
          <cx:pt idx="1107">MOVIE</cx:pt>
          <cx:pt idx="1108">MOVIE</cx:pt>
          <cx:pt idx="1109">MOVIE</cx:pt>
          <cx:pt idx="1110">SHOW</cx:pt>
          <cx:pt idx="1111">MOVIE</cx:pt>
          <cx:pt idx="1112">MOVIE</cx:pt>
          <cx:pt idx="1113">MOVIE</cx:pt>
          <cx:pt idx="1114">MOVIE</cx:pt>
          <cx:pt idx="1115">MOVIE</cx:pt>
          <cx:pt idx="1116">MOVIE</cx:pt>
          <cx:pt idx="1117">MOVIE</cx:pt>
          <cx:pt idx="1118">MOVIE</cx:pt>
          <cx:pt idx="1119">MOVIE</cx:pt>
          <cx:pt idx="1120">MOVIE</cx:pt>
          <cx:pt idx="1121">SHOW</cx:pt>
          <cx:pt idx="1122">MOVIE</cx:pt>
          <cx:pt idx="1123">MOVIE</cx:pt>
          <cx:pt idx="1124">SHOW</cx:pt>
          <cx:pt idx="1125">MOVIE</cx:pt>
          <cx:pt idx="1126">MOVIE</cx:pt>
          <cx:pt idx="1127">SHOW</cx:pt>
          <cx:pt idx="1128">MOVIE</cx:pt>
          <cx:pt idx="1129">MOVIE</cx:pt>
          <cx:pt idx="1130">MOVIE</cx:pt>
          <cx:pt idx="1131">MOVIE</cx:pt>
          <cx:pt idx="1132">MOVIE</cx:pt>
          <cx:pt idx="1133">MOVIE</cx:pt>
          <cx:pt idx="1134">SHOW</cx:pt>
          <cx:pt idx="1135">MOVIE</cx:pt>
          <cx:pt idx="1136">MOVIE</cx:pt>
          <cx:pt idx="1137">SHOW</cx:pt>
          <cx:pt idx="1138">SHOW</cx:pt>
          <cx:pt idx="1139">SHOW</cx:pt>
          <cx:pt idx="1140">SHOW</cx:pt>
          <cx:pt idx="1141">SHOW</cx:pt>
          <cx:pt idx="1142">SHOW</cx:pt>
          <cx:pt idx="1143">SHOW</cx:pt>
          <cx:pt idx="1144">SHOW</cx:pt>
          <cx:pt idx="1145">SHOW</cx:pt>
          <cx:pt idx="1146">SHOW</cx:pt>
          <cx:pt idx="1147">SHOW</cx:pt>
          <cx:pt idx="1148">SHOW</cx:pt>
          <cx:pt idx="1149">SHOW</cx:pt>
          <cx:pt idx="1150">MOVIE</cx:pt>
          <cx:pt idx="1151">MOVIE</cx:pt>
          <cx:pt idx="1152">SHOW</cx:pt>
          <cx:pt idx="1153">SHOW</cx:pt>
          <cx:pt idx="1154">MOVIE</cx:pt>
          <cx:pt idx="1155">SHOW</cx:pt>
          <cx:pt idx="1156">SHOW</cx:pt>
          <cx:pt idx="1157">SHOW</cx:pt>
          <cx:pt idx="1158">SHOW</cx:pt>
          <cx:pt idx="1159">SHOW</cx:pt>
          <cx:pt idx="1160">MOVIE</cx:pt>
          <cx:pt idx="1161">MOVIE</cx:pt>
          <cx:pt idx="1162">MOVIE</cx:pt>
          <cx:pt idx="1163">SHOW</cx:pt>
          <cx:pt idx="1164">MOVIE</cx:pt>
          <cx:pt idx="1165">MOVIE</cx:pt>
          <cx:pt idx="1166">SHOW</cx:pt>
          <cx:pt idx="1167">SHOW</cx:pt>
          <cx:pt idx="1168">SHOW</cx:pt>
          <cx:pt idx="1169">MOVIE</cx:pt>
          <cx:pt idx="1170">MOVIE</cx:pt>
          <cx:pt idx="1171">SHOW</cx:pt>
          <cx:pt idx="1172">SHOW</cx:pt>
          <cx:pt idx="1173">MOVIE</cx:pt>
          <cx:pt idx="1174">MOVIE</cx:pt>
          <cx:pt idx="1175">SHOW</cx:pt>
          <cx:pt idx="1176">SHOW</cx:pt>
          <cx:pt idx="1177">MOVIE</cx:pt>
          <cx:pt idx="1178">SHOW</cx:pt>
          <cx:pt idx="1179">MOVIE</cx:pt>
          <cx:pt idx="1180">SHOW</cx:pt>
          <cx:pt idx="1181">SHOW</cx:pt>
          <cx:pt idx="1182">SHOW</cx:pt>
          <cx:pt idx="1183">SHOW</cx:pt>
          <cx:pt idx="1184">SHOW</cx:pt>
          <cx:pt idx="1185">SHOW</cx:pt>
          <cx:pt idx="1186">SHOW</cx:pt>
          <cx:pt idx="1187">MOVIE</cx:pt>
          <cx:pt idx="1188">SHOW</cx:pt>
          <cx:pt idx="1189">SHOW</cx:pt>
          <cx:pt idx="1190">SHOW</cx:pt>
          <cx:pt idx="1191">MOVIE</cx:pt>
          <cx:pt idx="1192">SHOW</cx:pt>
          <cx:pt idx="1193">MOVIE</cx:pt>
          <cx:pt idx="1194">SHOW</cx:pt>
          <cx:pt idx="1195">SHOW</cx:pt>
          <cx:pt idx="1196">MOVIE</cx:pt>
          <cx:pt idx="1197">SHOW</cx:pt>
          <cx:pt idx="1198">SHOW</cx:pt>
          <cx:pt idx="1199">SHOW</cx:pt>
          <cx:pt idx="1200">MOVIE</cx:pt>
          <cx:pt idx="1201">MOVIE</cx:pt>
          <cx:pt idx="1202">SHOW</cx:pt>
          <cx:pt idx="1203">SHOW</cx:pt>
          <cx:pt idx="1204">MOVIE</cx:pt>
          <cx:pt idx="1205">SHOW</cx:pt>
          <cx:pt idx="1206">SHOW</cx:pt>
          <cx:pt idx="1207">MOVIE</cx:pt>
          <cx:pt idx="1208">SHOW</cx:pt>
          <cx:pt idx="1209">MOVIE</cx:pt>
          <cx:pt idx="1210">SHOW</cx:pt>
          <cx:pt idx="1211">SHOW</cx:pt>
          <cx:pt idx="1212">MOVIE</cx:pt>
          <cx:pt idx="1213">SHOW</cx:pt>
          <cx:pt idx="1214">MOVIE</cx:pt>
          <cx:pt idx="1215">MOVIE</cx:pt>
          <cx:pt idx="1216">SHOW</cx:pt>
          <cx:pt idx="1217">SHOW</cx:pt>
          <cx:pt idx="1218">SHOW</cx:pt>
          <cx:pt idx="1219">MOVIE</cx:pt>
          <cx:pt idx="1220">SHOW</cx:pt>
          <cx:pt idx="1221">MOVIE</cx:pt>
          <cx:pt idx="1222">SHOW</cx:pt>
          <cx:pt idx="1223">SHOW</cx:pt>
          <cx:pt idx="1224">SHOW</cx:pt>
          <cx:pt idx="1225">MOVIE</cx:pt>
          <cx:pt idx="1226">SHOW</cx:pt>
          <cx:pt idx="1227">SHOW</cx:pt>
          <cx:pt idx="1228">MOVIE</cx:pt>
          <cx:pt idx="1229">SHOW</cx:pt>
          <cx:pt idx="1230">MOVIE</cx:pt>
          <cx:pt idx="1231">SHOW</cx:pt>
          <cx:pt idx="1232">SHOW</cx:pt>
          <cx:pt idx="1233">SHOW</cx:pt>
          <cx:pt idx="1234">SHOW</cx:pt>
          <cx:pt idx="1235">MOVIE</cx:pt>
          <cx:pt idx="1236">MOVIE</cx:pt>
          <cx:pt idx="1237">MOVIE</cx:pt>
          <cx:pt idx="1238">SHOW</cx:pt>
          <cx:pt idx="1239">SHOW</cx:pt>
          <cx:pt idx="1240">MOVIE</cx:pt>
          <cx:pt idx="1241">SHOW</cx:pt>
          <cx:pt idx="1242">MOVIE</cx:pt>
          <cx:pt idx="1243">MOVIE</cx:pt>
          <cx:pt idx="1244">SHOW</cx:pt>
          <cx:pt idx="1245">MOVIE</cx:pt>
          <cx:pt idx="1246">MOVIE</cx:pt>
          <cx:pt idx="1247">MOVIE</cx:pt>
          <cx:pt idx="1248">MOVIE</cx:pt>
          <cx:pt idx="1249">MOVIE</cx:pt>
          <cx:pt idx="1250">SHOW</cx:pt>
          <cx:pt idx="1251">MOVIE</cx:pt>
          <cx:pt idx="1252">MOVIE</cx:pt>
          <cx:pt idx="1253">SHOW</cx:pt>
          <cx:pt idx="1254">MOVIE</cx:pt>
          <cx:pt idx="1255">SHOW</cx:pt>
          <cx:pt idx="1256">MOVIE</cx:pt>
          <cx:pt idx="1257">SHOW</cx:pt>
          <cx:pt idx="1258">SHOW</cx:pt>
          <cx:pt idx="1259">SHOW</cx:pt>
          <cx:pt idx="1260">MOVIE</cx:pt>
          <cx:pt idx="1261">MOVIE</cx:pt>
          <cx:pt idx="1262">SHOW</cx:pt>
          <cx:pt idx="1263">MOVIE</cx:pt>
          <cx:pt idx="1264">SHOW</cx:pt>
          <cx:pt idx="1265">SHOW</cx:pt>
          <cx:pt idx="1266">MOVIE</cx:pt>
          <cx:pt idx="1267">MOVIE</cx:pt>
          <cx:pt idx="1268">SHOW</cx:pt>
          <cx:pt idx="1269">SHOW</cx:pt>
          <cx:pt idx="1270">MOVIE</cx:pt>
          <cx:pt idx="1271">MOVIE</cx:pt>
          <cx:pt idx="1272">SHOW</cx:pt>
          <cx:pt idx="1273">MOVIE</cx:pt>
          <cx:pt idx="1274">MOVIE</cx:pt>
          <cx:pt idx="1275">MOVIE</cx:pt>
          <cx:pt idx="1276">MOVIE</cx:pt>
          <cx:pt idx="1277">SHOW</cx:pt>
          <cx:pt idx="1278">MOVIE</cx:pt>
          <cx:pt idx="1279">MOVIE</cx:pt>
          <cx:pt idx="1280">SHOW</cx:pt>
          <cx:pt idx="1281">MOVIE</cx:pt>
          <cx:pt idx="1282">MOVIE</cx:pt>
          <cx:pt idx="1283">SHOW</cx:pt>
          <cx:pt idx="1284">SHOW</cx:pt>
          <cx:pt idx="1285">MOVIE</cx:pt>
          <cx:pt idx="1286">SHOW</cx:pt>
          <cx:pt idx="1287">SHOW</cx:pt>
          <cx:pt idx="1288">MOVIE</cx:pt>
          <cx:pt idx="1289">MOVIE</cx:pt>
          <cx:pt idx="1290">MOVIE</cx:pt>
          <cx:pt idx="1291">SHOW</cx:pt>
          <cx:pt idx="1292">MOVIE</cx:pt>
          <cx:pt idx="1293">MOVIE</cx:pt>
          <cx:pt idx="1294">MOVIE</cx:pt>
          <cx:pt idx="1295">MOVIE</cx:pt>
          <cx:pt idx="1296">SHOW</cx:pt>
          <cx:pt idx="1297">SHOW</cx:pt>
          <cx:pt idx="1298">SHOW</cx:pt>
          <cx:pt idx="1299">SHOW</cx:pt>
          <cx:pt idx="1300">MOVIE</cx:pt>
          <cx:pt idx="1301">SHOW</cx:pt>
          <cx:pt idx="1302">SHOW</cx:pt>
          <cx:pt idx="1303">SHOW</cx:pt>
          <cx:pt idx="1304">MOVIE</cx:pt>
          <cx:pt idx="1305">MOVIE</cx:pt>
          <cx:pt idx="1306">SHOW</cx:pt>
          <cx:pt idx="1307">SHOW</cx:pt>
          <cx:pt idx="1308">MOVIE</cx:pt>
          <cx:pt idx="1309">MOVIE</cx:pt>
          <cx:pt idx="1310">MOVIE</cx:pt>
          <cx:pt idx="1311">MOVIE</cx:pt>
          <cx:pt idx="1312">MOVIE</cx:pt>
          <cx:pt idx="1313">MOVIE</cx:pt>
          <cx:pt idx="1314">MOVIE</cx:pt>
          <cx:pt idx="1315">MOVIE</cx:pt>
          <cx:pt idx="1316">MOVIE</cx:pt>
          <cx:pt idx="1317">SHOW</cx:pt>
          <cx:pt idx="1318">SHOW</cx:pt>
          <cx:pt idx="1319">SHOW</cx:pt>
          <cx:pt idx="1320">MOVIE</cx:pt>
          <cx:pt idx="1321">MOVIE</cx:pt>
          <cx:pt idx="1322">MOVIE</cx:pt>
          <cx:pt idx="1323">MOVIE</cx:pt>
          <cx:pt idx="1324">SHOW</cx:pt>
          <cx:pt idx="1325">MOVIE</cx:pt>
          <cx:pt idx="1326">MOVIE</cx:pt>
          <cx:pt idx="1327">MOVIE</cx:pt>
          <cx:pt idx="1328">MOVIE</cx:pt>
          <cx:pt idx="1329">SHOW</cx:pt>
          <cx:pt idx="1330">SHOW</cx:pt>
          <cx:pt idx="1331">SHOW</cx:pt>
          <cx:pt idx="1332">SHOW</cx:pt>
          <cx:pt idx="1333">SHOW</cx:pt>
          <cx:pt idx="1334">SHOW</cx:pt>
          <cx:pt idx="1335">MOVIE</cx:pt>
          <cx:pt idx="1336">MOVIE</cx:pt>
          <cx:pt idx="1337">MOVIE</cx:pt>
          <cx:pt idx="1338">SHOW</cx:pt>
          <cx:pt idx="1339">SHOW</cx:pt>
          <cx:pt idx="1340">SHOW</cx:pt>
          <cx:pt idx="1341">MOVIE</cx:pt>
          <cx:pt idx="1342">SHOW</cx:pt>
          <cx:pt idx="1343">MOVIE</cx:pt>
          <cx:pt idx="1344">SHOW</cx:pt>
          <cx:pt idx="1345">SHOW</cx:pt>
          <cx:pt idx="1346">SHOW</cx:pt>
          <cx:pt idx="1347">MOVIE</cx:pt>
          <cx:pt idx="1348">MOVIE</cx:pt>
          <cx:pt idx="1349">SHOW</cx:pt>
          <cx:pt idx="1350">SHOW</cx:pt>
          <cx:pt idx="1351">SHOW</cx:pt>
          <cx:pt idx="1352">MOVIE</cx:pt>
          <cx:pt idx="1353">MOVIE</cx:pt>
          <cx:pt idx="1354">SHOW</cx:pt>
          <cx:pt idx="1355">MOVIE</cx:pt>
          <cx:pt idx="1356">SHOW</cx:pt>
          <cx:pt idx="1357">SHOW</cx:pt>
          <cx:pt idx="1358">SHOW</cx:pt>
          <cx:pt idx="1359">MOVIE</cx:pt>
          <cx:pt idx="1360">MOVIE</cx:pt>
          <cx:pt idx="1361">SHOW</cx:pt>
          <cx:pt idx="1362">SHOW</cx:pt>
          <cx:pt idx="1363">MOVIE</cx:pt>
          <cx:pt idx="1364">MOVIE</cx:pt>
          <cx:pt idx="1365">MOVIE</cx:pt>
          <cx:pt idx="1366">MOVIE</cx:pt>
          <cx:pt idx="1367">MOVIE</cx:pt>
          <cx:pt idx="1368">MOVIE</cx:pt>
          <cx:pt idx="1369">MOVIE</cx:pt>
          <cx:pt idx="1370">MOVIE</cx:pt>
          <cx:pt idx="1371">MOVIE</cx:pt>
          <cx:pt idx="1372">MOVIE</cx:pt>
          <cx:pt idx="1373">MOVIE</cx:pt>
          <cx:pt idx="1374">MOVIE</cx:pt>
          <cx:pt idx="1375">MOVIE</cx:pt>
          <cx:pt idx="1376">SHOW</cx:pt>
          <cx:pt idx="1377">MOVIE</cx:pt>
          <cx:pt idx="1378">MOVIE</cx:pt>
          <cx:pt idx="1379">SHOW</cx:pt>
          <cx:pt idx="1380">SHOW</cx:pt>
          <cx:pt idx="1381">MOVIE</cx:pt>
          <cx:pt idx="1382">SHOW</cx:pt>
          <cx:pt idx="1383">MOVIE</cx:pt>
          <cx:pt idx="1384">SHOW</cx:pt>
          <cx:pt idx="1385">MOVIE</cx:pt>
          <cx:pt idx="1386">MOVIE</cx:pt>
          <cx:pt idx="1387">MOVIE</cx:pt>
          <cx:pt idx="1388">SHOW</cx:pt>
          <cx:pt idx="1389">SHOW</cx:pt>
          <cx:pt idx="1390">SHOW</cx:pt>
          <cx:pt idx="1391">MOVIE</cx:pt>
          <cx:pt idx="1392">SHOW</cx:pt>
          <cx:pt idx="1393">SHOW</cx:pt>
          <cx:pt idx="1394">SHOW</cx:pt>
          <cx:pt idx="1395">SHOW</cx:pt>
          <cx:pt idx="1396">SHOW</cx:pt>
          <cx:pt idx="1397">MOVIE</cx:pt>
          <cx:pt idx="1398">MOVIE</cx:pt>
          <cx:pt idx="1399">SHOW</cx:pt>
          <cx:pt idx="1400">SHOW</cx:pt>
          <cx:pt idx="1401">MOVIE</cx:pt>
          <cx:pt idx="1402">SHOW</cx:pt>
          <cx:pt idx="1403">SHOW</cx:pt>
          <cx:pt idx="1404">MOVIE</cx:pt>
          <cx:pt idx="1405">MOVIE</cx:pt>
          <cx:pt idx="1406">MOVIE</cx:pt>
          <cx:pt idx="1407">SHOW</cx:pt>
          <cx:pt idx="1408">MOVIE</cx:pt>
          <cx:pt idx="1409">SHOW</cx:pt>
          <cx:pt idx="1410">SHOW</cx:pt>
          <cx:pt idx="1411">SHOW</cx:pt>
          <cx:pt idx="1412">MOVIE</cx:pt>
          <cx:pt idx="1413">SHOW</cx:pt>
          <cx:pt idx="1414">SHOW</cx:pt>
          <cx:pt idx="1415">SHOW</cx:pt>
          <cx:pt idx="1416">MOVIE</cx:pt>
          <cx:pt idx="1417">SHOW</cx:pt>
          <cx:pt idx="1418">MOVIE</cx:pt>
          <cx:pt idx="1419">MOVIE</cx:pt>
          <cx:pt idx="1420">SHOW</cx:pt>
          <cx:pt idx="1421">MOVIE</cx:pt>
          <cx:pt idx="1422">MOVIE</cx:pt>
          <cx:pt idx="1423">SHOW</cx:pt>
          <cx:pt idx="1424">MOVIE</cx:pt>
          <cx:pt idx="1425">MOVIE</cx:pt>
          <cx:pt idx="1426">SHOW</cx:pt>
          <cx:pt idx="1427">MOVIE</cx:pt>
          <cx:pt idx="1428">MOVIE</cx:pt>
          <cx:pt idx="1429">SHOW</cx:pt>
          <cx:pt idx="1430">MOVIE</cx:pt>
          <cx:pt idx="1431">MOVIE</cx:pt>
          <cx:pt idx="1432">SHOW</cx:pt>
          <cx:pt idx="1433">MOVIE</cx:pt>
          <cx:pt idx="1434">MOVIE</cx:pt>
          <cx:pt idx="1435">SHOW</cx:pt>
          <cx:pt idx="1436">SHOW</cx:pt>
          <cx:pt idx="1437">MOVIE</cx:pt>
          <cx:pt idx="1438">SHOW</cx:pt>
          <cx:pt idx="1439">MOVIE</cx:pt>
          <cx:pt idx="1440">MOVIE</cx:pt>
          <cx:pt idx="1441">SHOW</cx:pt>
          <cx:pt idx="1442">MOVIE</cx:pt>
          <cx:pt idx="1443">MOVIE</cx:pt>
          <cx:pt idx="1444">MOVIE</cx:pt>
          <cx:pt idx="1445">SHOW</cx:pt>
          <cx:pt idx="1446">MOVIE</cx:pt>
          <cx:pt idx="1447">MOVIE</cx:pt>
          <cx:pt idx="1448">MOVIE</cx:pt>
          <cx:pt idx="1449">SHOW</cx:pt>
          <cx:pt idx="1450">SHOW</cx:pt>
          <cx:pt idx="1451">SHOW</cx:pt>
          <cx:pt idx="1452">MOVIE</cx:pt>
          <cx:pt idx="1453">MOVIE</cx:pt>
          <cx:pt idx="1454">MOVIE</cx:pt>
          <cx:pt idx="1455">MOVIE</cx:pt>
          <cx:pt idx="1456">MOVIE</cx:pt>
          <cx:pt idx="1457">MOVIE</cx:pt>
          <cx:pt idx="1458">MOVIE</cx:pt>
          <cx:pt idx="1459">MOVIE</cx:pt>
          <cx:pt idx="1460">MOVIE</cx:pt>
          <cx:pt idx="1461">MOVIE</cx:pt>
          <cx:pt idx="1462">SHOW</cx:pt>
          <cx:pt idx="1463">MOVIE</cx:pt>
          <cx:pt idx="1464">MOVIE</cx:pt>
          <cx:pt idx="1465">MOVIE</cx:pt>
          <cx:pt idx="1466">SHOW</cx:pt>
          <cx:pt idx="1467">MOVIE</cx:pt>
          <cx:pt idx="1468">SHOW</cx:pt>
          <cx:pt idx="1469">MOVIE</cx:pt>
          <cx:pt idx="1470">MOVIE</cx:pt>
          <cx:pt idx="1471">SHOW</cx:pt>
          <cx:pt idx="1472">SHOW</cx:pt>
          <cx:pt idx="1473">MOVIE</cx:pt>
          <cx:pt idx="1474">MOVIE</cx:pt>
          <cx:pt idx="1475">SHOW</cx:pt>
          <cx:pt idx="1476">SHOW</cx:pt>
          <cx:pt idx="1477">SHOW</cx:pt>
          <cx:pt idx="1478">MOVIE</cx:pt>
          <cx:pt idx="1479">SHOW</cx:pt>
          <cx:pt idx="1480">MOVIE</cx:pt>
          <cx:pt idx="1481">MOVIE</cx:pt>
          <cx:pt idx="1482">MOVIE</cx:pt>
          <cx:pt idx="1483">MOVIE</cx:pt>
          <cx:pt idx="1484">SHOW</cx:pt>
          <cx:pt idx="1485">MOVIE</cx:pt>
          <cx:pt idx="1486">MOVIE</cx:pt>
          <cx:pt idx="1487">SHOW</cx:pt>
          <cx:pt idx="1488">SHOW</cx:pt>
          <cx:pt idx="1489">SHOW</cx:pt>
          <cx:pt idx="1490">SHOW</cx:pt>
          <cx:pt idx="1491">MOVIE</cx:pt>
          <cx:pt idx="1492">MOVIE</cx:pt>
          <cx:pt idx="1493">MOVIE</cx:pt>
          <cx:pt idx="1494">SHOW</cx:pt>
          <cx:pt idx="1495">SHOW</cx:pt>
          <cx:pt idx="1496">MOVIE</cx:pt>
          <cx:pt idx="1497">SHOW</cx:pt>
          <cx:pt idx="1498">SHOW</cx:pt>
          <cx:pt idx="1499">MOVIE</cx:pt>
          <cx:pt idx="1500">MOVIE</cx:pt>
          <cx:pt idx="1501">SHOW</cx:pt>
          <cx:pt idx="1502">MOVIE</cx:pt>
          <cx:pt idx="1503">MOVIE</cx:pt>
          <cx:pt idx="1504">SHOW</cx:pt>
          <cx:pt idx="1505">MOVIE</cx:pt>
          <cx:pt idx="1506">SHOW</cx:pt>
          <cx:pt idx="1507">MOVIE</cx:pt>
          <cx:pt idx="1508">MOVIE</cx:pt>
          <cx:pt idx="1509">MOVIE</cx:pt>
          <cx:pt idx="1510">MOVIE</cx:pt>
          <cx:pt idx="1511">SHOW</cx:pt>
          <cx:pt idx="1512">SHOW</cx:pt>
          <cx:pt idx="1513">MOVIE</cx:pt>
          <cx:pt idx="1514">MOVIE</cx:pt>
          <cx:pt idx="1515">SHOW</cx:pt>
          <cx:pt idx="1516">SHOW</cx:pt>
          <cx:pt idx="1517">MOVIE</cx:pt>
          <cx:pt idx="1518">MOVIE</cx:pt>
          <cx:pt idx="1519">SHOW</cx:pt>
          <cx:pt idx="1520">SHOW</cx:pt>
          <cx:pt idx="1521">SHOW</cx:pt>
          <cx:pt idx="1522">SHOW</cx:pt>
          <cx:pt idx="1523">SHOW</cx:pt>
          <cx:pt idx="1524">SHOW</cx:pt>
          <cx:pt idx="1525">MOVIE</cx:pt>
          <cx:pt idx="1526">MOVIE</cx:pt>
          <cx:pt idx="1527">MOVIE</cx:pt>
          <cx:pt idx="1528">SHOW</cx:pt>
          <cx:pt idx="1529">MOVIE</cx:pt>
          <cx:pt idx="1530">MOVIE</cx:pt>
          <cx:pt idx="1531">MOVIE</cx:pt>
          <cx:pt idx="1532">MOVIE</cx:pt>
          <cx:pt idx="1533">MOVIE</cx:pt>
          <cx:pt idx="1534">MOVIE</cx:pt>
          <cx:pt idx="1535">MOVIE</cx:pt>
          <cx:pt idx="1536">MOVIE</cx:pt>
          <cx:pt idx="1537">MOVIE</cx:pt>
          <cx:pt idx="1538">MOVIE</cx:pt>
          <cx:pt idx="1539">MOVIE</cx:pt>
          <cx:pt idx="1540">MOVIE</cx:pt>
          <cx:pt idx="1541">MOVIE</cx:pt>
          <cx:pt idx="1542">MOVIE</cx:pt>
          <cx:pt idx="1543">MOVIE</cx:pt>
          <cx:pt idx="1544">MOVIE</cx:pt>
          <cx:pt idx="1545">MOVIE</cx:pt>
          <cx:pt idx="1546">MOVIE</cx:pt>
          <cx:pt idx="1547">MOVIE</cx:pt>
          <cx:pt idx="1548">MOVIE</cx:pt>
          <cx:pt idx="1549">MOVIE</cx:pt>
          <cx:pt idx="1550">MOVIE</cx:pt>
          <cx:pt idx="1551">SHOW</cx:pt>
          <cx:pt idx="1552">MOVIE</cx:pt>
          <cx:pt idx="1553">MOVIE</cx:pt>
          <cx:pt idx="1554">MOVIE</cx:pt>
          <cx:pt idx="1555">MOVIE</cx:pt>
          <cx:pt idx="1556">MOVIE</cx:pt>
          <cx:pt idx="1557">MOVIE</cx:pt>
          <cx:pt idx="1558">MOVIE</cx:pt>
          <cx:pt idx="1559">SHOW</cx:pt>
          <cx:pt idx="1560">MOVIE</cx:pt>
          <cx:pt idx="1561">MOVIE</cx:pt>
          <cx:pt idx="1562">MOVIE</cx:pt>
          <cx:pt idx="1563">SHOW</cx:pt>
          <cx:pt idx="1564">MOVIE</cx:pt>
          <cx:pt idx="1565">MOVIE</cx:pt>
          <cx:pt idx="1566">MOVIE</cx:pt>
          <cx:pt idx="1567">MOVIE</cx:pt>
          <cx:pt idx="1568">MOVIE</cx:pt>
          <cx:pt idx="1569">MOVIE</cx:pt>
          <cx:pt idx="1570">SHOW</cx:pt>
          <cx:pt idx="1571">MOVIE</cx:pt>
          <cx:pt idx="1572">MOVIE</cx:pt>
          <cx:pt idx="1573">MOVIE</cx:pt>
          <cx:pt idx="1574">MOVIE</cx:pt>
          <cx:pt idx="1575">MOVIE</cx:pt>
          <cx:pt idx="1576">SHOW</cx:pt>
          <cx:pt idx="1577">MOVIE</cx:pt>
          <cx:pt idx="1578">MOVIE</cx:pt>
          <cx:pt idx="1579">SHOW</cx:pt>
          <cx:pt idx="1580">MOVIE</cx:pt>
          <cx:pt idx="1581">MOVIE</cx:pt>
          <cx:pt idx="1582">MOVIE</cx:pt>
          <cx:pt idx="1583">MOVIE</cx:pt>
          <cx:pt idx="1584">SHOW</cx:pt>
          <cx:pt idx="1585">MOVIE</cx:pt>
          <cx:pt idx="1586">MOVIE</cx:pt>
          <cx:pt idx="1587">MOVIE</cx:pt>
          <cx:pt idx="1588">MOVIE</cx:pt>
          <cx:pt idx="1589">MOVIE</cx:pt>
          <cx:pt idx="1590">SHOW</cx:pt>
          <cx:pt idx="1591">MOVIE</cx:pt>
          <cx:pt idx="1592">MOVIE</cx:pt>
          <cx:pt idx="1593">MOVIE</cx:pt>
          <cx:pt idx="1594">SHOW</cx:pt>
          <cx:pt idx="1595">MOVIE</cx:pt>
          <cx:pt idx="1596">SHOW</cx:pt>
          <cx:pt idx="1597">SHOW</cx:pt>
          <cx:pt idx="1598">MOVIE</cx:pt>
          <cx:pt idx="1599">SHOW</cx:pt>
          <cx:pt idx="1600">MOVIE</cx:pt>
          <cx:pt idx="1601">MOVIE</cx:pt>
          <cx:pt idx="1602">MOVIE</cx:pt>
          <cx:pt idx="1603">MOVIE</cx:pt>
          <cx:pt idx="1604">MOVIE</cx:pt>
          <cx:pt idx="1605">MOVIE</cx:pt>
          <cx:pt idx="1606">MOVIE</cx:pt>
          <cx:pt idx="1607">MOVIE</cx:pt>
          <cx:pt idx="1608">MOVIE</cx:pt>
          <cx:pt idx="1609">MOVIE</cx:pt>
          <cx:pt idx="1610">MOVIE</cx:pt>
          <cx:pt idx="1611">MOVIE</cx:pt>
          <cx:pt idx="1612">SHOW</cx:pt>
          <cx:pt idx="1613">MOVIE</cx:pt>
          <cx:pt idx="1614">MOVIE</cx:pt>
          <cx:pt idx="1615">MOVIE</cx:pt>
          <cx:pt idx="1616">MOVIE</cx:pt>
          <cx:pt idx="1617">MOVIE</cx:pt>
          <cx:pt idx="1618">SHOW</cx:pt>
          <cx:pt idx="1619">SHOW</cx:pt>
          <cx:pt idx="1620">MOVIE</cx:pt>
          <cx:pt idx="1621">SHOW</cx:pt>
          <cx:pt idx="1622">MOVIE</cx:pt>
          <cx:pt idx="1623">MOVIE</cx:pt>
          <cx:pt idx="1624">MOVIE</cx:pt>
          <cx:pt idx="1625">MOVIE</cx:pt>
          <cx:pt idx="1626">SHOW</cx:pt>
          <cx:pt idx="1627">SHOW</cx:pt>
          <cx:pt idx="1628">SHOW</cx:pt>
          <cx:pt idx="1629">MOVIE</cx:pt>
          <cx:pt idx="1630">MOVIE</cx:pt>
          <cx:pt idx="1631">MOVIE</cx:pt>
          <cx:pt idx="1632">MOVIE</cx:pt>
          <cx:pt idx="1633">SHOW</cx:pt>
          <cx:pt idx="1634">SHOW</cx:pt>
          <cx:pt idx="1635">MOVIE</cx:pt>
          <cx:pt idx="1636">MOVIE</cx:pt>
          <cx:pt idx="1637">SHOW</cx:pt>
          <cx:pt idx="1638">MOVIE</cx:pt>
          <cx:pt idx="1639">MOVIE</cx:pt>
          <cx:pt idx="1640">MOVIE</cx:pt>
          <cx:pt idx="1641">MOVIE</cx:pt>
          <cx:pt idx="1642">MOVIE</cx:pt>
          <cx:pt idx="1643">MOVIE</cx:pt>
          <cx:pt idx="1644">MOVIE</cx:pt>
          <cx:pt idx="1645">SHOW</cx:pt>
          <cx:pt idx="1646">MOVIE</cx:pt>
          <cx:pt idx="1647">SHOW</cx:pt>
          <cx:pt idx="1648">MOVIE</cx:pt>
          <cx:pt idx="1649">MOVIE</cx:pt>
          <cx:pt idx="1650">MOVIE</cx:pt>
          <cx:pt idx="1651">MOVIE</cx:pt>
          <cx:pt idx="1652">MOVIE</cx:pt>
          <cx:pt idx="1653">MOVIE</cx:pt>
          <cx:pt idx="1654">SHOW</cx:pt>
          <cx:pt idx="1655">MOVIE</cx:pt>
          <cx:pt idx="1656">MOVIE</cx:pt>
          <cx:pt idx="1657">MOVIE</cx:pt>
          <cx:pt idx="1658">MOVIE</cx:pt>
          <cx:pt idx="1659">MOVIE</cx:pt>
          <cx:pt idx="1660">MOVIE</cx:pt>
          <cx:pt idx="1661">MOVIE</cx:pt>
          <cx:pt idx="1662">MOVIE</cx:pt>
          <cx:pt idx="1663">MOVIE</cx:pt>
          <cx:pt idx="1664">MOVIE</cx:pt>
          <cx:pt idx="1665">MOVIE</cx:pt>
          <cx:pt idx="1666">MOVIE</cx:pt>
          <cx:pt idx="1667">SHOW</cx:pt>
          <cx:pt idx="1668">MOVIE</cx:pt>
          <cx:pt idx="1669">SHOW</cx:pt>
          <cx:pt idx="1670">MOVIE</cx:pt>
          <cx:pt idx="1671">MOVIE</cx:pt>
          <cx:pt idx="1672">MOVIE</cx:pt>
          <cx:pt idx="1673">MOVIE</cx:pt>
          <cx:pt idx="1674">MOVIE</cx:pt>
          <cx:pt idx="1675">MOVIE</cx:pt>
          <cx:pt idx="1676">MOVIE</cx:pt>
          <cx:pt idx="1677">MOVIE</cx:pt>
          <cx:pt idx="1678">MOVIE</cx:pt>
          <cx:pt idx="1679">MOVIE</cx:pt>
          <cx:pt idx="1680">MOVIE</cx:pt>
          <cx:pt idx="1681">MOVIE</cx:pt>
          <cx:pt idx="1682">MOVIE</cx:pt>
          <cx:pt idx="1683">MOVIE</cx:pt>
          <cx:pt idx="1684">SHOW</cx:pt>
          <cx:pt idx="1685">MOVIE</cx:pt>
          <cx:pt idx="1686">SHOW</cx:pt>
          <cx:pt idx="1687">MOVIE</cx:pt>
          <cx:pt idx="1688">MOVIE</cx:pt>
          <cx:pt idx="1689">MOVIE</cx:pt>
          <cx:pt idx="1690">MOVIE</cx:pt>
          <cx:pt idx="1691">SHOW</cx:pt>
          <cx:pt idx="1692">MOVIE</cx:pt>
          <cx:pt idx="1693">MOVIE</cx:pt>
          <cx:pt idx="1694">MOVIE</cx:pt>
          <cx:pt idx="1695">MOVIE</cx:pt>
          <cx:pt idx="1696">SHOW</cx:pt>
          <cx:pt idx="1697">MOVIE</cx:pt>
          <cx:pt idx="1698">MOVIE</cx:pt>
          <cx:pt idx="1699">MOVIE</cx:pt>
          <cx:pt idx="1700">SHOW</cx:pt>
          <cx:pt idx="1701">SHOW</cx:pt>
          <cx:pt idx="1702">MOVIE</cx:pt>
          <cx:pt idx="1703">MOVIE</cx:pt>
          <cx:pt idx="1704">MOVIE</cx:pt>
          <cx:pt idx="1705">MOVIE</cx:pt>
          <cx:pt idx="1706">MOVIE</cx:pt>
          <cx:pt idx="1707">SHOW</cx:pt>
          <cx:pt idx="1708">SHOW</cx:pt>
          <cx:pt idx="1709">SHOW</cx:pt>
          <cx:pt idx="1710">MOVIE</cx:pt>
          <cx:pt idx="1711">SHOW</cx:pt>
          <cx:pt idx="1712">MOVIE</cx:pt>
          <cx:pt idx="1713">MOVIE</cx:pt>
          <cx:pt idx="1714">MOVIE</cx:pt>
          <cx:pt idx="1715">MOVIE</cx:pt>
          <cx:pt idx="1716">SHOW</cx:pt>
          <cx:pt idx="1717">SHOW</cx:pt>
          <cx:pt idx="1718">SHOW</cx:pt>
          <cx:pt idx="1719">MOVIE</cx:pt>
          <cx:pt idx="1720">SHOW</cx:pt>
          <cx:pt idx="1721">MOVIE</cx:pt>
          <cx:pt idx="1722">SHOW</cx:pt>
          <cx:pt idx="1723">SHOW</cx:pt>
          <cx:pt idx="1724">SHOW</cx:pt>
          <cx:pt idx="1725">SHOW</cx:pt>
          <cx:pt idx="1726">SHOW</cx:pt>
          <cx:pt idx="1727">SHOW</cx:pt>
          <cx:pt idx="1728">MOVIE</cx:pt>
          <cx:pt idx="1729">SHOW</cx:pt>
          <cx:pt idx="1730">MOVIE</cx:pt>
          <cx:pt idx="1731">SHOW</cx:pt>
          <cx:pt idx="1732">SHOW</cx:pt>
          <cx:pt idx="1733">SHOW</cx:pt>
          <cx:pt idx="1734">SHOW</cx:pt>
          <cx:pt idx="1735">MOVIE</cx:pt>
          <cx:pt idx="1736">SHOW</cx:pt>
          <cx:pt idx="1737">SHOW</cx:pt>
          <cx:pt idx="1738">SHOW</cx:pt>
          <cx:pt idx="1739">SHOW</cx:pt>
          <cx:pt idx="1740">SHOW</cx:pt>
          <cx:pt idx="1741">MOVIE</cx:pt>
          <cx:pt idx="1742">SHOW</cx:pt>
          <cx:pt idx="1743">SHOW</cx:pt>
          <cx:pt idx="1744">SHOW</cx:pt>
          <cx:pt idx="1745">MOVIE</cx:pt>
          <cx:pt idx="1746">SHOW</cx:pt>
          <cx:pt idx="1747">MOVIE</cx:pt>
          <cx:pt idx="1748">SHOW</cx:pt>
          <cx:pt idx="1749">SHOW</cx:pt>
          <cx:pt idx="1750">MOVIE</cx:pt>
          <cx:pt idx="1751">MOVIE</cx:pt>
          <cx:pt idx="1752">SHOW</cx:pt>
          <cx:pt idx="1753">MOVIE</cx:pt>
          <cx:pt idx="1754">MOVIE</cx:pt>
          <cx:pt idx="1755">SHOW</cx:pt>
          <cx:pt idx="1756">MOVIE</cx:pt>
          <cx:pt idx="1757">SHOW</cx:pt>
          <cx:pt idx="1758">SHOW</cx:pt>
          <cx:pt idx="1759">SHOW</cx:pt>
          <cx:pt idx="1760">SHOW</cx:pt>
          <cx:pt idx="1761">SHOW</cx:pt>
          <cx:pt idx="1762">SHOW</cx:pt>
          <cx:pt idx="1763">SHOW</cx:pt>
          <cx:pt idx="1764">MOVIE</cx:pt>
          <cx:pt idx="1765">SHOW</cx:pt>
          <cx:pt idx="1766">MOVIE</cx:pt>
          <cx:pt idx="1767">SHOW</cx:pt>
          <cx:pt idx="1768">SHOW</cx:pt>
          <cx:pt idx="1769">SHOW</cx:pt>
          <cx:pt idx="1770">SHOW</cx:pt>
          <cx:pt idx="1771">MOVIE</cx:pt>
          <cx:pt idx="1772">SHOW</cx:pt>
          <cx:pt idx="1773">MOVIE</cx:pt>
          <cx:pt idx="1774">SHOW</cx:pt>
          <cx:pt idx="1775">MOVIE</cx:pt>
          <cx:pt idx="1776">SHOW</cx:pt>
          <cx:pt idx="1777">SHOW</cx:pt>
          <cx:pt idx="1778">SHOW</cx:pt>
          <cx:pt idx="1779">SHOW</cx:pt>
          <cx:pt idx="1780">MOVIE</cx:pt>
          <cx:pt idx="1781">MOVIE</cx:pt>
          <cx:pt idx="1782">MOVIE</cx:pt>
          <cx:pt idx="1783">MOVIE</cx:pt>
          <cx:pt idx="1784">MOVIE</cx:pt>
          <cx:pt idx="1785">SHOW</cx:pt>
          <cx:pt idx="1786">SHOW</cx:pt>
          <cx:pt idx="1787">MOVIE</cx:pt>
          <cx:pt idx="1788">SHOW</cx:pt>
          <cx:pt idx="1789">MOVIE</cx:pt>
          <cx:pt idx="1790">MOVIE</cx:pt>
          <cx:pt idx="1791">SHOW</cx:pt>
          <cx:pt idx="1792">MOVIE</cx:pt>
          <cx:pt idx="1793">MOVIE</cx:pt>
          <cx:pt idx="1794">MOVIE</cx:pt>
          <cx:pt idx="1795">SHOW</cx:pt>
          <cx:pt idx="1796">MOVIE</cx:pt>
          <cx:pt idx="1797">MOVIE</cx:pt>
          <cx:pt idx="1798">SHOW</cx:pt>
          <cx:pt idx="1799">MOVIE</cx:pt>
          <cx:pt idx="1800">MOVIE</cx:pt>
          <cx:pt idx="1801">SHOW</cx:pt>
          <cx:pt idx="1802">MOVIE</cx:pt>
          <cx:pt idx="1803">SHOW</cx:pt>
          <cx:pt idx="1804">SHOW</cx:pt>
          <cx:pt idx="1805">MOVIE</cx:pt>
          <cx:pt idx="1806">SHOW</cx:pt>
          <cx:pt idx="1807">SHOW</cx:pt>
          <cx:pt idx="1808">MOVIE</cx:pt>
          <cx:pt idx="1809">SHOW</cx:pt>
          <cx:pt idx="1810">MOVIE</cx:pt>
          <cx:pt idx="1811">SHOW</cx:pt>
          <cx:pt idx="1812">SHOW</cx:pt>
          <cx:pt idx="1813">MOVIE</cx:pt>
          <cx:pt idx="1814">SHOW</cx:pt>
          <cx:pt idx="1815">MOVIE</cx:pt>
          <cx:pt idx="1816">SHOW</cx:pt>
          <cx:pt idx="1817">SHOW</cx:pt>
          <cx:pt idx="1818">MOVIE</cx:pt>
          <cx:pt idx="1819">MOVIE</cx:pt>
          <cx:pt idx="1820">SHOW</cx:pt>
          <cx:pt idx="1821">SHOW</cx:pt>
          <cx:pt idx="1822">MOVIE</cx:pt>
          <cx:pt idx="1823">SHOW</cx:pt>
          <cx:pt idx="1824">MOVIE</cx:pt>
          <cx:pt idx="1825">SHOW</cx:pt>
          <cx:pt idx="1826">MOVIE</cx:pt>
          <cx:pt idx="1827">MOVIE</cx:pt>
          <cx:pt idx="1828">MOVIE</cx:pt>
          <cx:pt idx="1829">MOVIE</cx:pt>
          <cx:pt idx="1830">MOVIE</cx:pt>
          <cx:pt idx="1831">MOVIE</cx:pt>
          <cx:pt idx="1832">SHOW</cx:pt>
          <cx:pt idx="1833">MOVIE</cx:pt>
          <cx:pt idx="1834">SHOW</cx:pt>
          <cx:pt idx="1835">SHOW</cx:pt>
          <cx:pt idx="1836">MOVIE</cx:pt>
          <cx:pt idx="1837">SHOW</cx:pt>
          <cx:pt idx="1838">SHOW</cx:pt>
          <cx:pt idx="1839">SHOW</cx:pt>
          <cx:pt idx="1840">SHOW</cx:pt>
          <cx:pt idx="1841">MOVIE</cx:pt>
          <cx:pt idx="1842">MOVIE</cx:pt>
          <cx:pt idx="1843">SHOW</cx:pt>
          <cx:pt idx="1844">MOVIE</cx:pt>
          <cx:pt idx="1845">MOVIE</cx:pt>
          <cx:pt idx="1846">MOVIE</cx:pt>
          <cx:pt idx="1847">SHOW</cx:pt>
          <cx:pt idx="1848">MOVIE</cx:pt>
          <cx:pt idx="1849">SHOW</cx:pt>
          <cx:pt idx="1850">SHOW</cx:pt>
          <cx:pt idx="1851">SHOW</cx:pt>
          <cx:pt idx="1852">SHOW</cx:pt>
          <cx:pt idx="1853">SHOW</cx:pt>
          <cx:pt idx="1854">MOVIE</cx:pt>
          <cx:pt idx="1855">MOVIE</cx:pt>
          <cx:pt idx="1856">SHOW</cx:pt>
          <cx:pt idx="1857">MOVIE</cx:pt>
          <cx:pt idx="1858">MOVIE</cx:pt>
          <cx:pt idx="1859">MOVIE</cx:pt>
          <cx:pt idx="1860">MOVIE</cx:pt>
          <cx:pt idx="1861">MOVIE</cx:pt>
          <cx:pt idx="1862">MOVIE</cx:pt>
          <cx:pt idx="1863">SHOW</cx:pt>
          <cx:pt idx="1864">SHOW</cx:pt>
          <cx:pt idx="1865">SHOW</cx:pt>
          <cx:pt idx="1866">SHOW</cx:pt>
          <cx:pt idx="1867">MOVIE</cx:pt>
          <cx:pt idx="1868">MOVIE</cx:pt>
          <cx:pt idx="1869">SHOW</cx:pt>
          <cx:pt idx="1870">SHOW</cx:pt>
          <cx:pt idx="1871">MOVIE</cx:pt>
          <cx:pt idx="1872">SHOW</cx:pt>
          <cx:pt idx="1873">SHOW</cx:pt>
          <cx:pt idx="1874">SHOW</cx:pt>
          <cx:pt idx="1875">MOVIE</cx:pt>
          <cx:pt idx="1876">MOVIE</cx:pt>
          <cx:pt idx="1877">MOVIE</cx:pt>
          <cx:pt idx="1878">MOVIE</cx:pt>
          <cx:pt idx="1879">SHOW</cx:pt>
          <cx:pt idx="1880">MOVIE</cx:pt>
          <cx:pt idx="1881">MOVIE</cx:pt>
          <cx:pt idx="1882">MOVIE</cx:pt>
          <cx:pt idx="1883">MOVIE</cx:pt>
          <cx:pt idx="1884">MOVIE</cx:pt>
          <cx:pt idx="1885">SHOW</cx:pt>
          <cx:pt idx="1886">MOVIE</cx:pt>
          <cx:pt idx="1887">SHOW</cx:pt>
          <cx:pt idx="1888">MOVIE</cx:pt>
          <cx:pt idx="1889">SHOW</cx:pt>
          <cx:pt idx="1890">SHOW</cx:pt>
          <cx:pt idx="1891">MOVIE</cx:pt>
          <cx:pt idx="1892">MOVIE</cx:pt>
          <cx:pt idx="1893">MOVIE</cx:pt>
          <cx:pt idx="1894">MOVIE</cx:pt>
          <cx:pt idx="1895">SHOW</cx:pt>
          <cx:pt idx="1896">SHOW</cx:pt>
          <cx:pt idx="1897">MOVIE</cx:pt>
          <cx:pt idx="1898">MOVIE</cx:pt>
          <cx:pt idx="1899">MOVIE</cx:pt>
          <cx:pt idx="1900">MOVIE</cx:pt>
          <cx:pt idx="1901">MOVIE</cx:pt>
          <cx:pt idx="1902">MOVIE</cx:pt>
          <cx:pt idx="1903">SHOW</cx:pt>
          <cx:pt idx="1904">MOVIE</cx:pt>
          <cx:pt idx="1905">MOVIE</cx:pt>
          <cx:pt idx="1906">MOVIE</cx:pt>
          <cx:pt idx="1907">SHOW</cx:pt>
          <cx:pt idx="1908">SHOW</cx:pt>
          <cx:pt idx="1909">MOVIE</cx:pt>
          <cx:pt idx="1910">MOVIE</cx:pt>
          <cx:pt idx="1911">MOVIE</cx:pt>
          <cx:pt idx="1912">MOVIE</cx:pt>
          <cx:pt idx="1913">SHOW</cx:pt>
          <cx:pt idx="1914">MOVIE</cx:pt>
          <cx:pt idx="1915">SHOW</cx:pt>
          <cx:pt idx="1916">SHOW</cx:pt>
          <cx:pt idx="1917">SHOW</cx:pt>
          <cx:pt idx="1918">MOVIE</cx:pt>
          <cx:pt idx="1919">SHOW</cx:pt>
          <cx:pt idx="1920">MOVIE</cx:pt>
          <cx:pt idx="1921">SHOW</cx:pt>
          <cx:pt idx="1922">MOVIE</cx:pt>
          <cx:pt idx="1923">SHOW</cx:pt>
          <cx:pt idx="1924">SHOW</cx:pt>
          <cx:pt idx="1925">SHOW</cx:pt>
          <cx:pt idx="1926">MOVIE</cx:pt>
          <cx:pt idx="1927">SHOW</cx:pt>
          <cx:pt idx="1928">SHOW</cx:pt>
          <cx:pt idx="1929">MOVIE</cx:pt>
          <cx:pt idx="1930">MOVIE</cx:pt>
          <cx:pt idx="1931">MOVIE</cx:pt>
          <cx:pt idx="1932">MOVIE</cx:pt>
          <cx:pt idx="1933">SHOW</cx:pt>
          <cx:pt idx="1934">MOVIE</cx:pt>
          <cx:pt idx="1935">SHOW</cx:pt>
          <cx:pt idx="1936">SHOW</cx:pt>
          <cx:pt idx="1937">SHOW</cx:pt>
          <cx:pt idx="1938">SHOW</cx:pt>
          <cx:pt idx="1939">MOVIE</cx:pt>
          <cx:pt idx="1940">MOVIE</cx:pt>
          <cx:pt idx="1941">MOVIE</cx:pt>
          <cx:pt idx="1942">MOVIE</cx:pt>
          <cx:pt idx="1943">MOVIE</cx:pt>
          <cx:pt idx="1944">SHOW</cx:pt>
          <cx:pt idx="1945">SHOW</cx:pt>
          <cx:pt idx="1946">SHOW</cx:pt>
          <cx:pt idx="1947">MOVIE</cx:pt>
          <cx:pt idx="1948">MOVIE</cx:pt>
          <cx:pt idx="1949">MOVIE</cx:pt>
          <cx:pt idx="1950">SHOW</cx:pt>
          <cx:pt idx="1951">MOVIE</cx:pt>
          <cx:pt idx="1952">SHOW</cx:pt>
          <cx:pt idx="1953">SHOW</cx:pt>
          <cx:pt idx="1954">SHOW</cx:pt>
          <cx:pt idx="1955">MOVIE</cx:pt>
          <cx:pt idx="1956">MOVIE</cx:pt>
          <cx:pt idx="1957">SHOW</cx:pt>
          <cx:pt idx="1958">SHOW</cx:pt>
          <cx:pt idx="1959">SHOW</cx:pt>
          <cx:pt idx="1960">MOVIE</cx:pt>
          <cx:pt idx="1961">MOVIE</cx:pt>
          <cx:pt idx="1962">SHOW</cx:pt>
          <cx:pt idx="1963">MOVIE</cx:pt>
          <cx:pt idx="1964">MOVIE</cx:pt>
          <cx:pt idx="1965">MOVIE</cx:pt>
          <cx:pt idx="1966">MOVIE</cx:pt>
          <cx:pt idx="1967">MOVIE</cx:pt>
          <cx:pt idx="1968">SHOW</cx:pt>
          <cx:pt idx="1969">MOVIE</cx:pt>
          <cx:pt idx="1970">MOVIE</cx:pt>
          <cx:pt idx="1971">MOVIE</cx:pt>
          <cx:pt idx="1972">SHOW</cx:pt>
          <cx:pt idx="1973">SHOW</cx:pt>
          <cx:pt idx="1974">SHOW</cx:pt>
          <cx:pt idx="1975">SHOW</cx:pt>
          <cx:pt idx="1976">SHOW</cx:pt>
          <cx:pt idx="1977">SHOW</cx:pt>
          <cx:pt idx="1978">SHOW</cx:pt>
          <cx:pt idx="1979">MOVIE</cx:pt>
          <cx:pt idx="1980">SHOW</cx:pt>
          <cx:pt idx="1981">MOVIE</cx:pt>
          <cx:pt idx="1982">MOVIE</cx:pt>
          <cx:pt idx="1983">MOVIE</cx:pt>
          <cx:pt idx="1984">MOVIE</cx:pt>
          <cx:pt idx="1985">MOVIE</cx:pt>
          <cx:pt idx="1986">SHOW</cx:pt>
          <cx:pt idx="1987">SHOW</cx:pt>
          <cx:pt idx="1988">MOVIE</cx:pt>
          <cx:pt idx="1989">MOVIE</cx:pt>
          <cx:pt idx="1990">SHOW</cx:pt>
          <cx:pt idx="1991">SHOW</cx:pt>
          <cx:pt idx="1992">MOVIE</cx:pt>
          <cx:pt idx="1993">SHOW</cx:pt>
          <cx:pt idx="1994">MOVIE</cx:pt>
          <cx:pt idx="1995">SHOW</cx:pt>
          <cx:pt idx="1996">MOVIE</cx:pt>
          <cx:pt idx="1997">SHOW</cx:pt>
          <cx:pt idx="1998">SHOW</cx:pt>
          <cx:pt idx="1999">SHOW</cx:pt>
          <cx:pt idx="2000">SHOW</cx:pt>
          <cx:pt idx="2001">SHOW</cx:pt>
          <cx:pt idx="2002">SHOW</cx:pt>
          <cx:pt idx="2003">SHOW</cx:pt>
          <cx:pt idx="2004">SHOW</cx:pt>
          <cx:pt idx="2005">SHOW</cx:pt>
          <cx:pt idx="2006">MOVIE</cx:pt>
          <cx:pt idx="2007">MOVIE</cx:pt>
          <cx:pt idx="2008">MOVIE</cx:pt>
          <cx:pt idx="2009">MOVIE</cx:pt>
          <cx:pt idx="2010">SHOW</cx:pt>
          <cx:pt idx="2011">MOVIE</cx:pt>
          <cx:pt idx="2012">SHOW</cx:pt>
          <cx:pt idx="2013">SHOW</cx:pt>
          <cx:pt idx="2014">SHOW</cx:pt>
          <cx:pt idx="2015">SHOW</cx:pt>
          <cx:pt idx="2016">MOVIE</cx:pt>
          <cx:pt idx="2017">MOVIE</cx:pt>
          <cx:pt idx="2018">SHOW</cx:pt>
          <cx:pt idx="2019">SHOW</cx:pt>
          <cx:pt idx="2020">MOVIE</cx:pt>
          <cx:pt idx="2021">MOVIE</cx:pt>
          <cx:pt idx="2022">MOVIE</cx:pt>
          <cx:pt idx="2023">MOVIE</cx:pt>
          <cx:pt idx="2024">SHOW</cx:pt>
          <cx:pt idx="2025">MOVIE</cx:pt>
          <cx:pt idx="2026">MOVIE</cx:pt>
          <cx:pt idx="2027">MOVIE</cx:pt>
          <cx:pt idx="2028">SHOW</cx:pt>
          <cx:pt idx="2029">SHOW</cx:pt>
          <cx:pt idx="2030">SHOW</cx:pt>
          <cx:pt idx="2031">MOVIE</cx:pt>
          <cx:pt idx="2032">MOVIE</cx:pt>
          <cx:pt idx="2033">SHOW</cx:pt>
          <cx:pt idx="2034">MOVIE</cx:pt>
          <cx:pt idx="2035">MOVIE</cx:pt>
          <cx:pt idx="2036">MOVIE</cx:pt>
          <cx:pt idx="2037">MOVIE</cx:pt>
          <cx:pt idx="2038">MOVIE</cx:pt>
          <cx:pt idx="2039">MOVIE</cx:pt>
          <cx:pt idx="2040">SHOW</cx:pt>
          <cx:pt idx="2041">MOVIE</cx:pt>
          <cx:pt idx="2042">MOVIE</cx:pt>
          <cx:pt idx="2043">SHOW</cx:pt>
          <cx:pt idx="2044">MOVIE</cx:pt>
          <cx:pt idx="2045">MOVIE</cx:pt>
          <cx:pt idx="2046">SHOW</cx:pt>
          <cx:pt idx="2047">MOVIE</cx:pt>
          <cx:pt idx="2048">SHOW</cx:pt>
          <cx:pt idx="2049">SHOW</cx:pt>
          <cx:pt idx="2050">SHOW</cx:pt>
          <cx:pt idx="2051">MOVIE</cx:pt>
          <cx:pt idx="2052">SHOW</cx:pt>
          <cx:pt idx="2053">SHOW</cx:pt>
          <cx:pt idx="2054">MOVIE</cx:pt>
          <cx:pt idx="2055">SHOW</cx:pt>
          <cx:pt idx="2056">MOVIE</cx:pt>
          <cx:pt idx="2057">SHOW</cx:pt>
          <cx:pt idx="2058">SHOW</cx:pt>
          <cx:pt idx="2059">MOVIE</cx:pt>
          <cx:pt idx="2060">SHOW</cx:pt>
          <cx:pt idx="2061">SHOW</cx:pt>
          <cx:pt idx="2062">MOVIE</cx:pt>
          <cx:pt idx="2063">MOVIE</cx:pt>
          <cx:pt idx="2064">SHOW</cx:pt>
          <cx:pt idx="2065">SHOW</cx:pt>
          <cx:pt idx="2066">MOVIE</cx:pt>
          <cx:pt idx="2067">SHOW</cx:pt>
          <cx:pt idx="2068">MOVIE</cx:pt>
          <cx:pt idx="2069">MOVIE</cx:pt>
          <cx:pt idx="2070">MOVIE</cx:pt>
          <cx:pt idx="2071">SHOW</cx:pt>
          <cx:pt idx="2072">SHOW</cx:pt>
          <cx:pt idx="2073">MOVIE</cx:pt>
          <cx:pt idx="2074">MOVIE</cx:pt>
          <cx:pt idx="2075">MOVIE</cx:pt>
          <cx:pt idx="2076">SHOW</cx:pt>
          <cx:pt idx="2077">SHOW</cx:pt>
          <cx:pt idx="2078">MOVIE</cx:pt>
          <cx:pt idx="2079">SHOW</cx:pt>
          <cx:pt idx="2080">MOVIE</cx:pt>
          <cx:pt idx="2081">SHOW</cx:pt>
          <cx:pt idx="2082">MOVIE</cx:pt>
          <cx:pt idx="2083">SHOW</cx:pt>
          <cx:pt idx="2084">MOVIE</cx:pt>
          <cx:pt idx="2085">SHOW</cx:pt>
          <cx:pt idx="2086">SHOW</cx:pt>
          <cx:pt idx="2087">MOVIE</cx:pt>
          <cx:pt idx="2088">SHOW</cx:pt>
          <cx:pt idx="2089">SHOW</cx:pt>
          <cx:pt idx="2090">SHOW</cx:pt>
          <cx:pt idx="2091">SHOW</cx:pt>
          <cx:pt idx="2092">SHOW</cx:pt>
          <cx:pt idx="2093">MOVIE</cx:pt>
          <cx:pt idx="2094">SHOW</cx:pt>
          <cx:pt idx="2095">SHOW</cx:pt>
          <cx:pt idx="2096">SHOW</cx:pt>
          <cx:pt idx="2097">SHOW</cx:pt>
          <cx:pt idx="2098">SHOW</cx:pt>
          <cx:pt idx="2099">MOVIE</cx:pt>
          <cx:pt idx="2100">SHOW</cx:pt>
          <cx:pt idx="2101">SHOW</cx:pt>
          <cx:pt idx="2102">SHOW</cx:pt>
          <cx:pt idx="2103">MOVIE</cx:pt>
          <cx:pt idx="2104">SHOW</cx:pt>
          <cx:pt idx="2105">MOVIE</cx:pt>
          <cx:pt idx="2106">SHOW</cx:pt>
          <cx:pt idx="2107">SHOW</cx:pt>
          <cx:pt idx="2108">SHOW</cx:pt>
          <cx:pt idx="2109">SHOW</cx:pt>
          <cx:pt idx="2110">MOVIE</cx:pt>
          <cx:pt idx="2111">SHOW</cx:pt>
          <cx:pt idx="2112">SHOW</cx:pt>
          <cx:pt idx="2113">MOVIE</cx:pt>
          <cx:pt idx="2114">MOVIE</cx:pt>
          <cx:pt idx="2115">MOVIE</cx:pt>
          <cx:pt idx="2116">MOVIE</cx:pt>
          <cx:pt idx="2117">SHOW</cx:pt>
          <cx:pt idx="2118">MOVIE</cx:pt>
          <cx:pt idx="2119">MOVIE</cx:pt>
          <cx:pt idx="2120">SHOW</cx:pt>
          <cx:pt idx="2121">SHOW</cx:pt>
          <cx:pt idx="2122">MOVIE</cx:pt>
          <cx:pt idx="2123">MOVIE</cx:pt>
          <cx:pt idx="2124">MOVIE</cx:pt>
          <cx:pt idx="2125">SHOW</cx:pt>
          <cx:pt idx="2126">MOVIE</cx:pt>
          <cx:pt idx="2127">SHOW</cx:pt>
          <cx:pt idx="2128">MOVIE</cx:pt>
          <cx:pt idx="2129">SHOW</cx:pt>
          <cx:pt idx="2130">MOVIE</cx:pt>
          <cx:pt idx="2131">MOVIE</cx:pt>
          <cx:pt idx="2132">MOVIE</cx:pt>
          <cx:pt idx="2133">SHOW</cx:pt>
          <cx:pt idx="2134">SHOW</cx:pt>
          <cx:pt idx="2135">SHOW</cx:pt>
          <cx:pt idx="2136">MOVIE</cx:pt>
          <cx:pt idx="2137">MOVIE</cx:pt>
          <cx:pt idx="2138">SHOW</cx:pt>
          <cx:pt idx="2139">SHOW</cx:pt>
          <cx:pt idx="2140">MOVIE</cx:pt>
          <cx:pt idx="2141">SHOW</cx:pt>
          <cx:pt idx="2142">SHOW</cx:pt>
          <cx:pt idx="2143">MOVIE</cx:pt>
          <cx:pt idx="2144">MOVIE</cx:pt>
          <cx:pt idx="2145">MOVIE</cx:pt>
          <cx:pt idx="2146">SHOW</cx:pt>
          <cx:pt idx="2147">SHOW</cx:pt>
          <cx:pt idx="2148">MOVIE</cx:pt>
          <cx:pt idx="2149">MOVIE</cx:pt>
          <cx:pt idx="2150">MOVIE</cx:pt>
          <cx:pt idx="2151">SHOW</cx:pt>
          <cx:pt idx="2152">MOVIE</cx:pt>
          <cx:pt idx="2153">SHOW</cx:pt>
          <cx:pt idx="2154">SHOW</cx:pt>
          <cx:pt idx="2155">SHOW</cx:pt>
          <cx:pt idx="2156">MOVIE</cx:pt>
          <cx:pt idx="2157">MOVIE</cx:pt>
          <cx:pt idx="2158">SHOW</cx:pt>
          <cx:pt idx="2159">SHOW</cx:pt>
          <cx:pt idx="2160">MOVIE</cx:pt>
          <cx:pt idx="2161">MOVIE</cx:pt>
          <cx:pt idx="2162">MOVIE</cx:pt>
          <cx:pt idx="2163">SHOW</cx:pt>
          <cx:pt idx="2164">SHOW</cx:pt>
          <cx:pt idx="2165">SHOW</cx:pt>
          <cx:pt idx="2166">MOVIE</cx:pt>
          <cx:pt idx="2167">SHOW</cx:pt>
          <cx:pt idx="2168">MOVIE</cx:pt>
          <cx:pt idx="2169">MOVIE</cx:pt>
          <cx:pt idx="2170">SHOW</cx:pt>
          <cx:pt idx="2171">SHOW</cx:pt>
          <cx:pt idx="2172">SHOW</cx:pt>
          <cx:pt idx="2173">SHOW</cx:pt>
          <cx:pt idx="2174">SHOW</cx:pt>
          <cx:pt idx="2175">MOVIE</cx:pt>
          <cx:pt idx="2176">MOVIE</cx:pt>
          <cx:pt idx="2177">MOVIE</cx:pt>
          <cx:pt idx="2178">MOVIE</cx:pt>
          <cx:pt idx="2179">MOVIE</cx:pt>
          <cx:pt idx="2180">SHOW</cx:pt>
          <cx:pt idx="2181">SHOW</cx:pt>
          <cx:pt idx="2182">SHOW</cx:pt>
          <cx:pt idx="2183">MOVIE</cx:pt>
          <cx:pt idx="2184">MOVIE</cx:pt>
          <cx:pt idx="2185">SHOW</cx:pt>
          <cx:pt idx="2186">MOVIE</cx:pt>
          <cx:pt idx="2187">SHOW</cx:pt>
          <cx:pt idx="2188">SHOW</cx:pt>
          <cx:pt idx="2189">MOVIE</cx:pt>
          <cx:pt idx="2190">SHOW</cx:pt>
          <cx:pt idx="2191">SHOW</cx:pt>
          <cx:pt idx="2192">SHOW</cx:pt>
          <cx:pt idx="2193">MOVIE</cx:pt>
          <cx:pt idx="2194">SHOW</cx:pt>
          <cx:pt idx="2195">SHOW</cx:pt>
          <cx:pt idx="2196">MOVIE</cx:pt>
          <cx:pt idx="2197">SHOW</cx:pt>
          <cx:pt idx="2198">MOVIE</cx:pt>
          <cx:pt idx="2199">SHOW</cx:pt>
          <cx:pt idx="2200">MOVIE</cx:pt>
          <cx:pt idx="2201">SHOW</cx:pt>
          <cx:pt idx="2202">MOVIE</cx:pt>
          <cx:pt idx="2203">MOVIE</cx:pt>
          <cx:pt idx="2204">MOVIE</cx:pt>
          <cx:pt idx="2205">MOVIE</cx:pt>
          <cx:pt idx="2206">MOVIE</cx:pt>
          <cx:pt idx="2207">SHOW</cx:pt>
          <cx:pt idx="2208">SHOW</cx:pt>
          <cx:pt idx="2209">MOVIE</cx:pt>
          <cx:pt idx="2210">SHOW</cx:pt>
          <cx:pt idx="2211">MOVIE</cx:pt>
          <cx:pt idx="2212">SHOW</cx:pt>
          <cx:pt idx="2213">MOVIE</cx:pt>
          <cx:pt idx="2214">MOVIE</cx:pt>
          <cx:pt idx="2215">MOVIE</cx:pt>
          <cx:pt idx="2216">MOVIE</cx:pt>
          <cx:pt idx="2217">SHOW</cx:pt>
          <cx:pt idx="2218">SHOW</cx:pt>
          <cx:pt idx="2219">SHOW</cx:pt>
          <cx:pt idx="2220">SHOW</cx:pt>
          <cx:pt idx="2221">SHOW</cx:pt>
          <cx:pt idx="2222">MOVIE</cx:pt>
          <cx:pt idx="2223">MOVIE</cx:pt>
          <cx:pt idx="2224">MOVIE</cx:pt>
          <cx:pt idx="2225">MOVIE</cx:pt>
          <cx:pt idx="2226">SHOW</cx:pt>
          <cx:pt idx="2227">MOVIE</cx:pt>
          <cx:pt idx="2228">SHOW</cx:pt>
          <cx:pt idx="2229">SHOW</cx:pt>
          <cx:pt idx="2230">MOVIE</cx:pt>
          <cx:pt idx="2231">MOVIE</cx:pt>
          <cx:pt idx="2232">MOVIE</cx:pt>
          <cx:pt idx="2233">MOVIE</cx:pt>
          <cx:pt idx="2234">MOVIE</cx:pt>
          <cx:pt idx="2235">SHOW</cx:pt>
          <cx:pt idx="2236">MOVIE</cx:pt>
          <cx:pt idx="2237">SHOW</cx:pt>
          <cx:pt idx="2238">MOVIE</cx:pt>
          <cx:pt idx="2239">SHOW</cx:pt>
          <cx:pt idx="2240">SHOW</cx:pt>
          <cx:pt idx="2241">SHOW</cx:pt>
          <cx:pt idx="2242">MOVIE</cx:pt>
          <cx:pt idx="2243">MOVIE</cx:pt>
          <cx:pt idx="2244">MOVIE</cx:pt>
          <cx:pt idx="2245">MOVIE</cx:pt>
          <cx:pt idx="2246">SHOW</cx:pt>
          <cx:pt idx="2247">MOVIE</cx:pt>
          <cx:pt idx="2248">MOVIE</cx:pt>
          <cx:pt idx="2249">SHOW</cx:pt>
          <cx:pt idx="2250">MOVIE</cx:pt>
          <cx:pt idx="2251">SHOW</cx:pt>
          <cx:pt idx="2252">MOVIE</cx:pt>
          <cx:pt idx="2253">MOVIE</cx:pt>
          <cx:pt idx="2254">SHOW</cx:pt>
          <cx:pt idx="2255">MOVIE</cx:pt>
          <cx:pt idx="2256">MOVIE</cx:pt>
          <cx:pt idx="2257">MOVIE</cx:pt>
          <cx:pt idx="2258">SHOW</cx:pt>
          <cx:pt idx="2259">SHOW</cx:pt>
          <cx:pt idx="2260">MOVIE</cx:pt>
          <cx:pt idx="2261">MOVIE</cx:pt>
          <cx:pt idx="2262">MOVIE</cx:pt>
          <cx:pt idx="2263">MOVIE</cx:pt>
          <cx:pt idx="2264">SHOW</cx:pt>
          <cx:pt idx="2265">SHOW</cx:pt>
          <cx:pt idx="2266">MOVIE</cx:pt>
          <cx:pt idx="2267">MOVIE</cx:pt>
          <cx:pt idx="2268">MOVIE</cx:pt>
          <cx:pt idx="2269">MOVIE</cx:pt>
          <cx:pt idx="2270">MOVIE</cx:pt>
          <cx:pt idx="2271">SHOW</cx:pt>
          <cx:pt idx="2272">MOVIE</cx:pt>
          <cx:pt idx="2273">MOVIE</cx:pt>
          <cx:pt idx="2274">SHOW</cx:pt>
          <cx:pt idx="2275">MOVIE</cx:pt>
          <cx:pt idx="2276">SHOW</cx:pt>
          <cx:pt idx="2277">SHOW</cx:pt>
          <cx:pt idx="2278">MOVIE</cx:pt>
          <cx:pt idx="2279">MOVIE</cx:pt>
          <cx:pt idx="2280">SHOW</cx:pt>
          <cx:pt idx="2281">MOVIE</cx:pt>
          <cx:pt idx="2282">MOVIE</cx:pt>
          <cx:pt idx="2283">MOVIE</cx:pt>
          <cx:pt idx="2284">MOVIE</cx:pt>
          <cx:pt idx="2285">SHOW</cx:pt>
          <cx:pt idx="2286">MOVIE</cx:pt>
          <cx:pt idx="2287">MOVIE</cx:pt>
          <cx:pt idx="2288">MOVIE</cx:pt>
          <cx:pt idx="2289">MOVIE</cx:pt>
          <cx:pt idx="2290">SHOW</cx:pt>
          <cx:pt idx="2291">SHOW</cx:pt>
          <cx:pt idx="2292">MOVIE</cx:pt>
          <cx:pt idx="2293">MOVIE</cx:pt>
          <cx:pt idx="2294">MOVIE</cx:pt>
          <cx:pt idx="2295">SHOW</cx:pt>
          <cx:pt idx="2296">MOVIE</cx:pt>
          <cx:pt idx="2297">SHOW</cx:pt>
          <cx:pt idx="2298">SHOW</cx:pt>
          <cx:pt idx="2299">MOVIE</cx:pt>
          <cx:pt idx="2300">MOVIE</cx:pt>
          <cx:pt idx="2301">SHOW</cx:pt>
          <cx:pt idx="2302">MOVIE</cx:pt>
          <cx:pt idx="2303">MOVIE</cx:pt>
          <cx:pt idx="2304">MOVIE</cx:pt>
          <cx:pt idx="2305">SHOW</cx:pt>
          <cx:pt idx="2306">MOVIE</cx:pt>
          <cx:pt idx="2307">MOVIE</cx:pt>
          <cx:pt idx="2308">MOVIE</cx:pt>
          <cx:pt idx="2309">MOVIE</cx:pt>
          <cx:pt idx="2310">MOVIE</cx:pt>
          <cx:pt idx="2311">MOVIE</cx:pt>
          <cx:pt idx="2312">SHOW</cx:pt>
          <cx:pt idx="2313">SHOW</cx:pt>
          <cx:pt idx="2314">MOVIE</cx:pt>
          <cx:pt idx="2315">SHOW</cx:pt>
          <cx:pt idx="2316">SHOW</cx:pt>
          <cx:pt idx="2317">SHOW</cx:pt>
          <cx:pt idx="2318">SHOW</cx:pt>
          <cx:pt idx="2319">MOVIE</cx:pt>
          <cx:pt idx="2320">SHOW</cx:pt>
          <cx:pt idx="2321">SHOW</cx:pt>
          <cx:pt idx="2322">SHOW</cx:pt>
          <cx:pt idx="2323">SHOW</cx:pt>
          <cx:pt idx="2324">MOVIE</cx:pt>
          <cx:pt idx="2325">MOVIE</cx:pt>
          <cx:pt idx="2326">MOVIE</cx:pt>
          <cx:pt idx="2327">SHOW</cx:pt>
          <cx:pt idx="2328">MOVIE</cx:pt>
          <cx:pt idx="2329">SHOW</cx:pt>
          <cx:pt idx="2330">MOVIE</cx:pt>
          <cx:pt idx="2331">MOVIE</cx:pt>
          <cx:pt idx="2332">MOVIE</cx:pt>
          <cx:pt idx="2333">MOVIE</cx:pt>
          <cx:pt idx="2334">SHOW</cx:pt>
          <cx:pt idx="2335">MOVIE</cx:pt>
          <cx:pt idx="2336">SHOW</cx:pt>
          <cx:pt idx="2337">MOVIE</cx:pt>
          <cx:pt idx="2338">SHOW</cx:pt>
          <cx:pt idx="2339">MOVIE</cx:pt>
          <cx:pt idx="2340">MOVIE</cx:pt>
          <cx:pt idx="2341">MOVIE</cx:pt>
          <cx:pt idx="2342">SHOW</cx:pt>
          <cx:pt idx="2343">MOVIE</cx:pt>
          <cx:pt idx="2344">MOVIE</cx:pt>
          <cx:pt idx="2345">SHOW</cx:pt>
          <cx:pt idx="2346">SHOW</cx:pt>
          <cx:pt idx="2347">MOVIE</cx:pt>
          <cx:pt idx="2348">SHOW</cx:pt>
          <cx:pt idx="2349">SHOW</cx:pt>
          <cx:pt idx="2350">SHOW</cx:pt>
          <cx:pt idx="2351">SHOW</cx:pt>
          <cx:pt idx="2352">MOVIE</cx:pt>
          <cx:pt idx="2353">MOVIE</cx:pt>
          <cx:pt idx="2354">MOVIE</cx:pt>
          <cx:pt idx="2355">MOVIE</cx:pt>
          <cx:pt idx="2356">SHOW</cx:pt>
          <cx:pt idx="2357">MOVIE</cx:pt>
          <cx:pt idx="2358">MOVIE</cx:pt>
          <cx:pt idx="2359">SHOW</cx:pt>
          <cx:pt idx="2360">MOVIE</cx:pt>
          <cx:pt idx="2361">MOVIE</cx:pt>
          <cx:pt idx="2362">SHOW</cx:pt>
          <cx:pt idx="2363">MOVIE</cx:pt>
          <cx:pt idx="2364">MOVIE</cx:pt>
          <cx:pt idx="2365">MOVIE</cx:pt>
          <cx:pt idx="2366">SHOW</cx:pt>
          <cx:pt idx="2367">SHOW</cx:pt>
          <cx:pt idx="2368">SHOW</cx:pt>
          <cx:pt idx="2369">SHOW</cx:pt>
          <cx:pt idx="2370">SHOW</cx:pt>
          <cx:pt idx="2371">MOVIE</cx:pt>
          <cx:pt idx="2372">MOVIE</cx:pt>
          <cx:pt idx="2373">MOVIE</cx:pt>
          <cx:pt idx="2374">MOVIE</cx:pt>
          <cx:pt idx="2375">MOVIE</cx:pt>
          <cx:pt idx="2376">MOVIE</cx:pt>
          <cx:pt idx="2377">SHOW</cx:pt>
          <cx:pt idx="2378">SHOW</cx:pt>
          <cx:pt idx="2379">MOVIE</cx:pt>
          <cx:pt idx="2380">SHOW</cx:pt>
          <cx:pt idx="2381">MOVIE</cx:pt>
          <cx:pt idx="2382">MOVIE</cx:pt>
          <cx:pt idx="2383">MOVIE</cx:pt>
          <cx:pt idx="2384">MOVIE</cx:pt>
          <cx:pt idx="2385">SHOW</cx:pt>
          <cx:pt idx="2386">MOVIE</cx:pt>
          <cx:pt idx="2387">SHOW</cx:pt>
          <cx:pt idx="2388">MOVIE</cx:pt>
          <cx:pt idx="2389">MOVIE</cx:pt>
          <cx:pt idx="2390">MOVIE</cx:pt>
          <cx:pt idx="2391">MOVIE</cx:pt>
          <cx:pt idx="2392">MOVIE</cx:pt>
          <cx:pt idx="2393">MOVIE</cx:pt>
          <cx:pt idx="2394">MOVIE</cx:pt>
          <cx:pt idx="2395">MOVIE</cx:pt>
          <cx:pt idx="2396">MOVIE</cx:pt>
          <cx:pt idx="2397">MOVIE</cx:pt>
          <cx:pt idx="2398">MOVIE</cx:pt>
          <cx:pt idx="2399">MOVIE</cx:pt>
          <cx:pt idx="2400">MOVIE</cx:pt>
          <cx:pt idx="2401">MOVIE</cx:pt>
          <cx:pt idx="2402">MOVIE</cx:pt>
          <cx:pt idx="2403">MOVIE</cx:pt>
          <cx:pt idx="2404">MOVIE</cx:pt>
          <cx:pt idx="2405">MOVIE</cx:pt>
          <cx:pt idx="2406">MOVIE</cx:pt>
          <cx:pt idx="2407">MOVIE</cx:pt>
          <cx:pt idx="2408">SHOW</cx:pt>
          <cx:pt idx="2409">MOVIE</cx:pt>
          <cx:pt idx="2410">MOVIE</cx:pt>
          <cx:pt idx="2411">MOVIE</cx:pt>
          <cx:pt idx="2412">MOVIE</cx:pt>
          <cx:pt idx="2413">SHOW</cx:pt>
          <cx:pt idx="2414">MOVIE</cx:pt>
          <cx:pt idx="2415">MOVIE</cx:pt>
          <cx:pt idx="2416">MOVIE</cx:pt>
          <cx:pt idx="2417">MOVIE</cx:pt>
          <cx:pt idx="2418">MOVIE</cx:pt>
          <cx:pt idx="2419">MOVIE</cx:pt>
          <cx:pt idx="2420">SHOW</cx:pt>
          <cx:pt idx="2421">SHOW</cx:pt>
          <cx:pt idx="2422">SHOW</cx:pt>
          <cx:pt idx="2423">SHOW</cx:pt>
          <cx:pt idx="2424">SHOW</cx:pt>
          <cx:pt idx="2425">SHOW</cx:pt>
          <cx:pt idx="2426">SHOW</cx:pt>
          <cx:pt idx="2427">MOVIE</cx:pt>
          <cx:pt idx="2428">SHOW</cx:pt>
          <cx:pt idx="2429">MOVIE</cx:pt>
          <cx:pt idx="2430">MOVIE</cx:pt>
          <cx:pt idx="2431">MOVIE</cx:pt>
          <cx:pt idx="2432">MOVIE</cx:pt>
          <cx:pt idx="2433">MOVIE</cx:pt>
          <cx:pt idx="2434">MOVIE</cx:pt>
          <cx:pt idx="2435">MOVIE</cx:pt>
          <cx:pt idx="2436">MOVIE</cx:pt>
          <cx:pt idx="2437">MOVIE</cx:pt>
          <cx:pt idx="2438">MOVIE</cx:pt>
          <cx:pt idx="2439">MOVIE</cx:pt>
          <cx:pt idx="2440">MOVIE</cx:pt>
          <cx:pt idx="2441">MOVIE</cx:pt>
          <cx:pt idx="2442">SHOW</cx:pt>
          <cx:pt idx="2443">SHOW</cx:pt>
          <cx:pt idx="2444">MOVIE</cx:pt>
          <cx:pt idx="2445">MOVIE</cx:pt>
          <cx:pt idx="2446">MOVIE</cx:pt>
          <cx:pt idx="2447">SHOW</cx:pt>
          <cx:pt idx="2448">SHOW</cx:pt>
          <cx:pt idx="2449">MOVIE</cx:pt>
          <cx:pt idx="2450">MOVIE</cx:pt>
          <cx:pt idx="2451">SHOW</cx:pt>
          <cx:pt idx="2452">SHOW</cx:pt>
          <cx:pt idx="2453">MOVIE</cx:pt>
          <cx:pt idx="2454">SHOW</cx:pt>
          <cx:pt idx="2455">SHOW</cx:pt>
          <cx:pt idx="2456">MOVIE</cx:pt>
          <cx:pt idx="2457">MOVIE</cx:pt>
          <cx:pt idx="2458">SHOW</cx:pt>
          <cx:pt idx="2459">MOVIE</cx:pt>
          <cx:pt idx="2460">SHOW</cx:pt>
          <cx:pt idx="2461">SHOW</cx:pt>
          <cx:pt idx="2462">MOVIE</cx:pt>
          <cx:pt idx="2463">MOVIE</cx:pt>
          <cx:pt idx="2464">SHOW</cx:pt>
          <cx:pt idx="2465">MOVIE</cx:pt>
          <cx:pt idx="2466">MOVIE</cx:pt>
          <cx:pt idx="2467">MOVIE</cx:pt>
          <cx:pt idx="2468">SHOW</cx:pt>
          <cx:pt idx="2469">MOVIE</cx:pt>
          <cx:pt idx="2470">SHOW</cx:pt>
          <cx:pt idx="2471">SHOW</cx:pt>
          <cx:pt idx="2472">MOVIE</cx:pt>
          <cx:pt idx="2473">MOVIE</cx:pt>
          <cx:pt idx="2474">MOVIE</cx:pt>
          <cx:pt idx="2475">MOVIE</cx:pt>
          <cx:pt idx="2476">MOVIE</cx:pt>
          <cx:pt idx="2477">MOVIE</cx:pt>
          <cx:pt idx="2478">SHOW</cx:pt>
          <cx:pt idx="2479">MOVIE</cx:pt>
          <cx:pt idx="2480">MOVIE</cx:pt>
          <cx:pt idx="2481">MOVIE</cx:pt>
          <cx:pt idx="2482">MOVIE</cx:pt>
          <cx:pt idx="2483">MOVIE</cx:pt>
          <cx:pt idx="2484">MOVIE</cx:pt>
          <cx:pt idx="2485">MOVIE</cx:pt>
          <cx:pt idx="2486">MOVIE</cx:pt>
          <cx:pt idx="2487">SHOW</cx:pt>
          <cx:pt idx="2488">SHOW</cx:pt>
          <cx:pt idx="2489">MOVIE</cx:pt>
          <cx:pt idx="2490">MOVIE</cx:pt>
          <cx:pt idx="2491">MOVIE</cx:pt>
          <cx:pt idx="2492">MOVIE</cx:pt>
          <cx:pt idx="2493">MOVIE</cx:pt>
          <cx:pt idx="2494">MOVIE</cx:pt>
          <cx:pt idx="2495">SHOW</cx:pt>
          <cx:pt idx="2496">MOVIE</cx:pt>
          <cx:pt idx="2497">MOVIE</cx:pt>
          <cx:pt idx="2498">MOVIE</cx:pt>
          <cx:pt idx="2499">MOVIE</cx:pt>
          <cx:pt idx="2500">MOVIE</cx:pt>
          <cx:pt idx="2501">MOVIE</cx:pt>
          <cx:pt idx="2502">MOVIE</cx:pt>
          <cx:pt idx="2503">SHOW</cx:pt>
          <cx:pt idx="2504">MOVIE</cx:pt>
          <cx:pt idx="2505">MOVIE</cx:pt>
          <cx:pt idx="2506">MOVIE</cx:pt>
          <cx:pt idx="2507">MOVIE</cx:pt>
          <cx:pt idx="2508">MOVIE</cx:pt>
          <cx:pt idx="2509">MOVIE</cx:pt>
          <cx:pt idx="2510">SHOW</cx:pt>
          <cx:pt idx="2511">SHOW</cx:pt>
          <cx:pt idx="2512">MOVIE</cx:pt>
          <cx:pt idx="2513">SHOW</cx:pt>
          <cx:pt idx="2514">MOVIE</cx:pt>
          <cx:pt idx="2515">MOVIE</cx:pt>
          <cx:pt idx="2516">SHOW</cx:pt>
          <cx:pt idx="2517">SHOW</cx:pt>
          <cx:pt idx="2518">MOVIE</cx:pt>
          <cx:pt idx="2519">MOVIE</cx:pt>
          <cx:pt idx="2520">MOVIE</cx:pt>
          <cx:pt idx="2521">MOVIE</cx:pt>
          <cx:pt idx="2522">SHOW</cx:pt>
          <cx:pt idx="2523">MOVIE</cx:pt>
          <cx:pt idx="2524">MOVIE</cx:pt>
          <cx:pt idx="2525">SHOW</cx:pt>
          <cx:pt idx="2526">SHOW</cx:pt>
          <cx:pt idx="2527">MOVIE</cx:pt>
          <cx:pt idx="2528">MOVIE</cx:pt>
          <cx:pt idx="2529">MOVIE</cx:pt>
          <cx:pt idx="2530">MOVIE</cx:pt>
          <cx:pt idx="2531">MOVIE</cx:pt>
          <cx:pt idx="2532">MOVIE</cx:pt>
          <cx:pt idx="2533">MOVIE</cx:pt>
          <cx:pt idx="2534">MOVIE</cx:pt>
          <cx:pt idx="2535">MOVIE</cx:pt>
          <cx:pt idx="2536">MOVIE</cx:pt>
          <cx:pt idx="2537">MOVIE</cx:pt>
          <cx:pt idx="2538">SHOW</cx:pt>
          <cx:pt idx="2539">MOVIE</cx:pt>
          <cx:pt idx="2540">MOVIE</cx:pt>
          <cx:pt idx="2541">MOVIE</cx:pt>
          <cx:pt idx="2542">MOVIE</cx:pt>
          <cx:pt idx="2543">SHOW</cx:pt>
          <cx:pt idx="2544">MOVIE</cx:pt>
          <cx:pt idx="2545">MOVIE</cx:pt>
          <cx:pt idx="2546">MOVIE</cx:pt>
          <cx:pt idx="2547">SHOW</cx:pt>
          <cx:pt idx="2548">MOVIE</cx:pt>
          <cx:pt idx="2549">MOVIE</cx:pt>
          <cx:pt idx="2550">MOVIE</cx:pt>
          <cx:pt idx="2551">MOVIE</cx:pt>
          <cx:pt idx="2552">SHOW</cx:pt>
          <cx:pt idx="2553">MOVIE</cx:pt>
          <cx:pt idx="2554">MOVIE</cx:pt>
          <cx:pt idx="2555">SHOW</cx:pt>
          <cx:pt idx="2556">MOVIE</cx:pt>
          <cx:pt idx="2557">MOVIE</cx:pt>
          <cx:pt idx="2558">SHOW</cx:pt>
          <cx:pt idx="2559">MOVIE</cx:pt>
          <cx:pt idx="2560">MOVIE</cx:pt>
          <cx:pt idx="2561">SHOW</cx:pt>
          <cx:pt idx="2562">MOVIE</cx:pt>
          <cx:pt idx="2563">MOVIE</cx:pt>
          <cx:pt idx="2564">MOVIE</cx:pt>
          <cx:pt idx="2565">MOVIE</cx:pt>
          <cx:pt idx="2566">MOVIE</cx:pt>
          <cx:pt idx="2567">MOVIE</cx:pt>
          <cx:pt idx="2568">MOVIE</cx:pt>
          <cx:pt idx="2569">MOVIE</cx:pt>
          <cx:pt idx="2570">SHOW</cx:pt>
          <cx:pt idx="2571">MOVIE</cx:pt>
          <cx:pt idx="2572">MOVIE</cx:pt>
          <cx:pt idx="2573">MOVIE</cx:pt>
          <cx:pt idx="2574">MOVIE</cx:pt>
          <cx:pt idx="2575">MOVIE</cx:pt>
          <cx:pt idx="2576">MOVIE</cx:pt>
          <cx:pt idx="2577">MOVIE</cx:pt>
          <cx:pt idx="2578">MOVIE</cx:pt>
          <cx:pt idx="2579">MOVIE</cx:pt>
          <cx:pt idx="2580">MOVIE</cx:pt>
          <cx:pt idx="2581">MOVIE</cx:pt>
          <cx:pt idx="2582">MOVIE</cx:pt>
          <cx:pt idx="2583">MOVIE</cx:pt>
          <cx:pt idx="2584">MOVIE</cx:pt>
          <cx:pt idx="2585">MOVIE</cx:pt>
          <cx:pt idx="2586">MOVIE</cx:pt>
          <cx:pt idx="2587">MOVIE</cx:pt>
          <cx:pt idx="2588">MOVIE</cx:pt>
          <cx:pt idx="2589">MOVIE</cx:pt>
          <cx:pt idx="2590">MOVIE</cx:pt>
          <cx:pt idx="2591">MOVIE</cx:pt>
          <cx:pt idx="2592">MOVIE</cx:pt>
          <cx:pt idx="2593">MOVIE</cx:pt>
          <cx:pt idx="2594">MOVIE</cx:pt>
          <cx:pt idx="2595">MOVIE</cx:pt>
          <cx:pt idx="2596">MOVIE</cx:pt>
          <cx:pt idx="2597">MOVIE</cx:pt>
          <cx:pt idx="2598">MOVIE</cx:pt>
          <cx:pt idx="2599">MOVIE</cx:pt>
          <cx:pt idx="2600">MOVIE</cx:pt>
          <cx:pt idx="2601">SHOW</cx:pt>
          <cx:pt idx="2602">SHOW</cx:pt>
          <cx:pt idx="2603">MOVIE</cx:pt>
          <cx:pt idx="2604">SHOW</cx:pt>
          <cx:pt idx="2605">MOVIE</cx:pt>
          <cx:pt idx="2606">SHOW</cx:pt>
          <cx:pt idx="2607">SHOW</cx:pt>
          <cx:pt idx="2608">SHOW</cx:pt>
          <cx:pt idx="2609">MOVIE</cx:pt>
          <cx:pt idx="2610">SHOW</cx:pt>
          <cx:pt idx="2611">SHOW</cx:pt>
          <cx:pt idx="2612">MOVIE</cx:pt>
          <cx:pt idx="2613">MOVIE</cx:pt>
          <cx:pt idx="2614">SHOW</cx:pt>
          <cx:pt idx="2615">SHOW</cx:pt>
          <cx:pt idx="2616">MOVIE</cx:pt>
          <cx:pt idx="2617">MOVIE</cx:pt>
          <cx:pt idx="2618">MOVIE</cx:pt>
          <cx:pt idx="2619">MOVIE</cx:pt>
          <cx:pt idx="2620">MOVIE</cx:pt>
          <cx:pt idx="2621">MOVIE</cx:pt>
          <cx:pt idx="2622">SHOW</cx:pt>
          <cx:pt idx="2623">MOVIE</cx:pt>
          <cx:pt idx="2624">MOVIE</cx:pt>
          <cx:pt idx="2625">MOVIE</cx:pt>
          <cx:pt idx="2626">SHOW</cx:pt>
          <cx:pt idx="2627">MOVIE</cx:pt>
          <cx:pt idx="2628">MOVIE</cx:pt>
          <cx:pt idx="2629">MOVIE</cx:pt>
          <cx:pt idx="2630">MOVIE</cx:pt>
          <cx:pt idx="2631">MOVIE</cx:pt>
          <cx:pt idx="2632">MOVIE</cx:pt>
          <cx:pt idx="2633">SHOW</cx:pt>
          <cx:pt idx="2634">MOVIE</cx:pt>
          <cx:pt idx="2635">MOVIE</cx:pt>
          <cx:pt idx="2636">MOVIE</cx:pt>
          <cx:pt idx="2637">SHOW</cx:pt>
          <cx:pt idx="2638">SHOW</cx:pt>
          <cx:pt idx="2639">MOVIE</cx:pt>
          <cx:pt idx="2640">SHOW</cx:pt>
          <cx:pt idx="2641">SHOW</cx:pt>
          <cx:pt idx="2642">SHOW</cx:pt>
          <cx:pt idx="2643">MOVIE</cx:pt>
          <cx:pt idx="2644">MOVIE</cx:pt>
          <cx:pt idx="2645">SHOW</cx:pt>
          <cx:pt idx="2646">MOVIE</cx:pt>
          <cx:pt idx="2647">MOVIE</cx:pt>
          <cx:pt idx="2648">MOVIE</cx:pt>
          <cx:pt idx="2649">MOVIE</cx:pt>
          <cx:pt idx="2650">MOVIE</cx:pt>
          <cx:pt idx="2651">SHOW</cx:pt>
          <cx:pt idx="2652">MOVIE</cx:pt>
          <cx:pt idx="2653">MOVIE</cx:pt>
          <cx:pt idx="2654">MOVIE</cx:pt>
          <cx:pt idx="2655">MOVIE</cx:pt>
          <cx:pt idx="2656">SHOW</cx:pt>
          <cx:pt idx="2657">MOVIE</cx:pt>
          <cx:pt idx="2658">MOVIE</cx:pt>
          <cx:pt idx="2659">MOVIE</cx:pt>
          <cx:pt idx="2660">MOVIE</cx:pt>
          <cx:pt idx="2661">SHOW</cx:pt>
          <cx:pt idx="2662">MOVIE</cx:pt>
          <cx:pt idx="2663">MOVIE</cx:pt>
          <cx:pt idx="2664">SHOW</cx:pt>
          <cx:pt idx="2665">MOVIE</cx:pt>
          <cx:pt idx="2666">MOVIE</cx:pt>
          <cx:pt idx="2667">MOVIE</cx:pt>
          <cx:pt idx="2668">SHOW</cx:pt>
          <cx:pt idx="2669">MOVIE</cx:pt>
          <cx:pt idx="2670">MOVIE</cx:pt>
          <cx:pt idx="2671">MOVIE</cx:pt>
          <cx:pt idx="2672">MOVIE</cx:pt>
          <cx:pt idx="2673">MOVIE</cx:pt>
          <cx:pt idx="2674">MOVIE</cx:pt>
          <cx:pt idx="2675">MOVIE</cx:pt>
          <cx:pt idx="2676">MOVIE</cx:pt>
          <cx:pt idx="2677">MOVIE</cx:pt>
          <cx:pt idx="2678">SHOW</cx:pt>
          <cx:pt idx="2679">MOVIE</cx:pt>
          <cx:pt idx="2680">MOVIE</cx:pt>
          <cx:pt idx="2681">MOVIE</cx:pt>
          <cx:pt idx="2682">MOVIE</cx:pt>
          <cx:pt idx="2683">MOVIE</cx:pt>
          <cx:pt idx="2684">MOVIE</cx:pt>
          <cx:pt idx="2685">MOVIE</cx:pt>
          <cx:pt idx="2686">MOVIE</cx:pt>
          <cx:pt idx="2687">MOVIE</cx:pt>
          <cx:pt idx="2688">SHOW</cx:pt>
          <cx:pt idx="2689">MOVIE</cx:pt>
          <cx:pt idx="2690">MOVIE</cx:pt>
          <cx:pt idx="2691">MOVIE</cx:pt>
          <cx:pt idx="2692">MOVIE</cx:pt>
          <cx:pt idx="2693">MOVIE</cx:pt>
          <cx:pt idx="2694">SHOW</cx:pt>
          <cx:pt idx="2695">MOVIE</cx:pt>
          <cx:pt idx="2696">MOVIE</cx:pt>
          <cx:pt idx="2697">MOVIE</cx:pt>
          <cx:pt idx="2698">MOVIE</cx:pt>
          <cx:pt idx="2699">MOVIE</cx:pt>
          <cx:pt idx="2700">MOVIE</cx:pt>
          <cx:pt idx="2701">MOVIE</cx:pt>
          <cx:pt idx="2702">MOVIE</cx:pt>
          <cx:pt idx="2703">MOVIE</cx:pt>
          <cx:pt idx="2704">MOVIE</cx:pt>
          <cx:pt idx="2705">SHOW</cx:pt>
          <cx:pt idx="2706">MOVIE</cx:pt>
          <cx:pt idx="2707">MOVIE</cx:pt>
          <cx:pt idx="2708">MOVIE</cx:pt>
          <cx:pt idx="2709">SHOW</cx:pt>
          <cx:pt idx="2710">MOVIE</cx:pt>
          <cx:pt idx="2711">MOVIE</cx:pt>
          <cx:pt idx="2712">MOVIE</cx:pt>
          <cx:pt idx="2713">MOVIE</cx:pt>
          <cx:pt idx="2714">MOVIE</cx:pt>
          <cx:pt idx="2715">MOVIE</cx:pt>
          <cx:pt idx="2716">MOVIE</cx:pt>
          <cx:pt idx="2717">SHOW</cx:pt>
          <cx:pt idx="2718">MOVIE</cx:pt>
          <cx:pt idx="2719">MOVIE</cx:pt>
          <cx:pt idx="2720">MOVIE</cx:pt>
          <cx:pt idx="2721">MOVIE</cx:pt>
          <cx:pt idx="2722">MOVIE</cx:pt>
          <cx:pt idx="2723">MOVIE</cx:pt>
          <cx:pt idx="2724">MOVIE</cx:pt>
          <cx:pt idx="2725">MOVIE</cx:pt>
          <cx:pt idx="2726">MOVIE</cx:pt>
          <cx:pt idx="2727">MOVIE</cx:pt>
          <cx:pt idx="2728">MOVIE</cx:pt>
          <cx:pt idx="2729">MOVIE</cx:pt>
          <cx:pt idx="2730">SHOW</cx:pt>
          <cx:pt idx="2731">MOVIE</cx:pt>
          <cx:pt idx="2732">MOVIE</cx:pt>
          <cx:pt idx="2733">MOVIE</cx:pt>
          <cx:pt idx="2734">MOVIE</cx:pt>
          <cx:pt idx="2735">MOVIE</cx:pt>
          <cx:pt idx="2736">MOVIE</cx:pt>
          <cx:pt idx="2737">MOVIE</cx:pt>
          <cx:pt idx="2738">MOVIE</cx:pt>
          <cx:pt idx="2739">MOVIE</cx:pt>
          <cx:pt idx="2740">MOVIE</cx:pt>
          <cx:pt idx="2741">MOVIE</cx:pt>
          <cx:pt idx="2742">MOVIE</cx:pt>
          <cx:pt idx="2743">MOVIE</cx:pt>
          <cx:pt idx="2744">SHOW</cx:pt>
          <cx:pt idx="2745">SHOW</cx:pt>
          <cx:pt idx="2746">MOVIE</cx:pt>
          <cx:pt idx="2747">MOVIE</cx:pt>
          <cx:pt idx="2748">MOVIE</cx:pt>
          <cx:pt idx="2749">MOVIE</cx:pt>
          <cx:pt idx="2750">MOVIE</cx:pt>
          <cx:pt idx="2751">MOVIE</cx:pt>
          <cx:pt idx="2752">MOVIE</cx:pt>
          <cx:pt idx="2753">MOVIE</cx:pt>
          <cx:pt idx="2754">MOVIE</cx:pt>
          <cx:pt idx="2755">MOVIE</cx:pt>
          <cx:pt idx="2756">SHOW</cx:pt>
          <cx:pt idx="2757">SHOW</cx:pt>
          <cx:pt idx="2758">MOVIE</cx:pt>
          <cx:pt idx="2759">MOVIE</cx:pt>
          <cx:pt idx="2760">MOVIE</cx:pt>
          <cx:pt idx="2761">MOVIE</cx:pt>
          <cx:pt idx="2762">SHOW</cx:pt>
          <cx:pt idx="2763">MOVIE</cx:pt>
          <cx:pt idx="2764">MOVIE</cx:pt>
          <cx:pt idx="2765">MOVIE</cx:pt>
          <cx:pt idx="2766">MOVIE</cx:pt>
          <cx:pt idx="2767">MOVIE</cx:pt>
          <cx:pt idx="2768">MOVIE</cx:pt>
          <cx:pt idx="2769">SHOW</cx:pt>
          <cx:pt idx="2770">MOVIE</cx:pt>
          <cx:pt idx="2771">MOVIE</cx:pt>
          <cx:pt idx="2772">SHOW</cx:pt>
          <cx:pt idx="2773">SHOW</cx:pt>
          <cx:pt idx="2774">MOVIE</cx:pt>
          <cx:pt idx="2775">MOVIE</cx:pt>
          <cx:pt idx="2776">MOVIE</cx:pt>
          <cx:pt idx="2777">SHOW</cx:pt>
          <cx:pt idx="2778">MOVIE</cx:pt>
          <cx:pt idx="2779">MOVIE</cx:pt>
          <cx:pt idx="2780">MOVIE</cx:pt>
          <cx:pt idx="2781">SHOW</cx:pt>
          <cx:pt idx="2782">SHOW</cx:pt>
          <cx:pt idx="2783">MOVIE</cx:pt>
          <cx:pt idx="2784">MOVIE</cx:pt>
          <cx:pt idx="2785">MOVIE</cx:pt>
          <cx:pt idx="2786">MOVIE</cx:pt>
          <cx:pt idx="2787">MOVIE</cx:pt>
          <cx:pt idx="2788">MOVIE</cx:pt>
          <cx:pt idx="2789">SHOW</cx:pt>
          <cx:pt idx="2790">MOVIE</cx:pt>
          <cx:pt idx="2791">MOVIE</cx:pt>
          <cx:pt idx="2792">MOVIE</cx:pt>
          <cx:pt idx="2793">MOVIE</cx:pt>
          <cx:pt idx="2794">MOVIE</cx:pt>
          <cx:pt idx="2795">MOVIE</cx:pt>
          <cx:pt idx="2796">MOVIE</cx:pt>
          <cx:pt idx="2797">MOVIE</cx:pt>
          <cx:pt idx="2798">MOVIE</cx:pt>
          <cx:pt idx="2799">SHOW</cx:pt>
          <cx:pt idx="2800">MOVIE</cx:pt>
          <cx:pt idx="2801">MOVIE</cx:pt>
          <cx:pt idx="2802">MOVIE</cx:pt>
          <cx:pt idx="2803">SHOW</cx:pt>
          <cx:pt idx="2804">MOVIE</cx:pt>
          <cx:pt idx="2805">MOVIE</cx:pt>
          <cx:pt idx="2806">MOVIE</cx:pt>
          <cx:pt idx="2807">MOVIE</cx:pt>
          <cx:pt idx="2808">MOVIE</cx:pt>
          <cx:pt idx="2809">MOVIE</cx:pt>
          <cx:pt idx="2810">MOVIE</cx:pt>
          <cx:pt idx="2811">MOVIE</cx:pt>
          <cx:pt idx="2812">MOVIE</cx:pt>
          <cx:pt idx="2813">MOVIE</cx:pt>
          <cx:pt idx="2814">MOVIE</cx:pt>
          <cx:pt idx="2815">MOVIE</cx:pt>
          <cx:pt idx="2816">MOVIE</cx:pt>
          <cx:pt idx="2817">MOVIE</cx:pt>
          <cx:pt idx="2818">MOVIE</cx:pt>
          <cx:pt idx="2819">MOVIE</cx:pt>
          <cx:pt idx="2820">MOVIE</cx:pt>
          <cx:pt idx="2821">MOVIE</cx:pt>
          <cx:pt idx="2822">SHOW</cx:pt>
          <cx:pt idx="2823">MOVIE</cx:pt>
          <cx:pt idx="2824">SHOW</cx:pt>
          <cx:pt idx="2825">MOVIE</cx:pt>
          <cx:pt idx="2826">SHOW</cx:pt>
          <cx:pt idx="2827">MOVIE</cx:pt>
          <cx:pt idx="2828">MOVIE</cx:pt>
          <cx:pt idx="2829">MOVIE</cx:pt>
          <cx:pt idx="2830">MOVIE</cx:pt>
          <cx:pt idx="2831">MOVIE</cx:pt>
          <cx:pt idx="2832">MOVIE</cx:pt>
          <cx:pt idx="2833">MOVIE</cx:pt>
          <cx:pt idx="2834">MOVIE</cx:pt>
          <cx:pt idx="2835">MOVIE</cx:pt>
          <cx:pt idx="2836">MOVIE</cx:pt>
          <cx:pt idx="2837">MOVIE</cx:pt>
          <cx:pt idx="2838">MOVIE</cx:pt>
          <cx:pt idx="2839">MOVIE</cx:pt>
          <cx:pt idx="2840">MOVIE</cx:pt>
          <cx:pt idx="2841">MOVIE</cx:pt>
          <cx:pt idx="2842">MOVIE</cx:pt>
          <cx:pt idx="2843">MOVIE</cx:pt>
          <cx:pt idx="2844">MOVIE</cx:pt>
          <cx:pt idx="2845">MOVIE</cx:pt>
          <cx:pt idx="2846">MOVIE</cx:pt>
          <cx:pt idx="2847">SHOW</cx:pt>
          <cx:pt idx="2848">MOVIE</cx:pt>
          <cx:pt idx="2849">MOVIE</cx:pt>
          <cx:pt idx="2850">MOVIE</cx:pt>
          <cx:pt idx="2851">MOVIE</cx:pt>
          <cx:pt idx="2852">MOVIE</cx:pt>
          <cx:pt idx="2853">MOVIE</cx:pt>
          <cx:pt idx="2854">MOVIE</cx:pt>
          <cx:pt idx="2855">MOVIE</cx:pt>
          <cx:pt idx="2856">MOVIE</cx:pt>
          <cx:pt idx="2857">MOVIE</cx:pt>
          <cx:pt idx="2858">MOVIE</cx:pt>
          <cx:pt idx="2859">MOVIE</cx:pt>
          <cx:pt idx="2860">MOVIE</cx:pt>
          <cx:pt idx="2861">MOVIE</cx:pt>
          <cx:pt idx="2862">SHOW</cx:pt>
          <cx:pt idx="2863">MOVIE</cx:pt>
          <cx:pt idx="2864">MOVIE</cx:pt>
          <cx:pt idx="2865">MOVIE</cx:pt>
          <cx:pt idx="2866">MOVIE</cx:pt>
          <cx:pt idx="2867">MOVIE</cx:pt>
          <cx:pt idx="2868">MOVIE</cx:pt>
          <cx:pt idx="2869">MOVIE</cx:pt>
          <cx:pt idx="2870">MOVIE</cx:pt>
          <cx:pt idx="2871">MOVIE</cx:pt>
          <cx:pt idx="2872">MOVIE</cx:pt>
          <cx:pt idx="2873">MOVIE</cx:pt>
          <cx:pt idx="2874">MOVIE</cx:pt>
          <cx:pt idx="2875">MOVIE</cx:pt>
          <cx:pt idx="2876">MOVIE</cx:pt>
          <cx:pt idx="2877">MOVIE</cx:pt>
          <cx:pt idx="2878">MOVIE</cx:pt>
          <cx:pt idx="2879">SHOW</cx:pt>
          <cx:pt idx="2880">MOVIE</cx:pt>
          <cx:pt idx="2881">MOVIE</cx:pt>
          <cx:pt idx="2882">MOVIE</cx:pt>
          <cx:pt idx="2883">MOVIE</cx:pt>
          <cx:pt idx="2884">MOVIE</cx:pt>
          <cx:pt idx="2885">MOVIE</cx:pt>
          <cx:pt idx="2886">MOVIE</cx:pt>
          <cx:pt idx="2887">MOVIE</cx:pt>
          <cx:pt idx="2888">MOVIE</cx:pt>
          <cx:pt idx="2889">MOVIE</cx:pt>
          <cx:pt idx="2890">MOVIE</cx:pt>
          <cx:pt idx="2891">MOVIE</cx:pt>
          <cx:pt idx="2892">MOVIE</cx:pt>
          <cx:pt idx="2893">MOVIE</cx:pt>
          <cx:pt idx="2894">MOVIE</cx:pt>
          <cx:pt idx="2895">MOVIE</cx:pt>
          <cx:pt idx="2896">MOVIE</cx:pt>
          <cx:pt idx="2897">MOVIE</cx:pt>
          <cx:pt idx="2898">MOVIE</cx:pt>
          <cx:pt idx="2899">MOVIE</cx:pt>
          <cx:pt idx="2900">MOVIE</cx:pt>
          <cx:pt idx="2901">MOVIE</cx:pt>
          <cx:pt idx="2902">MOVIE</cx:pt>
          <cx:pt idx="2903">MOVIE</cx:pt>
          <cx:pt idx="2904">SHOW</cx:pt>
          <cx:pt idx="2905">MOVIE</cx:pt>
          <cx:pt idx="2906">MOVIE</cx:pt>
          <cx:pt idx="2907">MOVIE</cx:pt>
          <cx:pt idx="2908">SHOW</cx:pt>
          <cx:pt idx="2909">MOVIE</cx:pt>
          <cx:pt idx="2910">MOVIE</cx:pt>
          <cx:pt idx="2911">MOVIE</cx:pt>
          <cx:pt idx="2912">MOVIE</cx:pt>
          <cx:pt idx="2913">SHOW</cx:pt>
          <cx:pt idx="2914">MOVIE</cx:pt>
          <cx:pt idx="2915">MOVIE</cx:pt>
          <cx:pt idx="2916">MOVIE</cx:pt>
          <cx:pt idx="2917">MOVIE</cx:pt>
          <cx:pt idx="2918">MOVIE</cx:pt>
          <cx:pt idx="2919">MOVIE</cx:pt>
          <cx:pt idx="2920">MOVIE</cx:pt>
          <cx:pt idx="2921">MOVIE</cx:pt>
          <cx:pt idx="2922">SHOW</cx:pt>
          <cx:pt idx="2923">MOVIE</cx:pt>
          <cx:pt idx="2924">SHOW</cx:pt>
          <cx:pt idx="2925">MOVIE</cx:pt>
          <cx:pt idx="2926">MOVIE</cx:pt>
          <cx:pt idx="2927">SHOW</cx:pt>
          <cx:pt idx="2928">MOVIE</cx:pt>
          <cx:pt idx="2929">MOVIE</cx:pt>
          <cx:pt idx="2930">MOVIE</cx:pt>
          <cx:pt idx="2931">MOVIE</cx:pt>
          <cx:pt idx="2932">MOVIE</cx:pt>
          <cx:pt idx="2933">MOVIE</cx:pt>
          <cx:pt idx="2934">MOVIE</cx:pt>
          <cx:pt idx="2935">MOVIE</cx:pt>
          <cx:pt idx="2936">SHOW</cx:pt>
          <cx:pt idx="2937">MOVIE</cx:pt>
          <cx:pt idx="2938">MOVIE</cx:pt>
          <cx:pt idx="2939">MOVIE</cx:pt>
          <cx:pt idx="2940">MOVIE</cx:pt>
          <cx:pt idx="2941">MOVIE</cx:pt>
          <cx:pt idx="2942">MOVIE</cx:pt>
          <cx:pt idx="2943">MOVIE</cx:pt>
          <cx:pt idx="2944">MOVIE</cx:pt>
          <cx:pt idx="2945">MOVIE</cx:pt>
          <cx:pt idx="2946">MOVIE</cx:pt>
          <cx:pt idx="2947">MOVIE</cx:pt>
          <cx:pt idx="2948">MOVIE</cx:pt>
          <cx:pt idx="2949">SHOW</cx:pt>
          <cx:pt idx="2950">MOVIE</cx:pt>
          <cx:pt idx="2951">MOVIE</cx:pt>
          <cx:pt idx="2952">SHOW</cx:pt>
          <cx:pt idx="2953">MOVIE</cx:pt>
          <cx:pt idx="2954">MOVIE</cx:pt>
          <cx:pt idx="2955">MOVIE</cx:pt>
          <cx:pt idx="2956">MOVIE</cx:pt>
          <cx:pt idx="2957">MOVIE</cx:pt>
          <cx:pt idx="2958">MOVIE</cx:pt>
          <cx:pt idx="2959">MOVIE</cx:pt>
          <cx:pt idx="2960">SHOW</cx:pt>
          <cx:pt idx="2961">MOVIE</cx:pt>
          <cx:pt idx="2962">MOVIE</cx:pt>
          <cx:pt idx="2963">SHOW</cx:pt>
          <cx:pt idx="2964">MOVIE</cx:pt>
          <cx:pt idx="2965">SHOW</cx:pt>
          <cx:pt idx="2966">SHOW</cx:pt>
          <cx:pt idx="2967">SHOW</cx:pt>
          <cx:pt idx="2968">SHOW</cx:pt>
          <cx:pt idx="2969">SHOW</cx:pt>
          <cx:pt idx="2970">SHOW</cx:pt>
          <cx:pt idx="2971">SHOW</cx:pt>
          <cx:pt idx="2972">MOVIE</cx:pt>
          <cx:pt idx="2973">MOVIE</cx:pt>
          <cx:pt idx="2974">SHOW</cx:pt>
          <cx:pt idx="2975">SHOW</cx:pt>
          <cx:pt idx="2976">MOVIE</cx:pt>
          <cx:pt idx="2977">SHOW</cx:pt>
          <cx:pt idx="2978">SHOW</cx:pt>
          <cx:pt idx="2979">SHOW</cx:pt>
          <cx:pt idx="2980">SHOW</cx:pt>
          <cx:pt idx="2981">SHOW</cx:pt>
          <cx:pt idx="2982">SHOW</cx:pt>
          <cx:pt idx="2983">SHOW</cx:pt>
          <cx:pt idx="2984">SHOW</cx:pt>
          <cx:pt idx="2985">SHOW</cx:pt>
          <cx:pt idx="2986">SHOW</cx:pt>
          <cx:pt idx="2987">SHOW</cx:pt>
          <cx:pt idx="2988">SHOW</cx:pt>
          <cx:pt idx="2989">SHOW</cx:pt>
          <cx:pt idx="2990">MOVIE</cx:pt>
          <cx:pt idx="2991">SHOW</cx:pt>
          <cx:pt idx="2992">MOVIE</cx:pt>
          <cx:pt idx="2993">MOVIE</cx:pt>
          <cx:pt idx="2994">SHOW</cx:pt>
          <cx:pt idx="2995">MOVIE</cx:pt>
          <cx:pt idx="2996">SHOW</cx:pt>
          <cx:pt idx="2997">SHOW</cx:pt>
          <cx:pt idx="2998">MOVIE</cx:pt>
          <cx:pt idx="2999">SHOW</cx:pt>
          <cx:pt idx="3000">MOVIE</cx:pt>
          <cx:pt idx="3001">MOVIE</cx:pt>
          <cx:pt idx="3002">MOVIE</cx:pt>
          <cx:pt idx="3003">MOVIE</cx:pt>
          <cx:pt idx="3004">SHOW</cx:pt>
          <cx:pt idx="3005">MOVIE</cx:pt>
          <cx:pt idx="3006">SHOW</cx:pt>
          <cx:pt idx="3007">MOVIE</cx:pt>
          <cx:pt idx="3008">MOVIE</cx:pt>
          <cx:pt idx="3009">SHOW</cx:pt>
          <cx:pt idx="3010">SHOW</cx:pt>
          <cx:pt idx="3011">SHOW</cx:pt>
          <cx:pt idx="3012">SHOW</cx:pt>
          <cx:pt idx="3013">MOVIE</cx:pt>
          <cx:pt idx="3014">MOVIE</cx:pt>
          <cx:pt idx="3015">SHOW</cx:pt>
          <cx:pt idx="3016">SHOW</cx:pt>
          <cx:pt idx="3017">SHOW</cx:pt>
          <cx:pt idx="3018">MOVIE</cx:pt>
          <cx:pt idx="3019">SHOW</cx:pt>
          <cx:pt idx="3020">SHOW</cx:pt>
          <cx:pt idx="3021">MOVIE</cx:pt>
          <cx:pt idx="3022">SHOW</cx:pt>
          <cx:pt idx="3023">MOVIE</cx:pt>
          <cx:pt idx="3024">SHOW</cx:pt>
          <cx:pt idx="3025">MOVIE</cx:pt>
          <cx:pt idx="3026">SHOW</cx:pt>
          <cx:pt idx="3027">SHOW</cx:pt>
          <cx:pt idx="3028">MOVIE</cx:pt>
          <cx:pt idx="3029">MOVIE</cx:pt>
          <cx:pt idx="3030">MOVIE</cx:pt>
          <cx:pt idx="3031">MOVIE</cx:pt>
          <cx:pt idx="3032">SHOW</cx:pt>
          <cx:pt idx="3033">SHOW</cx:pt>
          <cx:pt idx="3034">SHOW</cx:pt>
          <cx:pt idx="3035">SHOW</cx:pt>
          <cx:pt idx="3036">SHOW</cx:pt>
          <cx:pt idx="3037">SHOW</cx:pt>
          <cx:pt idx="3038">SHOW</cx:pt>
          <cx:pt idx="3039">SHOW</cx:pt>
          <cx:pt idx="3040">MOVIE</cx:pt>
          <cx:pt idx="3041">MOVIE</cx:pt>
          <cx:pt idx="3042">MOVIE</cx:pt>
          <cx:pt idx="3043">SHOW</cx:pt>
          <cx:pt idx="3044">MOVIE</cx:pt>
          <cx:pt idx="3045">MOVIE</cx:pt>
          <cx:pt idx="3046">MOVIE</cx:pt>
          <cx:pt idx="3047">MOVIE</cx:pt>
          <cx:pt idx="3048">SHOW</cx:pt>
          <cx:pt idx="3049">MOVIE</cx:pt>
          <cx:pt idx="3050">SHOW</cx:pt>
          <cx:pt idx="3051">SHOW</cx:pt>
          <cx:pt idx="3052">SHOW</cx:pt>
          <cx:pt idx="3053">MOVIE</cx:pt>
          <cx:pt idx="3054">SHOW</cx:pt>
          <cx:pt idx="3055">MOVIE</cx:pt>
          <cx:pt idx="3056">SHOW</cx:pt>
          <cx:pt idx="3057">SHOW</cx:pt>
          <cx:pt idx="3058">SHOW</cx:pt>
          <cx:pt idx="3059">SHOW</cx:pt>
          <cx:pt idx="3060">MOVIE</cx:pt>
          <cx:pt idx="3061">SHOW</cx:pt>
          <cx:pt idx="3062">MOVIE</cx:pt>
          <cx:pt idx="3063">SHOW</cx:pt>
          <cx:pt idx="3064">SHOW</cx:pt>
          <cx:pt idx="3065">MOVIE</cx:pt>
          <cx:pt idx="3066">SHOW</cx:pt>
          <cx:pt idx="3067">MOVIE</cx:pt>
          <cx:pt idx="3068">MOVIE</cx:pt>
          <cx:pt idx="3069">MOVIE</cx:pt>
          <cx:pt idx="3070">MOVIE</cx:pt>
          <cx:pt idx="3071">SHOW</cx:pt>
          <cx:pt idx="3072">SHOW</cx:pt>
          <cx:pt idx="3073">SHOW</cx:pt>
          <cx:pt idx="3074">MOVIE</cx:pt>
          <cx:pt idx="3075">MOVIE</cx:pt>
          <cx:pt idx="3076">MOVIE</cx:pt>
          <cx:pt idx="3077">SHOW</cx:pt>
          <cx:pt idx="3078">MOVIE</cx:pt>
          <cx:pt idx="3079">MOVIE</cx:pt>
          <cx:pt idx="3080">MOVIE</cx:pt>
          <cx:pt idx="3081">SHOW</cx:pt>
          <cx:pt idx="3082">MOVIE</cx:pt>
          <cx:pt idx="3083">SHOW</cx:pt>
          <cx:pt idx="3084">MOVIE</cx:pt>
          <cx:pt idx="3085">SHOW</cx:pt>
          <cx:pt idx="3086">MOVIE</cx:pt>
          <cx:pt idx="3087">MOVIE</cx:pt>
          <cx:pt idx="3088">MOVIE</cx:pt>
          <cx:pt idx="3089">SHOW</cx:pt>
          <cx:pt idx="3090">SHOW</cx:pt>
          <cx:pt idx="3091">SHOW</cx:pt>
          <cx:pt idx="3092">MOVIE</cx:pt>
          <cx:pt idx="3093">MOVIE</cx:pt>
          <cx:pt idx="3094">MOVIE</cx:pt>
          <cx:pt idx="3095">SHOW</cx:pt>
          <cx:pt idx="3096">SHOW</cx:pt>
          <cx:pt idx="3097">SHOW</cx:pt>
          <cx:pt idx="3098">SHOW</cx:pt>
          <cx:pt idx="3099">MOVIE</cx:pt>
          <cx:pt idx="3100">MOVIE</cx:pt>
          <cx:pt idx="3101">MOVIE</cx:pt>
          <cx:pt idx="3102">MOVIE</cx:pt>
          <cx:pt idx="3103">MOVIE</cx:pt>
          <cx:pt idx="3104">SHOW</cx:pt>
          <cx:pt idx="3105">SHOW</cx:pt>
          <cx:pt idx="3106">MOVIE</cx:pt>
          <cx:pt idx="3107">SHOW</cx:pt>
          <cx:pt idx="3108">MOVIE</cx:pt>
          <cx:pt idx="3109">MOVIE</cx:pt>
          <cx:pt idx="3110">SHOW</cx:pt>
          <cx:pt idx="3111">MOVIE</cx:pt>
          <cx:pt idx="3112">SHOW</cx:pt>
          <cx:pt idx="3113">MOVIE</cx:pt>
          <cx:pt idx="3114">MOVIE</cx:pt>
          <cx:pt idx="3115">SHOW</cx:pt>
          <cx:pt idx="3116">SHOW</cx:pt>
          <cx:pt idx="3117">MOVIE</cx:pt>
          <cx:pt idx="3118">MOVIE</cx:pt>
          <cx:pt idx="3119">MOVIE</cx:pt>
          <cx:pt idx="3120">MOVIE</cx:pt>
          <cx:pt idx="3121">MOVIE</cx:pt>
          <cx:pt idx="3122">SHOW</cx:pt>
          <cx:pt idx="3123">MOVIE</cx:pt>
          <cx:pt idx="3124">MOVIE</cx:pt>
          <cx:pt idx="3125">MOVIE</cx:pt>
          <cx:pt idx="3126">MOVIE</cx:pt>
          <cx:pt idx="3127">SHOW</cx:pt>
          <cx:pt idx="3128">SHOW</cx:pt>
          <cx:pt idx="3129">MOVIE</cx:pt>
          <cx:pt idx="3130">MOVIE</cx:pt>
          <cx:pt idx="3131">SHOW</cx:pt>
          <cx:pt idx="3132">SHOW</cx:pt>
          <cx:pt idx="3133">SHOW</cx:pt>
          <cx:pt idx="3134">SHOW</cx:pt>
          <cx:pt idx="3135">MOVIE</cx:pt>
          <cx:pt idx="3136">MOVIE</cx:pt>
          <cx:pt idx="3137">MOVIE</cx:pt>
          <cx:pt idx="3138">SHOW</cx:pt>
          <cx:pt idx="3139">SHOW</cx:pt>
          <cx:pt idx="3140">MOVIE</cx:pt>
          <cx:pt idx="3141">MOVIE</cx:pt>
          <cx:pt idx="3142">SHOW</cx:pt>
          <cx:pt idx="3143">SHOW</cx:pt>
          <cx:pt idx="3144">MOVIE</cx:pt>
          <cx:pt idx="3145">SHOW</cx:pt>
          <cx:pt idx="3146">MOVIE</cx:pt>
          <cx:pt idx="3147">SHOW</cx:pt>
          <cx:pt idx="3148">MOVIE</cx:pt>
          <cx:pt idx="3149">MOVIE</cx:pt>
          <cx:pt idx="3150">SHOW</cx:pt>
          <cx:pt idx="3151">MOVIE</cx:pt>
          <cx:pt idx="3152">SHOW</cx:pt>
          <cx:pt idx="3153">SHOW</cx:pt>
          <cx:pt idx="3154">MOVIE</cx:pt>
          <cx:pt idx="3155">MOVIE</cx:pt>
          <cx:pt idx="3156">MOVIE</cx:pt>
          <cx:pt idx="3157">SHOW</cx:pt>
          <cx:pt idx="3158">MOVIE</cx:pt>
          <cx:pt idx="3159">MOVIE</cx:pt>
          <cx:pt idx="3160">SHOW</cx:pt>
          <cx:pt idx="3161">SHOW</cx:pt>
          <cx:pt idx="3162">SHOW</cx:pt>
          <cx:pt idx="3163">SHOW</cx:pt>
          <cx:pt idx="3164">SHOW</cx:pt>
          <cx:pt idx="3165">MOVIE</cx:pt>
          <cx:pt idx="3166">SHOW</cx:pt>
          <cx:pt idx="3167">SHOW</cx:pt>
          <cx:pt idx="3168">MOVIE</cx:pt>
          <cx:pt idx="3169">MOVIE</cx:pt>
          <cx:pt idx="3170">MOVIE</cx:pt>
          <cx:pt idx="3171">MOVIE</cx:pt>
          <cx:pt idx="3172">MOVIE</cx:pt>
          <cx:pt idx="3173">MOVIE</cx:pt>
          <cx:pt idx="3174">SHOW</cx:pt>
          <cx:pt idx="3175">SHOW</cx:pt>
          <cx:pt idx="3176">SHOW</cx:pt>
          <cx:pt idx="3177">MOVIE</cx:pt>
          <cx:pt idx="3178">SHOW</cx:pt>
          <cx:pt idx="3179">MOVIE</cx:pt>
          <cx:pt idx="3180">MOVIE</cx:pt>
          <cx:pt idx="3181">SHOW</cx:pt>
          <cx:pt idx="3182">SHOW</cx:pt>
          <cx:pt idx="3183">MOVIE</cx:pt>
          <cx:pt idx="3184">MOVIE</cx:pt>
          <cx:pt idx="3185">MOVIE</cx:pt>
          <cx:pt idx="3186">SHOW</cx:pt>
          <cx:pt idx="3187">SHOW</cx:pt>
          <cx:pt idx="3188">MOVIE</cx:pt>
          <cx:pt idx="3189">MOVIE</cx:pt>
          <cx:pt idx="3190">SHOW</cx:pt>
          <cx:pt idx="3191">MOVIE</cx:pt>
          <cx:pt idx="3192">MOVIE</cx:pt>
          <cx:pt idx="3193">MOVIE</cx:pt>
          <cx:pt idx="3194">MOVIE</cx:pt>
          <cx:pt idx="3195">SHOW</cx:pt>
          <cx:pt idx="3196">MOVIE</cx:pt>
          <cx:pt idx="3197">SHOW</cx:pt>
          <cx:pt idx="3198">MOVIE</cx:pt>
          <cx:pt idx="3199">MOVIE</cx:pt>
          <cx:pt idx="3200">SHOW</cx:pt>
          <cx:pt idx="3201">SHOW</cx:pt>
          <cx:pt idx="3202">MOVIE</cx:pt>
          <cx:pt idx="3203">SHOW</cx:pt>
          <cx:pt idx="3204">MOVIE</cx:pt>
          <cx:pt idx="3205">MOVIE</cx:pt>
          <cx:pt idx="3206">SHOW</cx:pt>
          <cx:pt idx="3207">MOVIE</cx:pt>
          <cx:pt idx="3208">SHOW</cx:pt>
          <cx:pt idx="3209">MOVIE</cx:pt>
          <cx:pt idx="3210">SHOW</cx:pt>
          <cx:pt idx="3211">MOVIE</cx:pt>
          <cx:pt idx="3212">MOVIE</cx:pt>
          <cx:pt idx="3213">MOVIE</cx:pt>
          <cx:pt idx="3214">MOVIE</cx:pt>
          <cx:pt idx="3215">SHOW</cx:pt>
          <cx:pt idx="3216">SHOW</cx:pt>
          <cx:pt idx="3217">MOVIE</cx:pt>
          <cx:pt idx="3218">MOVIE</cx:pt>
          <cx:pt idx="3219">SHOW</cx:pt>
          <cx:pt idx="3220">MOVIE</cx:pt>
          <cx:pt idx="3221">SHOW</cx:pt>
          <cx:pt idx="3222">SHOW</cx:pt>
          <cx:pt idx="3223">SHOW</cx:pt>
          <cx:pt idx="3224">MOVIE</cx:pt>
          <cx:pt idx="3225">SHOW</cx:pt>
          <cx:pt idx="3226">SHOW</cx:pt>
          <cx:pt idx="3227">MOVIE</cx:pt>
          <cx:pt idx="3228">SHOW</cx:pt>
          <cx:pt idx="3229">MOVIE</cx:pt>
          <cx:pt idx="3230">MOVIE</cx:pt>
          <cx:pt idx="3231">SHOW</cx:pt>
          <cx:pt idx="3232">MOVIE</cx:pt>
          <cx:pt idx="3233">MOVIE</cx:pt>
          <cx:pt idx="3234">SHOW</cx:pt>
          <cx:pt idx="3235">MOVIE</cx:pt>
          <cx:pt idx="3236">MOVIE</cx:pt>
          <cx:pt idx="3237">MOVIE</cx:pt>
          <cx:pt idx="3238">MOVIE</cx:pt>
          <cx:pt idx="3239">SHOW</cx:pt>
          <cx:pt idx="3240">MOVIE</cx:pt>
          <cx:pt idx="3241">MOVIE</cx:pt>
          <cx:pt idx="3242">SHOW</cx:pt>
          <cx:pt idx="3243">SHOW</cx:pt>
          <cx:pt idx="3244">MOVIE</cx:pt>
          <cx:pt idx="3245">SHOW</cx:pt>
          <cx:pt idx="3246">MOVIE</cx:pt>
          <cx:pt idx="3247">MOVIE</cx:pt>
          <cx:pt idx="3248">SHOW</cx:pt>
          <cx:pt idx="3249">SHOW</cx:pt>
          <cx:pt idx="3250">SHOW</cx:pt>
          <cx:pt idx="3251">SHOW</cx:pt>
          <cx:pt idx="3252">MOVIE</cx:pt>
          <cx:pt idx="3253">SHOW</cx:pt>
          <cx:pt idx="3254">SHOW</cx:pt>
          <cx:pt idx="3255">MOVIE</cx:pt>
          <cx:pt idx="3256">MOVIE</cx:pt>
          <cx:pt idx="3257">SHOW</cx:pt>
          <cx:pt idx="3258">SHOW</cx:pt>
          <cx:pt idx="3259">MOVIE</cx:pt>
          <cx:pt idx="3260">MOVIE</cx:pt>
          <cx:pt idx="3261">SHOW</cx:pt>
          <cx:pt idx="3262">MOVIE</cx:pt>
          <cx:pt idx="3263">MOVIE</cx:pt>
          <cx:pt idx="3264">SHOW</cx:pt>
          <cx:pt idx="3265">SHOW</cx:pt>
          <cx:pt idx="3266">SHOW</cx:pt>
          <cx:pt idx="3267">SHOW</cx:pt>
          <cx:pt idx="3268">SHOW</cx:pt>
          <cx:pt idx="3269">MOVIE</cx:pt>
          <cx:pt idx="3270">SHOW</cx:pt>
          <cx:pt idx="3271">SHOW</cx:pt>
          <cx:pt idx="3272">MOVIE</cx:pt>
          <cx:pt idx="3273">SHOW</cx:pt>
          <cx:pt idx="3274">MOVIE</cx:pt>
          <cx:pt idx="3275">MOVIE</cx:pt>
          <cx:pt idx="3276">SHOW</cx:pt>
          <cx:pt idx="3277">SHOW</cx:pt>
          <cx:pt idx="3278">SHOW</cx:pt>
          <cx:pt idx="3279">MOVIE</cx:pt>
          <cx:pt idx="3280">SHOW</cx:pt>
          <cx:pt idx="3281">MOVIE</cx:pt>
          <cx:pt idx="3282">SHOW</cx:pt>
          <cx:pt idx="3283">MOVIE</cx:pt>
          <cx:pt idx="3284">MOVIE</cx:pt>
          <cx:pt idx="3285">MOVIE</cx:pt>
          <cx:pt idx="3286">MOVIE</cx:pt>
          <cx:pt idx="3287">MOVIE</cx:pt>
          <cx:pt idx="3288">SHOW</cx:pt>
          <cx:pt idx="3289">SHOW</cx:pt>
          <cx:pt idx="3290">SHOW</cx:pt>
          <cx:pt idx="3291">MOVIE</cx:pt>
          <cx:pt idx="3292">SHOW</cx:pt>
          <cx:pt idx="3293">SHOW</cx:pt>
          <cx:pt idx="3294">SHOW</cx:pt>
          <cx:pt idx="3295">MOVIE</cx:pt>
          <cx:pt idx="3296">MOVIE</cx:pt>
          <cx:pt idx="3297">MOVIE</cx:pt>
          <cx:pt idx="3298">MOVIE</cx:pt>
          <cx:pt idx="3299">MOVIE</cx:pt>
          <cx:pt idx="3300">MOVIE</cx:pt>
          <cx:pt idx="3301">SHOW</cx:pt>
          <cx:pt idx="3302">MOVIE</cx:pt>
          <cx:pt idx="3303">MOVIE</cx:pt>
          <cx:pt idx="3304">SHOW</cx:pt>
          <cx:pt idx="3305">MOVIE</cx:pt>
          <cx:pt idx="3306">SHOW</cx:pt>
          <cx:pt idx="3307">MOVIE</cx:pt>
          <cx:pt idx="3308">MOVIE</cx:pt>
          <cx:pt idx="3309">SHOW</cx:pt>
          <cx:pt idx="3310">SHOW</cx:pt>
          <cx:pt idx="3311">MOVIE</cx:pt>
          <cx:pt idx="3312">SHOW</cx:pt>
          <cx:pt idx="3313">SHOW</cx:pt>
          <cx:pt idx="3314">MOVIE</cx:pt>
          <cx:pt idx="3315">SHOW</cx:pt>
          <cx:pt idx="3316">SHOW</cx:pt>
          <cx:pt idx="3317">MOVIE</cx:pt>
          <cx:pt idx="3318">MOVIE</cx:pt>
          <cx:pt idx="3319">MOVIE</cx:pt>
          <cx:pt idx="3320">MOVIE</cx:pt>
          <cx:pt idx="3321">SHOW</cx:pt>
          <cx:pt idx="3322">MOVIE</cx:pt>
          <cx:pt idx="3323">SHOW</cx:pt>
          <cx:pt idx="3324">MOVIE</cx:pt>
          <cx:pt idx="3325">MOVIE</cx:pt>
          <cx:pt idx="3326">SHOW</cx:pt>
          <cx:pt idx="3327">MOVIE</cx:pt>
          <cx:pt idx="3328">MOVIE</cx:pt>
          <cx:pt idx="3329">SHOW</cx:pt>
          <cx:pt idx="3330">MOVIE</cx:pt>
          <cx:pt idx="3331">MOVIE</cx:pt>
          <cx:pt idx="3332">MOVIE</cx:pt>
          <cx:pt idx="3333">MOVIE</cx:pt>
          <cx:pt idx="3334">SHOW</cx:pt>
          <cx:pt idx="3335">MOVIE</cx:pt>
          <cx:pt idx="3336">MOVIE</cx:pt>
          <cx:pt idx="3337">SHOW</cx:pt>
          <cx:pt idx="3338">SHOW</cx:pt>
          <cx:pt idx="3339">SHOW</cx:pt>
          <cx:pt idx="3340">MOVIE</cx:pt>
          <cx:pt idx="3341">MOVIE</cx:pt>
          <cx:pt idx="3342">MOVIE</cx:pt>
          <cx:pt idx="3343">SHOW</cx:pt>
          <cx:pt idx="3344">SHOW</cx:pt>
          <cx:pt idx="3345">MOVIE</cx:pt>
          <cx:pt idx="3346">MOVIE</cx:pt>
          <cx:pt idx="3347">SHOW</cx:pt>
          <cx:pt idx="3348">MOVIE</cx:pt>
          <cx:pt idx="3349">SHOW</cx:pt>
          <cx:pt idx="3350">SHOW</cx:pt>
          <cx:pt idx="3351">SHOW</cx:pt>
          <cx:pt idx="3352">SHOW</cx:pt>
          <cx:pt idx="3353">MOVIE</cx:pt>
          <cx:pt idx="3354">SHOW</cx:pt>
          <cx:pt idx="3355">SHOW</cx:pt>
          <cx:pt idx="3356">MOVIE</cx:pt>
          <cx:pt idx="3357">SHOW</cx:pt>
          <cx:pt idx="3358">SHOW</cx:pt>
          <cx:pt idx="3359">MOVIE</cx:pt>
          <cx:pt idx="3360">SHOW</cx:pt>
          <cx:pt idx="3361">SHOW</cx:pt>
          <cx:pt idx="3362">MOVIE</cx:pt>
          <cx:pt idx="3363">MOVIE</cx:pt>
          <cx:pt idx="3364">SHOW</cx:pt>
          <cx:pt idx="3365">MOVIE</cx:pt>
          <cx:pt idx="3366">MOVIE</cx:pt>
          <cx:pt idx="3367">SHOW</cx:pt>
          <cx:pt idx="3368">SHOW</cx:pt>
          <cx:pt idx="3369">SHOW</cx:pt>
          <cx:pt idx="3370">MOVIE</cx:pt>
          <cx:pt idx="3371">MOVIE</cx:pt>
          <cx:pt idx="3372">SHOW</cx:pt>
          <cx:pt idx="3373">MOVIE</cx:pt>
          <cx:pt idx="3374">MOVIE</cx:pt>
          <cx:pt idx="3375">MOVIE</cx:pt>
          <cx:pt idx="3376">MOVIE</cx:pt>
          <cx:pt idx="3377">MOVIE</cx:pt>
          <cx:pt idx="3378">MOVIE</cx:pt>
          <cx:pt idx="3379">SHOW</cx:pt>
          <cx:pt idx="3380">SHOW</cx:pt>
          <cx:pt idx="3381">MOVIE</cx:pt>
          <cx:pt idx="3382">MOVIE</cx:pt>
          <cx:pt idx="3383">SHOW</cx:pt>
          <cx:pt idx="3384">MOVIE</cx:pt>
          <cx:pt idx="3385">SHOW</cx:pt>
          <cx:pt idx="3386">SHOW</cx:pt>
          <cx:pt idx="3387">SHOW</cx:pt>
          <cx:pt idx="3388">MOVIE</cx:pt>
          <cx:pt idx="3389">MOVIE</cx:pt>
          <cx:pt idx="3390">MOVIE</cx:pt>
          <cx:pt idx="3391">SHOW</cx:pt>
          <cx:pt idx="3392">SHOW</cx:pt>
          <cx:pt idx="3393">SHOW</cx:pt>
          <cx:pt idx="3394">MOVIE</cx:pt>
          <cx:pt idx="3395">SHOW</cx:pt>
          <cx:pt idx="3396">MOVIE</cx:pt>
          <cx:pt idx="3397">MOVIE</cx:pt>
          <cx:pt idx="3398">MOVIE</cx:pt>
          <cx:pt idx="3399">MOVIE</cx:pt>
          <cx:pt idx="3400">MOVIE</cx:pt>
          <cx:pt idx="3401">MOVIE</cx:pt>
          <cx:pt idx="3402">SHOW</cx:pt>
          <cx:pt idx="3403">MOVIE</cx:pt>
          <cx:pt idx="3404">SHOW</cx:pt>
          <cx:pt idx="3405">MOVIE</cx:pt>
          <cx:pt idx="3406">SHOW</cx:pt>
          <cx:pt idx="3407">MOVIE</cx:pt>
          <cx:pt idx="3408">MOVIE</cx:pt>
          <cx:pt idx="3409">MOVIE</cx:pt>
          <cx:pt idx="3410">MOVIE</cx:pt>
          <cx:pt idx="3411">MOVIE</cx:pt>
          <cx:pt idx="3412">SHOW</cx:pt>
          <cx:pt idx="3413">SHOW</cx:pt>
          <cx:pt idx="3414">SHOW</cx:pt>
          <cx:pt idx="3415">SHOW</cx:pt>
          <cx:pt idx="3416">SHOW</cx:pt>
          <cx:pt idx="3417">MOVIE</cx:pt>
          <cx:pt idx="3418">MOVIE</cx:pt>
          <cx:pt idx="3419">SHOW</cx:pt>
          <cx:pt idx="3420">MOVIE</cx:pt>
          <cx:pt idx="3421">SHOW</cx:pt>
          <cx:pt idx="3422">MOVIE</cx:pt>
          <cx:pt idx="3423">MOVIE</cx:pt>
          <cx:pt idx="3424">SHOW</cx:pt>
          <cx:pt idx="3425">SHOW</cx:pt>
          <cx:pt idx="3426">SHOW</cx:pt>
          <cx:pt idx="3427">MOVIE</cx:pt>
          <cx:pt idx="3428">SHOW</cx:pt>
          <cx:pt idx="3429">SHOW</cx:pt>
          <cx:pt idx="3430">MOVIE</cx:pt>
          <cx:pt idx="3431">MOVIE</cx:pt>
          <cx:pt idx="3432">MOVIE</cx:pt>
          <cx:pt idx="3433">SHOW</cx:pt>
          <cx:pt idx="3434">MOVIE</cx:pt>
          <cx:pt idx="3435">MOVIE</cx:pt>
          <cx:pt idx="3436">MOVIE</cx:pt>
          <cx:pt idx="3437">MOVIE</cx:pt>
          <cx:pt idx="3438">MOVIE</cx:pt>
          <cx:pt idx="3439">MOVIE</cx:pt>
          <cx:pt idx="3440">SHOW</cx:pt>
          <cx:pt idx="3441">MOVIE</cx:pt>
          <cx:pt idx="3442">MOVIE</cx:pt>
          <cx:pt idx="3443">SHOW</cx:pt>
          <cx:pt idx="3444">MOVIE</cx:pt>
          <cx:pt idx="3445">SHOW</cx:pt>
          <cx:pt idx="3446">MOVIE</cx:pt>
          <cx:pt idx="3447">SHOW</cx:pt>
          <cx:pt idx="3448">SHOW</cx:pt>
          <cx:pt idx="3449">MOVIE</cx:pt>
          <cx:pt idx="3450">MOVIE</cx:pt>
          <cx:pt idx="3451">SHOW</cx:pt>
          <cx:pt idx="3452">MOVIE</cx:pt>
          <cx:pt idx="3453">SHOW</cx:pt>
          <cx:pt idx="3454">SHOW</cx:pt>
          <cx:pt idx="3455">MOVIE</cx:pt>
          <cx:pt idx="3456">SHOW</cx:pt>
          <cx:pt idx="3457">MOVIE</cx:pt>
          <cx:pt idx="3458">SHOW</cx:pt>
          <cx:pt idx="3459">SHOW</cx:pt>
          <cx:pt idx="3460">SHOW</cx:pt>
          <cx:pt idx="3461">MOVIE</cx:pt>
          <cx:pt idx="3462">SHOW</cx:pt>
          <cx:pt idx="3463">MOVIE</cx:pt>
          <cx:pt idx="3464">SHOW</cx:pt>
          <cx:pt idx="3465">MOVIE</cx:pt>
          <cx:pt idx="3466">MOVIE</cx:pt>
          <cx:pt idx="3467">MOVIE</cx:pt>
          <cx:pt idx="3468">SHOW</cx:pt>
          <cx:pt idx="3469">MOVIE</cx:pt>
          <cx:pt idx="3470">MOVIE</cx:pt>
          <cx:pt idx="3471">SHOW</cx:pt>
          <cx:pt idx="3472">MOVIE</cx:pt>
          <cx:pt idx="3473">MOVIE</cx:pt>
          <cx:pt idx="3474">SHOW</cx:pt>
          <cx:pt idx="3475">MOVIE</cx:pt>
          <cx:pt idx="3476">SHOW</cx:pt>
          <cx:pt idx="3477">MOVIE</cx:pt>
          <cx:pt idx="3478">SHOW</cx:pt>
          <cx:pt idx="3479">SHOW</cx:pt>
          <cx:pt idx="3480">SHOW</cx:pt>
          <cx:pt idx="3481">SHOW</cx:pt>
          <cx:pt idx="3482">MOVIE</cx:pt>
          <cx:pt idx="3483">SHOW</cx:pt>
          <cx:pt idx="3484">MOVIE</cx:pt>
          <cx:pt idx="3485">MOVIE</cx:pt>
          <cx:pt idx="3486">MOVIE</cx:pt>
          <cx:pt idx="3487">MOVIE</cx:pt>
          <cx:pt idx="3488">MOVIE</cx:pt>
          <cx:pt idx="3489">SHOW</cx:pt>
          <cx:pt idx="3490">MOVIE</cx:pt>
          <cx:pt idx="3491">MOVIE</cx:pt>
          <cx:pt idx="3492">SHOW</cx:pt>
          <cx:pt idx="3493">MOVIE</cx:pt>
          <cx:pt idx="3494">MOVIE</cx:pt>
          <cx:pt idx="3495">MOVIE</cx:pt>
          <cx:pt idx="3496">SHOW</cx:pt>
          <cx:pt idx="3497">SHOW</cx:pt>
          <cx:pt idx="3498">SHOW</cx:pt>
          <cx:pt idx="3499">MOVIE</cx:pt>
          <cx:pt idx="3500">SHOW</cx:pt>
          <cx:pt idx="3501">SHOW</cx:pt>
          <cx:pt idx="3502">MOVIE</cx:pt>
          <cx:pt idx="3503">MOVIE</cx:pt>
          <cx:pt idx="3504">SHOW</cx:pt>
          <cx:pt idx="3505">MOVIE</cx:pt>
          <cx:pt idx="3506">MOVIE</cx:pt>
          <cx:pt idx="3507">SHOW</cx:pt>
          <cx:pt idx="3508">SHOW</cx:pt>
          <cx:pt idx="3509">MOVIE</cx:pt>
          <cx:pt idx="3510">MOVIE</cx:pt>
          <cx:pt idx="3511">SHOW</cx:pt>
          <cx:pt idx="3512">MOVIE</cx:pt>
          <cx:pt idx="3513">SHOW</cx:pt>
          <cx:pt idx="3514">SHOW</cx:pt>
          <cx:pt idx="3515">MOVIE</cx:pt>
          <cx:pt idx="3516">MOVIE</cx:pt>
          <cx:pt idx="3517">MOVIE</cx:pt>
          <cx:pt idx="3518">MOVIE</cx:pt>
          <cx:pt idx="3519">MOVIE</cx:pt>
          <cx:pt idx="3520">SHOW</cx:pt>
          <cx:pt idx="3521">SHOW</cx:pt>
          <cx:pt idx="3522">SHOW</cx:pt>
          <cx:pt idx="3523">MOVIE</cx:pt>
          <cx:pt idx="3524">SHOW</cx:pt>
          <cx:pt idx="3525">SHOW</cx:pt>
          <cx:pt idx="3526">MOVIE</cx:pt>
          <cx:pt idx="3527">SHOW</cx:pt>
          <cx:pt idx="3528">SHOW</cx:pt>
          <cx:pt idx="3529">MOVIE</cx:pt>
          <cx:pt idx="3530">SHOW</cx:pt>
          <cx:pt idx="3531">SHOW</cx:pt>
          <cx:pt idx="3532">SHOW</cx:pt>
          <cx:pt idx="3533">SHOW</cx:pt>
          <cx:pt idx="3534">MOVIE</cx:pt>
          <cx:pt idx="3535">MOVIE</cx:pt>
          <cx:pt idx="3536">SHOW</cx:pt>
          <cx:pt idx="3537">MOVIE</cx:pt>
          <cx:pt idx="3538">SHOW</cx:pt>
          <cx:pt idx="3539">MOVIE</cx:pt>
          <cx:pt idx="3540">SHOW</cx:pt>
          <cx:pt idx="3541">MOVIE</cx:pt>
          <cx:pt idx="3542">SHOW</cx:pt>
          <cx:pt idx="3543">SHOW</cx:pt>
          <cx:pt idx="3544">SHOW</cx:pt>
          <cx:pt idx="3545">SHOW</cx:pt>
          <cx:pt idx="3546">SHOW</cx:pt>
          <cx:pt idx="3547">MOVIE</cx:pt>
          <cx:pt idx="3548">MOVIE</cx:pt>
          <cx:pt idx="3549">MOVIE</cx:pt>
          <cx:pt idx="3550">MOVIE</cx:pt>
          <cx:pt idx="3551">SHOW</cx:pt>
          <cx:pt idx="3552">SHOW</cx:pt>
          <cx:pt idx="3553">MOVIE</cx:pt>
          <cx:pt idx="3554">MOVIE</cx:pt>
          <cx:pt idx="3555">SHOW</cx:pt>
          <cx:pt idx="3556">SHOW</cx:pt>
          <cx:pt idx="3557">MOVIE</cx:pt>
          <cx:pt idx="3558">MOVIE</cx:pt>
          <cx:pt idx="3559">MOVIE</cx:pt>
          <cx:pt idx="3560">MOVIE</cx:pt>
          <cx:pt idx="3561">MOVIE</cx:pt>
          <cx:pt idx="3562">SHOW</cx:pt>
          <cx:pt idx="3563">SHOW</cx:pt>
          <cx:pt idx="3564">MOVIE</cx:pt>
          <cx:pt idx="3565">SHOW</cx:pt>
          <cx:pt idx="3566">MOVIE</cx:pt>
          <cx:pt idx="3567">SHOW</cx:pt>
          <cx:pt idx="3568">SHOW</cx:pt>
          <cx:pt idx="3569">SHOW</cx:pt>
          <cx:pt idx="3570">MOVIE</cx:pt>
          <cx:pt idx="3571">MOVIE</cx:pt>
          <cx:pt idx="3572">MOVIE</cx:pt>
          <cx:pt idx="3573">SHOW</cx:pt>
          <cx:pt idx="3574">SHOW</cx:pt>
          <cx:pt idx="3575">MOVIE</cx:pt>
          <cx:pt idx="3576">SHOW</cx:pt>
          <cx:pt idx="3577">MOVIE</cx:pt>
          <cx:pt idx="3578">MOVIE</cx:pt>
          <cx:pt idx="3579">SHOW</cx:pt>
          <cx:pt idx="3580">MOVIE</cx:pt>
          <cx:pt idx="3581">MOVIE</cx:pt>
          <cx:pt idx="3582">MOVIE</cx:pt>
          <cx:pt idx="3583">MOVIE</cx:pt>
          <cx:pt idx="3584">MOVIE</cx:pt>
          <cx:pt idx="3585">SHOW</cx:pt>
          <cx:pt idx="3586">SHOW</cx:pt>
          <cx:pt idx="3587">SHOW</cx:pt>
          <cx:pt idx="3588">SHOW</cx:pt>
          <cx:pt idx="3589">SHOW</cx:pt>
          <cx:pt idx="3590">SHOW</cx:pt>
          <cx:pt idx="3591">MOVIE</cx:pt>
          <cx:pt idx="3592">SHOW</cx:pt>
          <cx:pt idx="3593">MOVIE</cx:pt>
          <cx:pt idx="3594">SHOW</cx:pt>
          <cx:pt idx="3595">SHOW</cx:pt>
          <cx:pt idx="3596">MOVIE</cx:pt>
          <cx:pt idx="3597">MOVIE</cx:pt>
          <cx:pt idx="3598">SHOW</cx:pt>
          <cx:pt idx="3599">SHOW</cx:pt>
          <cx:pt idx="3600">SHOW</cx:pt>
          <cx:pt idx="3601">MOVIE</cx:pt>
          <cx:pt idx="3602">MOVIE</cx:pt>
          <cx:pt idx="3603">SHOW</cx:pt>
          <cx:pt idx="3604">SHOW</cx:pt>
          <cx:pt idx="3605">SHOW</cx:pt>
          <cx:pt idx="3606">SHOW</cx:pt>
          <cx:pt idx="3607">SHOW</cx:pt>
          <cx:pt idx="3608">SHOW</cx:pt>
          <cx:pt idx="3609">MOVIE</cx:pt>
          <cx:pt idx="3610">MOVIE</cx:pt>
          <cx:pt idx="3611">SHOW</cx:pt>
          <cx:pt idx="3612">MOVIE</cx:pt>
          <cx:pt idx="3613">SHOW</cx:pt>
          <cx:pt idx="3614">MOVIE</cx:pt>
          <cx:pt idx="3615">MOVIE</cx:pt>
          <cx:pt idx="3616">SHOW</cx:pt>
          <cx:pt idx="3617">SHOW</cx:pt>
          <cx:pt idx="3618">MOVIE</cx:pt>
          <cx:pt idx="3619">MOVIE</cx:pt>
          <cx:pt idx="3620">SHOW</cx:pt>
          <cx:pt idx="3621">MOVIE</cx:pt>
          <cx:pt idx="3622">SHOW</cx:pt>
          <cx:pt idx="3623">SHOW</cx:pt>
          <cx:pt idx="3624">SHOW</cx:pt>
          <cx:pt idx="3625">MOVIE</cx:pt>
          <cx:pt idx="3626">SHOW</cx:pt>
          <cx:pt idx="3627">MOVIE</cx:pt>
          <cx:pt idx="3628">SHOW</cx:pt>
          <cx:pt idx="3629">SHOW</cx:pt>
          <cx:pt idx="3630">MOVIE</cx:pt>
          <cx:pt idx="3631">MOVIE</cx:pt>
          <cx:pt idx="3632">SHOW</cx:pt>
          <cx:pt idx="3633">SHOW</cx:pt>
          <cx:pt idx="3634">SHOW</cx:pt>
          <cx:pt idx="3635">SHOW</cx:pt>
          <cx:pt idx="3636">MOVIE</cx:pt>
          <cx:pt idx="3637">MOVIE</cx:pt>
          <cx:pt idx="3638">MOVIE</cx:pt>
          <cx:pt idx="3639">MOVIE</cx:pt>
          <cx:pt idx="3640">MOVIE</cx:pt>
          <cx:pt idx="3641">MOVIE</cx:pt>
          <cx:pt idx="3642">SHOW</cx:pt>
          <cx:pt idx="3643">MOVIE</cx:pt>
          <cx:pt idx="3644">SHOW</cx:pt>
          <cx:pt idx="3645">MOVIE</cx:pt>
          <cx:pt idx="3646">SHOW</cx:pt>
          <cx:pt idx="3647">MOVIE</cx:pt>
          <cx:pt idx="3648">SHOW</cx:pt>
          <cx:pt idx="3649">SHOW</cx:pt>
          <cx:pt idx="3650">MOVIE</cx:pt>
          <cx:pt idx="3651">SHOW</cx:pt>
          <cx:pt idx="3652">MOVIE</cx:pt>
          <cx:pt idx="3653">SHOW</cx:pt>
          <cx:pt idx="3654">SHOW</cx:pt>
          <cx:pt idx="3655">SHOW</cx:pt>
          <cx:pt idx="3656">MOVIE</cx:pt>
          <cx:pt idx="3657">MOVIE</cx:pt>
          <cx:pt idx="3658">SHOW</cx:pt>
          <cx:pt idx="3659">MOVIE</cx:pt>
          <cx:pt idx="3660">SHOW</cx:pt>
          <cx:pt idx="3661">SHOW</cx:pt>
          <cx:pt idx="3662">MOVIE</cx:pt>
          <cx:pt idx="3663">MOVIE</cx:pt>
          <cx:pt idx="3664">MOVIE</cx:pt>
          <cx:pt idx="3665">MOVIE</cx:pt>
          <cx:pt idx="3666">SHOW</cx:pt>
          <cx:pt idx="3667">SHOW</cx:pt>
          <cx:pt idx="3668">MOVIE</cx:pt>
          <cx:pt idx="3669">MOVIE</cx:pt>
          <cx:pt idx="3670">SHOW</cx:pt>
          <cx:pt idx="3671">SHOW</cx:pt>
          <cx:pt idx="3672">MOVIE</cx:pt>
          <cx:pt idx="3673">MOVIE</cx:pt>
          <cx:pt idx="3674">MOVIE</cx:pt>
          <cx:pt idx="3675">SHOW</cx:pt>
          <cx:pt idx="3676">MOVIE</cx:pt>
          <cx:pt idx="3677">MOVIE</cx:pt>
          <cx:pt idx="3678">SHOW</cx:pt>
          <cx:pt idx="3679">SHOW</cx:pt>
          <cx:pt idx="3680">MOVIE</cx:pt>
          <cx:pt idx="3681">SHOW</cx:pt>
          <cx:pt idx="3682">SHOW</cx:pt>
          <cx:pt idx="3683">MOVIE</cx:pt>
          <cx:pt idx="3684">SHOW</cx:pt>
          <cx:pt idx="3685">SHOW</cx:pt>
          <cx:pt idx="3686">MOVIE</cx:pt>
          <cx:pt idx="3687">MOVIE</cx:pt>
          <cx:pt idx="3688">MOVIE</cx:pt>
          <cx:pt idx="3689">SHOW</cx:pt>
          <cx:pt idx="3690">SHOW</cx:pt>
          <cx:pt idx="3691">MOVIE</cx:pt>
          <cx:pt idx="3692">SHOW</cx:pt>
          <cx:pt idx="3693">MOVIE</cx:pt>
          <cx:pt idx="3694">SHOW</cx:pt>
          <cx:pt idx="3695">MOVIE</cx:pt>
          <cx:pt idx="3696">SHOW</cx:pt>
          <cx:pt idx="3697">MOVIE</cx:pt>
          <cx:pt idx="3698">SHOW</cx:pt>
          <cx:pt idx="3699">MOVIE</cx:pt>
          <cx:pt idx="3700">MOVIE</cx:pt>
          <cx:pt idx="3701">MOVIE</cx:pt>
          <cx:pt idx="3702">SHOW</cx:pt>
          <cx:pt idx="3703">MOVIE</cx:pt>
          <cx:pt idx="3704">MOVIE</cx:pt>
          <cx:pt idx="3705">MOVIE</cx:pt>
          <cx:pt idx="3706">MOVIE</cx:pt>
          <cx:pt idx="3707">MOVIE</cx:pt>
          <cx:pt idx="3708">MOVIE</cx:pt>
          <cx:pt idx="3709">MOVIE</cx:pt>
          <cx:pt idx="3710">MOVIE</cx:pt>
          <cx:pt idx="3711">SHOW</cx:pt>
          <cx:pt idx="3712">SHOW</cx:pt>
          <cx:pt idx="3713">SHOW</cx:pt>
          <cx:pt idx="3714">MOVIE</cx:pt>
          <cx:pt idx="3715">MOVIE</cx:pt>
          <cx:pt idx="3716">SHOW</cx:pt>
          <cx:pt idx="3717">MOVIE</cx:pt>
          <cx:pt idx="3718">MOVIE</cx:pt>
          <cx:pt idx="3719">SHOW</cx:pt>
          <cx:pt idx="3720">SHOW</cx:pt>
          <cx:pt idx="3721">SHOW</cx:pt>
          <cx:pt idx="3722">MOVIE</cx:pt>
          <cx:pt idx="3723">SHOW</cx:pt>
          <cx:pt idx="3724">SHOW</cx:pt>
          <cx:pt idx="3725">MOVIE</cx:pt>
          <cx:pt idx="3726">MOVIE</cx:pt>
          <cx:pt idx="3727">SHOW</cx:pt>
          <cx:pt idx="3728">MOVIE</cx:pt>
          <cx:pt idx="3729">MOVIE</cx:pt>
          <cx:pt idx="3730">MOVIE</cx:pt>
          <cx:pt idx="3731">SHOW</cx:pt>
          <cx:pt idx="3732">SHOW</cx:pt>
          <cx:pt idx="3733">MOVIE</cx:pt>
          <cx:pt idx="3734">MOVIE</cx:pt>
          <cx:pt idx="3735">SHOW</cx:pt>
          <cx:pt idx="3736">SHOW</cx:pt>
          <cx:pt idx="3737">MOVIE</cx:pt>
          <cx:pt idx="3738">SHOW</cx:pt>
          <cx:pt idx="3739">SHOW</cx:pt>
          <cx:pt idx="3740">MOVIE</cx:pt>
          <cx:pt idx="3741">SHOW</cx:pt>
          <cx:pt idx="3742">MOVIE</cx:pt>
          <cx:pt idx="3743">MOVIE</cx:pt>
          <cx:pt idx="3744">SHOW</cx:pt>
          <cx:pt idx="3745">MOVIE</cx:pt>
          <cx:pt idx="3746">MOVIE</cx:pt>
          <cx:pt idx="3747">SHOW</cx:pt>
          <cx:pt idx="3748">SHOW</cx:pt>
          <cx:pt idx="3749">MOVIE</cx:pt>
          <cx:pt idx="3750">MOVIE</cx:pt>
          <cx:pt idx="3751">MOVIE</cx:pt>
          <cx:pt idx="3752">SHOW</cx:pt>
          <cx:pt idx="3753">MOVIE</cx:pt>
          <cx:pt idx="3754">MOVIE</cx:pt>
          <cx:pt idx="3755">MOVIE</cx:pt>
          <cx:pt idx="3756">MOVIE</cx:pt>
          <cx:pt idx="3757">SHOW</cx:pt>
          <cx:pt idx="3758">SHOW</cx:pt>
          <cx:pt idx="3759">MOVIE</cx:pt>
          <cx:pt idx="3760">MOVIE</cx:pt>
          <cx:pt idx="3761">SHOW</cx:pt>
          <cx:pt idx="3762">SHOW</cx:pt>
          <cx:pt idx="3763">MOVIE</cx:pt>
          <cx:pt idx="3764">MOVIE</cx:pt>
          <cx:pt idx="3765">MOVIE</cx:pt>
          <cx:pt idx="3766">MOVIE</cx:pt>
          <cx:pt idx="3767">SHOW</cx:pt>
          <cx:pt idx="3768">MOVIE</cx:pt>
          <cx:pt idx="3769">SHOW</cx:pt>
          <cx:pt idx="3770">SHOW</cx:pt>
          <cx:pt idx="3771">MOVIE</cx:pt>
          <cx:pt idx="3772">MOVIE</cx:pt>
          <cx:pt idx="3773">MOVIE</cx:pt>
          <cx:pt idx="3774">SHOW</cx:pt>
          <cx:pt idx="3775">SHOW</cx:pt>
          <cx:pt idx="3776">MOVIE</cx:pt>
          <cx:pt idx="3777">SHOW</cx:pt>
          <cx:pt idx="3778">SHOW</cx:pt>
          <cx:pt idx="3779">MOVIE</cx:pt>
          <cx:pt idx="3780">MOVIE</cx:pt>
          <cx:pt idx="3781">MOVIE</cx:pt>
          <cx:pt idx="3782">MOVIE</cx:pt>
          <cx:pt idx="3783">MOVIE</cx:pt>
          <cx:pt idx="3784">SHOW</cx:pt>
          <cx:pt idx="3785">MOVIE</cx:pt>
          <cx:pt idx="3786">SHOW</cx:pt>
          <cx:pt idx="3787">MOVIE</cx:pt>
          <cx:pt idx="3788">SHOW</cx:pt>
          <cx:pt idx="3789">SHOW</cx:pt>
          <cx:pt idx="3790">MOVIE</cx:pt>
          <cx:pt idx="3791">MOVIE</cx:pt>
          <cx:pt idx="3792">MOVIE</cx:pt>
          <cx:pt idx="3793">MOVIE</cx:pt>
          <cx:pt idx="3794">MOVIE</cx:pt>
          <cx:pt idx="3795">MOVIE</cx:pt>
          <cx:pt idx="3796">MOVIE</cx:pt>
          <cx:pt idx="3797">SHOW</cx:pt>
          <cx:pt idx="3798">MOVIE</cx:pt>
          <cx:pt idx="3799">MOVIE</cx:pt>
          <cx:pt idx="3800">MOVIE</cx:pt>
          <cx:pt idx="3801">SHOW</cx:pt>
          <cx:pt idx="3802">MOVIE</cx:pt>
          <cx:pt idx="3803">MOVIE</cx:pt>
          <cx:pt idx="3804">MOVIE</cx:pt>
          <cx:pt idx="3805">SHOW</cx:pt>
          <cx:pt idx="3806">MOVIE</cx:pt>
          <cx:pt idx="3807">SHOW</cx:pt>
          <cx:pt idx="3808">MOVIE</cx:pt>
          <cx:pt idx="3809">MOVIE</cx:pt>
          <cx:pt idx="3810">SHOW</cx:pt>
          <cx:pt idx="3811">MOVIE</cx:pt>
          <cx:pt idx="3812">MOVIE</cx:pt>
          <cx:pt idx="3813">MOVIE</cx:pt>
          <cx:pt idx="3814">SHOW</cx:pt>
          <cx:pt idx="3815">SHOW</cx:pt>
          <cx:pt idx="3816">MOVIE</cx:pt>
          <cx:pt idx="3817">SHOW</cx:pt>
          <cx:pt idx="3818">MOVIE</cx:pt>
          <cx:pt idx="3819">SHOW</cx:pt>
          <cx:pt idx="3820">MOVIE</cx:pt>
          <cx:pt idx="3821">MOVIE</cx:pt>
          <cx:pt idx="3822">MOVIE</cx:pt>
          <cx:pt idx="3823">MOVIE</cx:pt>
          <cx:pt idx="3824">SHOW</cx:pt>
          <cx:pt idx="3825">MOVIE</cx:pt>
          <cx:pt idx="3826">MOVIE</cx:pt>
          <cx:pt idx="3827">MOVIE</cx:pt>
          <cx:pt idx="3828">MOVIE</cx:pt>
          <cx:pt idx="3829">MOVIE</cx:pt>
          <cx:pt idx="3830">MOVIE</cx:pt>
          <cx:pt idx="3831">MOVIE</cx:pt>
          <cx:pt idx="3832">MOVIE</cx:pt>
          <cx:pt idx="3833">MOVIE</cx:pt>
          <cx:pt idx="3834">MOVIE</cx:pt>
          <cx:pt idx="3835">MOVIE</cx:pt>
          <cx:pt idx="3836">SHOW</cx:pt>
          <cx:pt idx="3837">SHOW</cx:pt>
          <cx:pt idx="3838">MOVIE</cx:pt>
          <cx:pt idx="3839">MOVIE</cx:pt>
          <cx:pt idx="3840">MOVIE</cx:pt>
          <cx:pt idx="3841">MOVIE</cx:pt>
          <cx:pt idx="3842">MOVIE</cx:pt>
          <cx:pt idx="3843">MOVIE</cx:pt>
          <cx:pt idx="3844">MOVIE</cx:pt>
          <cx:pt idx="3845">SHOW</cx:pt>
          <cx:pt idx="3846">MOVIE</cx:pt>
          <cx:pt idx="3847">MOVIE</cx:pt>
          <cx:pt idx="3848">SHOW</cx:pt>
          <cx:pt idx="3849">SHOW</cx:pt>
          <cx:pt idx="3850">MOVIE</cx:pt>
          <cx:pt idx="3851">MOVIE</cx:pt>
          <cx:pt idx="3852">MOVIE</cx:pt>
          <cx:pt idx="3853">MOVIE</cx:pt>
          <cx:pt idx="3854">MOVIE</cx:pt>
          <cx:pt idx="3855">MOVIE</cx:pt>
          <cx:pt idx="3856">MOVIE</cx:pt>
          <cx:pt idx="3857">MOVIE</cx:pt>
          <cx:pt idx="3858">MOVIE</cx:pt>
          <cx:pt idx="3859">MOVIE</cx:pt>
          <cx:pt idx="3860">MOVIE</cx:pt>
          <cx:pt idx="3861">MOVIE</cx:pt>
          <cx:pt idx="3862">MOVIE</cx:pt>
          <cx:pt idx="3863">MOVIE</cx:pt>
          <cx:pt idx="3864">MOVIE</cx:pt>
          <cx:pt idx="3865">SHOW</cx:pt>
          <cx:pt idx="3866">MOVIE</cx:pt>
          <cx:pt idx="3867">MOVIE</cx:pt>
          <cx:pt idx="3868">SHOW</cx:pt>
          <cx:pt idx="3869">SHOW</cx:pt>
          <cx:pt idx="3870">MOVIE</cx:pt>
          <cx:pt idx="3871">MOVIE</cx:pt>
          <cx:pt idx="3872">MOVIE</cx:pt>
          <cx:pt idx="3873">MOVIE</cx:pt>
          <cx:pt idx="3874">MOVIE</cx:pt>
          <cx:pt idx="3875">MOVIE</cx:pt>
          <cx:pt idx="3876">MOVIE</cx:pt>
          <cx:pt idx="3877">MOVIE</cx:pt>
          <cx:pt idx="3878">MOVIE</cx:pt>
          <cx:pt idx="3879">MOVIE</cx:pt>
          <cx:pt idx="3880">MOVIE</cx:pt>
          <cx:pt idx="3881">SHOW</cx:pt>
          <cx:pt idx="3882">SHOW</cx:pt>
          <cx:pt idx="3883">SHOW</cx:pt>
          <cx:pt idx="3884">MOVIE</cx:pt>
          <cx:pt idx="3885">MOVIE</cx:pt>
          <cx:pt idx="3886">MOVIE</cx:pt>
          <cx:pt idx="3887">MOVIE</cx:pt>
          <cx:pt idx="3888">MOVIE</cx:pt>
          <cx:pt idx="3889">MOVIE</cx:pt>
          <cx:pt idx="3890">MOVIE</cx:pt>
          <cx:pt idx="3891">MOVIE</cx:pt>
          <cx:pt idx="3892">MOVIE</cx:pt>
          <cx:pt idx="3893">MOVIE</cx:pt>
          <cx:pt idx="3894">SHOW</cx:pt>
          <cx:pt idx="3895">MOVIE</cx:pt>
          <cx:pt idx="3896">SHOW</cx:pt>
          <cx:pt idx="3897">MOVIE</cx:pt>
          <cx:pt idx="3898">MOVIE</cx:pt>
          <cx:pt idx="3899">SHOW</cx:pt>
          <cx:pt idx="3900">MOVIE</cx:pt>
          <cx:pt idx="3901">MOVIE</cx:pt>
          <cx:pt idx="3902">MOVIE</cx:pt>
          <cx:pt idx="3903">SHOW</cx:pt>
          <cx:pt idx="3904">MOVIE</cx:pt>
          <cx:pt idx="3905">MOVIE</cx:pt>
          <cx:pt idx="3906">MOVIE</cx:pt>
          <cx:pt idx="3907">MOVIE</cx:pt>
          <cx:pt idx="3908">MOVIE</cx:pt>
          <cx:pt idx="3909">MOVIE</cx:pt>
          <cx:pt idx="3910">MOVIE</cx:pt>
          <cx:pt idx="3911">MOVIE</cx:pt>
          <cx:pt idx="3912">SHOW</cx:pt>
          <cx:pt idx="3913">MOVIE</cx:pt>
          <cx:pt idx="3914">SHOW</cx:pt>
          <cx:pt idx="3915">MOVIE</cx:pt>
          <cx:pt idx="3916">SHOW</cx:pt>
          <cx:pt idx="3917">SHOW</cx:pt>
          <cx:pt idx="3918">MOVIE</cx:pt>
          <cx:pt idx="3919">MOVIE</cx:pt>
          <cx:pt idx="3920">MOVIE</cx:pt>
          <cx:pt idx="3921">SHOW</cx:pt>
          <cx:pt idx="3922">SHOW</cx:pt>
          <cx:pt idx="3923">MOVIE</cx:pt>
          <cx:pt idx="3924">SHOW</cx:pt>
          <cx:pt idx="3925">MOVIE</cx:pt>
          <cx:pt idx="3926">SHOW</cx:pt>
          <cx:pt idx="3927">SHOW</cx:pt>
          <cx:pt idx="3928">MOVIE</cx:pt>
          <cx:pt idx="3929">SHOW</cx:pt>
          <cx:pt idx="3930">SHOW</cx:pt>
          <cx:pt idx="3931">MOVIE</cx:pt>
          <cx:pt idx="3932">MOVIE</cx:pt>
          <cx:pt idx="3933">SHOW</cx:pt>
          <cx:pt idx="3934">MOVIE</cx:pt>
          <cx:pt idx="3935">SHOW</cx:pt>
          <cx:pt idx="3936">MOVIE</cx:pt>
          <cx:pt idx="3937">MOVIE</cx:pt>
          <cx:pt idx="3938">SHOW</cx:pt>
          <cx:pt idx="3939">MOVIE</cx:pt>
          <cx:pt idx="3940">MOVIE</cx:pt>
          <cx:pt idx="3941">SHOW</cx:pt>
          <cx:pt idx="3942">MOVIE</cx:pt>
          <cx:pt idx="3943">MOVIE</cx:pt>
          <cx:pt idx="3944">SHOW</cx:pt>
          <cx:pt idx="3945">SHOW</cx:pt>
          <cx:pt idx="3946">MOVIE</cx:pt>
          <cx:pt idx="3947">SHOW</cx:pt>
          <cx:pt idx="3948">MOVIE</cx:pt>
          <cx:pt idx="3949">SHOW</cx:pt>
          <cx:pt idx="3950">MOVIE</cx:pt>
          <cx:pt idx="3951">MOVIE</cx:pt>
          <cx:pt idx="3952">MOVIE</cx:pt>
          <cx:pt idx="3953">MOVIE</cx:pt>
          <cx:pt idx="3954">MOVIE</cx:pt>
          <cx:pt idx="3955">SHOW</cx:pt>
          <cx:pt idx="3956">MOVIE</cx:pt>
          <cx:pt idx="3957">SHOW</cx:pt>
          <cx:pt idx="3958">SHOW</cx:pt>
          <cx:pt idx="3959">MOVIE</cx:pt>
          <cx:pt idx="3960">MOVIE</cx:pt>
          <cx:pt idx="3961">MOVIE</cx:pt>
          <cx:pt idx="3962">MOVIE</cx:pt>
          <cx:pt idx="3963">MOVIE</cx:pt>
          <cx:pt idx="3964">SHOW</cx:pt>
          <cx:pt idx="3965">MOVIE</cx:pt>
          <cx:pt idx="3966">MOVIE</cx:pt>
          <cx:pt idx="3967">MOVIE</cx:pt>
          <cx:pt idx="3968">SHOW</cx:pt>
          <cx:pt idx="3969">MOVIE</cx:pt>
          <cx:pt idx="3970">MOVIE</cx:pt>
          <cx:pt idx="3971">MOVIE</cx:pt>
          <cx:pt idx="3972">MOVIE</cx:pt>
          <cx:pt idx="3973">MOVIE</cx:pt>
          <cx:pt idx="3974">MOVIE</cx:pt>
          <cx:pt idx="3975">MOVIE</cx:pt>
          <cx:pt idx="3976">MOVIE</cx:pt>
          <cx:pt idx="3977">MOVIE</cx:pt>
          <cx:pt idx="3978">MOVIE</cx:pt>
          <cx:pt idx="3979">MOVIE</cx:pt>
          <cx:pt idx="3980">MOVIE</cx:pt>
          <cx:pt idx="3981">MOVIE</cx:pt>
          <cx:pt idx="3982">MOVIE</cx:pt>
          <cx:pt idx="3983">SHOW</cx:pt>
          <cx:pt idx="3984">MOVIE</cx:pt>
          <cx:pt idx="3985">MOVIE</cx:pt>
          <cx:pt idx="3986">MOVIE</cx:pt>
          <cx:pt idx="3987">SHOW</cx:pt>
          <cx:pt idx="3988">MOVIE</cx:pt>
          <cx:pt idx="3989">SHOW</cx:pt>
          <cx:pt idx="3990">MOVIE</cx:pt>
          <cx:pt idx="3991">MOVIE</cx:pt>
          <cx:pt idx="3992">MOVIE</cx:pt>
          <cx:pt idx="3993">MOVIE</cx:pt>
          <cx:pt idx="3994">MOVIE</cx:pt>
          <cx:pt idx="3995">SHOW</cx:pt>
          <cx:pt idx="3996">MOVIE</cx:pt>
          <cx:pt idx="3997">MOVIE</cx:pt>
          <cx:pt idx="3998">SHOW</cx:pt>
          <cx:pt idx="3999">MOVIE</cx:pt>
          <cx:pt idx="4000">SHOW</cx:pt>
          <cx:pt idx="4001">MOVIE</cx:pt>
          <cx:pt idx="4002">MOVIE</cx:pt>
          <cx:pt idx="4003">MOVIE</cx:pt>
          <cx:pt idx="4004">MOVIE</cx:pt>
          <cx:pt idx="4005">SHOW</cx:pt>
          <cx:pt idx="4006">SHOW</cx:pt>
          <cx:pt idx="4007">MOVIE</cx:pt>
          <cx:pt idx="4008">MOVIE</cx:pt>
          <cx:pt idx="4009">MOVIE</cx:pt>
          <cx:pt idx="4010">MOVIE</cx:pt>
          <cx:pt idx="4011">MOVIE</cx:pt>
          <cx:pt idx="4012">SHOW</cx:pt>
          <cx:pt idx="4013">MOVIE</cx:pt>
          <cx:pt idx="4014">MOVIE</cx:pt>
          <cx:pt idx="4015">SHOW</cx:pt>
          <cx:pt idx="4016">MOVIE</cx:pt>
          <cx:pt idx="4017">SHOW</cx:pt>
          <cx:pt idx="4018">MOVIE</cx:pt>
          <cx:pt idx="4019">MOVIE</cx:pt>
          <cx:pt idx="4020">MOVIE</cx:pt>
          <cx:pt idx="4021">SHOW</cx:pt>
          <cx:pt idx="4022">MOVIE</cx:pt>
          <cx:pt idx="4023">SHOW</cx:pt>
          <cx:pt idx="4024">MOVIE</cx:pt>
          <cx:pt idx="4025">MOVIE</cx:pt>
          <cx:pt idx="4026">MOVIE</cx:pt>
          <cx:pt idx="4027">MOVIE</cx:pt>
          <cx:pt idx="4028">MOVIE</cx:pt>
          <cx:pt idx="4029">MOVIE</cx:pt>
          <cx:pt idx="4030">MOVIE</cx:pt>
          <cx:pt idx="4031">SHOW</cx:pt>
          <cx:pt idx="4032">MOVIE</cx:pt>
          <cx:pt idx="4033">MOVIE</cx:pt>
          <cx:pt idx="4034">MOVIE</cx:pt>
          <cx:pt idx="4035">MOVIE</cx:pt>
          <cx:pt idx="4036">MOVIE</cx:pt>
          <cx:pt idx="4037">SHOW</cx:pt>
          <cx:pt idx="4038">MOVIE</cx:pt>
          <cx:pt idx="4039">MOVIE</cx:pt>
          <cx:pt idx="4040">SHOW</cx:pt>
          <cx:pt idx="4041">MOVIE</cx:pt>
          <cx:pt idx="4042">MOVIE</cx:pt>
          <cx:pt idx="4043">MOVIE</cx:pt>
          <cx:pt idx="4044">MOVIE</cx:pt>
          <cx:pt idx="4045">MOVIE</cx:pt>
          <cx:pt idx="4046">SHOW</cx:pt>
          <cx:pt idx="4047">MOVIE</cx:pt>
          <cx:pt idx="4048">MOVIE</cx:pt>
          <cx:pt idx="4049">SHOW</cx:pt>
          <cx:pt idx="4050">MOVIE</cx:pt>
          <cx:pt idx="4051">MOVIE</cx:pt>
          <cx:pt idx="4052">MOVIE</cx:pt>
          <cx:pt idx="4053">MOVIE</cx:pt>
          <cx:pt idx="4054">MOVIE</cx:pt>
          <cx:pt idx="4055">SHOW</cx:pt>
          <cx:pt idx="4056">MOVIE</cx:pt>
          <cx:pt idx="4057">MOVIE</cx:pt>
          <cx:pt idx="4058">SHOW</cx:pt>
          <cx:pt idx="4059">MOVIE</cx:pt>
          <cx:pt idx="4060">MOVIE</cx:pt>
          <cx:pt idx="4061">MOVIE</cx:pt>
          <cx:pt idx="4062">MOVIE</cx:pt>
          <cx:pt idx="4063">MOVIE</cx:pt>
          <cx:pt idx="4064">MOVIE</cx:pt>
          <cx:pt idx="4065">MOVIE</cx:pt>
          <cx:pt idx="4066">MOVIE</cx:pt>
          <cx:pt idx="4067">MOVIE</cx:pt>
          <cx:pt idx="4068">MOVIE</cx:pt>
          <cx:pt idx="4069">SHOW</cx:pt>
          <cx:pt idx="4070">SHOW</cx:pt>
          <cx:pt idx="4071">MOVIE</cx:pt>
          <cx:pt idx="4072">MOVIE</cx:pt>
          <cx:pt idx="4073">MOVIE</cx:pt>
          <cx:pt idx="4074">MOVIE</cx:pt>
          <cx:pt idx="4075">MOVIE</cx:pt>
          <cx:pt idx="4076">MOVIE</cx:pt>
          <cx:pt idx="4077">MOVIE</cx:pt>
          <cx:pt idx="4078">MOVIE</cx:pt>
          <cx:pt idx="4079">MOVIE</cx:pt>
          <cx:pt idx="4080">MOVIE</cx:pt>
          <cx:pt idx="4081">SHOW</cx:pt>
          <cx:pt idx="4082">MOVIE</cx:pt>
          <cx:pt idx="4083">MOVIE</cx:pt>
          <cx:pt idx="4084">SHOW</cx:pt>
          <cx:pt idx="4085">MOVIE</cx:pt>
          <cx:pt idx="4086">MOVIE</cx:pt>
          <cx:pt idx="4087">MOVIE</cx:pt>
          <cx:pt idx="4088">SHOW</cx:pt>
          <cx:pt idx="4089">SHOW</cx:pt>
          <cx:pt idx="4090">MOVIE</cx:pt>
          <cx:pt idx="4091">MOVIE</cx:pt>
          <cx:pt idx="4092">MOVIE</cx:pt>
          <cx:pt idx="4093">SHOW</cx:pt>
          <cx:pt idx="4094">MOVIE</cx:pt>
          <cx:pt idx="4095">SHOW</cx:pt>
          <cx:pt idx="4096">MOVIE</cx:pt>
          <cx:pt idx="4097">SHOW</cx:pt>
          <cx:pt idx="4098">MOVIE</cx:pt>
          <cx:pt idx="4099">MOVIE</cx:pt>
          <cx:pt idx="4100">MOVIE</cx:pt>
          <cx:pt idx="4101">MOVIE</cx:pt>
          <cx:pt idx="4102">MOVIE</cx:pt>
          <cx:pt idx="4103">MOVIE</cx:pt>
          <cx:pt idx="4104">MOVIE</cx:pt>
          <cx:pt idx="4105">MOVIE</cx:pt>
          <cx:pt idx="4106">MOVIE</cx:pt>
          <cx:pt idx="4107">MOVIE</cx:pt>
          <cx:pt idx="4108">MOVIE</cx:pt>
          <cx:pt idx="4109">MOVIE</cx:pt>
          <cx:pt idx="4110">MOVIE</cx:pt>
          <cx:pt idx="4111">MOVIE</cx:pt>
          <cx:pt idx="4112">MOVIE</cx:pt>
          <cx:pt idx="4113">MOVIE</cx:pt>
          <cx:pt idx="4114">MOVIE</cx:pt>
          <cx:pt idx="4115">SHOW</cx:pt>
          <cx:pt idx="4116">MOVIE</cx:pt>
          <cx:pt idx="4117">MOVIE</cx:pt>
          <cx:pt idx="4118">MOVIE</cx:pt>
          <cx:pt idx="4119">MOVIE</cx:pt>
          <cx:pt idx="4120">MOVIE</cx:pt>
          <cx:pt idx="4121">MOVIE</cx:pt>
          <cx:pt idx="4122">MOVIE</cx:pt>
          <cx:pt idx="4123">MOVIE</cx:pt>
          <cx:pt idx="4124">MOVIE</cx:pt>
          <cx:pt idx="4125">MOVIE</cx:pt>
          <cx:pt idx="4126">SHOW</cx:pt>
          <cx:pt idx="4127">MOVIE</cx:pt>
          <cx:pt idx="4128">MOVIE</cx:pt>
          <cx:pt idx="4129">MOVIE</cx:pt>
          <cx:pt idx="4130">SHOW</cx:pt>
          <cx:pt idx="4131">MOVIE</cx:pt>
          <cx:pt idx="4132">MOVIE</cx:pt>
          <cx:pt idx="4133">MOVIE</cx:pt>
          <cx:pt idx="4134">MOVIE</cx:pt>
          <cx:pt idx="4135">MOVIE</cx:pt>
          <cx:pt idx="4136">MOVIE</cx:pt>
          <cx:pt idx="4137">MOVIE</cx:pt>
          <cx:pt idx="4138">MOVIE</cx:pt>
          <cx:pt idx="4139">MOVIE</cx:pt>
          <cx:pt idx="4140">MOVIE</cx:pt>
          <cx:pt idx="4141">MOVIE</cx:pt>
          <cx:pt idx="4142">MOVIE</cx:pt>
          <cx:pt idx="4143">MOVIE</cx:pt>
          <cx:pt idx="4144">MOVIE</cx:pt>
          <cx:pt idx="4145">MOVIE</cx:pt>
          <cx:pt idx="4146">SHOW</cx:pt>
          <cx:pt idx="4147">MOVIE</cx:pt>
          <cx:pt idx="4148">MOVIE</cx:pt>
          <cx:pt idx="4149">MOVIE</cx:pt>
          <cx:pt idx="4150">MOVIE</cx:pt>
          <cx:pt idx="4151">SHOW</cx:pt>
          <cx:pt idx="4152">MOVIE</cx:pt>
          <cx:pt idx="4153">SHOW</cx:pt>
          <cx:pt idx="4154">MOVIE</cx:pt>
          <cx:pt idx="4155">MOVIE</cx:pt>
          <cx:pt idx="4156">MOVIE</cx:pt>
          <cx:pt idx="4157">MOVIE</cx:pt>
          <cx:pt idx="4158">MOVIE</cx:pt>
          <cx:pt idx="4159">MOVIE</cx:pt>
          <cx:pt idx="4160">MOVIE</cx:pt>
          <cx:pt idx="4161">MOVIE</cx:pt>
          <cx:pt idx="4162">MOVIE</cx:pt>
          <cx:pt idx="4163">SHOW</cx:pt>
          <cx:pt idx="4164">MOVIE</cx:pt>
          <cx:pt idx="4165">SHOW</cx:pt>
          <cx:pt idx="4166">MOVIE</cx:pt>
          <cx:pt idx="4167">MOVIE</cx:pt>
          <cx:pt idx="4168">MOVIE</cx:pt>
          <cx:pt idx="4169">SHOW</cx:pt>
          <cx:pt idx="4170">MOVIE</cx:pt>
          <cx:pt idx="4171">SHOW</cx:pt>
          <cx:pt idx="4172">MOVIE</cx:pt>
          <cx:pt idx="4173">MOVIE</cx:pt>
          <cx:pt idx="4174">MOVIE</cx:pt>
          <cx:pt idx="4175">MOVIE</cx:pt>
          <cx:pt idx="4176">MOVIE</cx:pt>
          <cx:pt idx="4177">MOVIE</cx:pt>
          <cx:pt idx="4178">MOVIE</cx:pt>
          <cx:pt idx="4179">MOVIE</cx:pt>
          <cx:pt idx="4180">MOVIE</cx:pt>
          <cx:pt idx="4181">MOVIE</cx:pt>
          <cx:pt idx="4182">SHOW</cx:pt>
          <cx:pt idx="4183">MOVIE</cx:pt>
          <cx:pt idx="4184">SHOW</cx:pt>
          <cx:pt idx="4185">MOVIE</cx:pt>
          <cx:pt idx="4186">SHOW</cx:pt>
          <cx:pt idx="4187">SHOW</cx:pt>
          <cx:pt idx="4188">MOVIE</cx:pt>
          <cx:pt idx="4189">MOVIE</cx:pt>
          <cx:pt idx="4190">MOVIE</cx:pt>
          <cx:pt idx="4191">MOVIE</cx:pt>
          <cx:pt idx="4192">MOVIE</cx:pt>
          <cx:pt idx="4193">SHOW</cx:pt>
          <cx:pt idx="4194">SHOW</cx:pt>
          <cx:pt idx="4195">MOVIE</cx:pt>
          <cx:pt idx="4196">MOVIE</cx:pt>
          <cx:pt idx="4197">MOVIE</cx:pt>
          <cx:pt idx="4198">MOVIE</cx:pt>
          <cx:pt idx="4199">MOVIE</cx:pt>
          <cx:pt idx="4200">MOVIE</cx:pt>
          <cx:pt idx="4201">MOVIE</cx:pt>
          <cx:pt idx="4202">MOVIE</cx:pt>
          <cx:pt idx="4203">SHOW</cx:pt>
          <cx:pt idx="4204">MOVIE</cx:pt>
          <cx:pt idx="4205">MOVIE</cx:pt>
          <cx:pt idx="4206">MOVIE</cx:pt>
          <cx:pt idx="4207">MOVIE</cx:pt>
          <cx:pt idx="4208">MOVIE</cx:pt>
          <cx:pt idx="4209">MOVIE</cx:pt>
          <cx:pt idx="4210">MOVIE</cx:pt>
          <cx:pt idx="4211">MOVIE</cx:pt>
          <cx:pt idx="4212">MOVIE</cx:pt>
          <cx:pt idx="4213">MOVIE</cx:pt>
          <cx:pt idx="4214">MOVIE</cx:pt>
          <cx:pt idx="4215">MOVIE</cx:pt>
          <cx:pt idx="4216">MOVIE</cx:pt>
          <cx:pt idx="4217">MOVIE</cx:pt>
          <cx:pt idx="4218">SHOW</cx:pt>
          <cx:pt idx="4219">MOVIE</cx:pt>
          <cx:pt idx="4220">MOVIE</cx:pt>
          <cx:pt idx="4221">MOVIE</cx:pt>
          <cx:pt idx="4222">MOVIE</cx:pt>
          <cx:pt idx="4223">MOVIE</cx:pt>
          <cx:pt idx="4224">MOVIE</cx:pt>
          <cx:pt idx="4225">MOVIE</cx:pt>
          <cx:pt idx="4226">MOVIE</cx:pt>
          <cx:pt idx="4227">SHOW</cx:pt>
          <cx:pt idx="4228">MOVIE</cx:pt>
          <cx:pt idx="4229">MOVIE</cx:pt>
          <cx:pt idx="4230">MOVIE</cx:pt>
          <cx:pt idx="4231">MOVIE</cx:pt>
          <cx:pt idx="4232">MOVIE</cx:pt>
          <cx:pt idx="4233">MOVIE</cx:pt>
          <cx:pt idx="4234">MOVIE</cx:pt>
          <cx:pt idx="4235">MOVIE</cx:pt>
          <cx:pt idx="4236">MOVIE</cx:pt>
          <cx:pt idx="4237">MOVIE</cx:pt>
          <cx:pt idx="4238">MOVIE</cx:pt>
          <cx:pt idx="4239">MOVIE</cx:pt>
          <cx:pt idx="4240">MOVIE</cx:pt>
          <cx:pt idx="4241">MOVIE</cx:pt>
          <cx:pt idx="4242">MOVIE</cx:pt>
          <cx:pt idx="4243">MOVIE</cx:pt>
          <cx:pt idx="4244">MOVIE</cx:pt>
          <cx:pt idx="4245">MOVIE</cx:pt>
          <cx:pt idx="4246">SHOW</cx:pt>
          <cx:pt idx="4247">SHOW</cx:pt>
          <cx:pt idx="4248">MOVIE</cx:pt>
          <cx:pt idx="4249">MOVIE</cx:pt>
          <cx:pt idx="4250">SHOW</cx:pt>
          <cx:pt idx="4251">SHOW</cx:pt>
          <cx:pt idx="4252">MOVIE</cx:pt>
          <cx:pt idx="4253">MOVIE</cx:pt>
          <cx:pt idx="4254">SHOW</cx:pt>
          <cx:pt idx="4255">MOVIE</cx:pt>
          <cx:pt idx="4256">SHOW</cx:pt>
          <cx:pt idx="4257">MOVIE</cx:pt>
          <cx:pt idx="4258">SHOW</cx:pt>
          <cx:pt idx="4259">MOVIE</cx:pt>
          <cx:pt idx="4260">MOVIE</cx:pt>
          <cx:pt idx="4261">MOVIE</cx:pt>
          <cx:pt idx="4262">SHOW</cx:pt>
          <cx:pt idx="4263">MOVIE</cx:pt>
          <cx:pt idx="4264">MOVIE</cx:pt>
          <cx:pt idx="4265">MOVIE</cx:pt>
          <cx:pt idx="4266">MOVIE</cx:pt>
          <cx:pt idx="4267">MOVIE</cx:pt>
          <cx:pt idx="4268">MOVIE</cx:pt>
          <cx:pt idx="4269">MOVIE</cx:pt>
          <cx:pt idx="4270">MOVIE</cx:pt>
          <cx:pt idx="4271">MOVIE</cx:pt>
          <cx:pt idx="4272">SHOW</cx:pt>
          <cx:pt idx="4273">MOVIE</cx:pt>
          <cx:pt idx="4274">MOVIE</cx:pt>
          <cx:pt idx="4275">MOVIE</cx:pt>
          <cx:pt idx="4276">MOVIE</cx:pt>
          <cx:pt idx="4277">MOVIE</cx:pt>
          <cx:pt idx="4278">MOVIE</cx:pt>
          <cx:pt idx="4279">MOVIE</cx:pt>
          <cx:pt idx="4280">MOVIE</cx:pt>
          <cx:pt idx="4281">MOVIE</cx:pt>
          <cx:pt idx="4282">MOVIE</cx:pt>
          <cx:pt idx="4283">MOVIE</cx:pt>
          <cx:pt idx="4284">MOVIE</cx:pt>
          <cx:pt idx="4285">MOVIE</cx:pt>
          <cx:pt idx="4286">MOVIE</cx:pt>
          <cx:pt idx="4287">MOVIE</cx:pt>
          <cx:pt idx="4288">SHOW</cx:pt>
          <cx:pt idx="4289">SHOW</cx:pt>
          <cx:pt idx="4290">SHOW</cx:pt>
          <cx:pt idx="4291">SHOW</cx:pt>
          <cx:pt idx="4292">SHOW</cx:pt>
          <cx:pt idx="4293">SHOW</cx:pt>
          <cx:pt idx="4294">MOVIE</cx:pt>
          <cx:pt idx="4295">MOVIE</cx:pt>
          <cx:pt idx="4296">MOVIE</cx:pt>
          <cx:pt idx="4297">SHOW</cx:pt>
          <cx:pt idx="4298">MOVIE</cx:pt>
          <cx:pt idx="4299">MOVIE</cx:pt>
          <cx:pt idx="4300">SHOW</cx:pt>
          <cx:pt idx="4301">MOVIE</cx:pt>
          <cx:pt idx="4302">MOVIE</cx:pt>
          <cx:pt idx="4303">SHOW</cx:pt>
          <cx:pt idx="4304">SHOW</cx:pt>
          <cx:pt idx="4305">SHOW</cx:pt>
          <cx:pt idx="4306">MOVIE</cx:pt>
          <cx:pt idx="4307">MOVIE</cx:pt>
          <cx:pt idx="4308">SHOW</cx:pt>
          <cx:pt idx="4309">SHOW</cx:pt>
          <cx:pt idx="4310">SHOW</cx:pt>
          <cx:pt idx="4311">MOVIE</cx:pt>
          <cx:pt idx="4312">SHOW</cx:pt>
          <cx:pt idx="4313">SHOW</cx:pt>
          <cx:pt idx="4314">SHOW</cx:pt>
          <cx:pt idx="4315">MOVIE</cx:pt>
          <cx:pt idx="4316">SHOW</cx:pt>
          <cx:pt idx="4317">SHOW</cx:pt>
          <cx:pt idx="4318">SHOW</cx:pt>
          <cx:pt idx="4319">MOVIE</cx:pt>
          <cx:pt idx="4320">SHOW</cx:pt>
          <cx:pt idx="4321">SHOW</cx:pt>
          <cx:pt idx="4322">MOVIE</cx:pt>
          <cx:pt idx="4323">MOVIE</cx:pt>
          <cx:pt idx="4324">SHOW</cx:pt>
          <cx:pt idx="4325">MOVIE</cx:pt>
          <cx:pt idx="4326">MOVIE</cx:pt>
          <cx:pt idx="4327">MOVIE</cx:pt>
          <cx:pt idx="4328">SHOW</cx:pt>
          <cx:pt idx="4329">MOVIE</cx:pt>
          <cx:pt idx="4330">MOVIE</cx:pt>
          <cx:pt idx="4331">SHOW</cx:pt>
          <cx:pt idx="4332">SHOW</cx:pt>
          <cx:pt idx="4333">SHOW</cx:pt>
          <cx:pt idx="4334">SHOW</cx:pt>
          <cx:pt idx="4335">SHOW</cx:pt>
          <cx:pt idx="4336">SHOW</cx:pt>
          <cx:pt idx="4337">MOVIE</cx:pt>
          <cx:pt idx="4338">MOVIE</cx:pt>
          <cx:pt idx="4339">MOVIE</cx:pt>
          <cx:pt idx="4340">SHOW</cx:pt>
          <cx:pt idx="4341">SHOW</cx:pt>
          <cx:pt idx="4342">SHOW</cx:pt>
          <cx:pt idx="4343">SHOW</cx:pt>
          <cx:pt idx="4344">MOVIE</cx:pt>
          <cx:pt idx="4345">MOVIE</cx:pt>
          <cx:pt idx="4346">MOVIE</cx:pt>
          <cx:pt idx="4347">SHOW</cx:pt>
          <cx:pt idx="4348">MOVIE</cx:pt>
          <cx:pt idx="4349">SHOW</cx:pt>
          <cx:pt idx="4350">MOVIE</cx:pt>
          <cx:pt idx="4351">SHOW</cx:pt>
          <cx:pt idx="4352">MOVIE</cx:pt>
          <cx:pt idx="4353">MOVIE</cx:pt>
          <cx:pt idx="4354">SHOW</cx:pt>
          <cx:pt idx="4355">MOVIE</cx:pt>
          <cx:pt idx="4356">MOVIE</cx:pt>
          <cx:pt idx="4357">MOVIE</cx:pt>
          <cx:pt idx="4358">SHOW</cx:pt>
          <cx:pt idx="4359">MOVIE</cx:pt>
          <cx:pt idx="4360">MOVIE</cx:pt>
          <cx:pt idx="4361">MOVIE</cx:pt>
          <cx:pt idx="4362">MOVIE</cx:pt>
          <cx:pt idx="4363">SHOW</cx:pt>
          <cx:pt idx="4364">SHOW</cx:pt>
          <cx:pt idx="4365">MOVIE</cx:pt>
          <cx:pt idx="4366">SHOW</cx:pt>
          <cx:pt idx="4367">SHOW</cx:pt>
          <cx:pt idx="4368">SHOW</cx:pt>
          <cx:pt idx="4369">SHOW</cx:pt>
          <cx:pt idx="4370">MOVIE</cx:pt>
          <cx:pt idx="4371">SHOW</cx:pt>
          <cx:pt idx="4372">SHOW</cx:pt>
          <cx:pt idx="4373">SHOW</cx:pt>
          <cx:pt idx="4374">MOVIE</cx:pt>
          <cx:pt idx="4375">SHOW</cx:pt>
          <cx:pt idx="4376">MOVIE</cx:pt>
          <cx:pt idx="4377">MOVIE</cx:pt>
          <cx:pt idx="4378">MOVIE</cx:pt>
          <cx:pt idx="4379">SHOW</cx:pt>
          <cx:pt idx="4380">SHOW</cx:pt>
          <cx:pt idx="4381">SHOW</cx:pt>
          <cx:pt idx="4382">MOVIE</cx:pt>
          <cx:pt idx="4383">MOVIE</cx:pt>
          <cx:pt idx="4384">MOVIE</cx:pt>
          <cx:pt idx="4385">MOVIE</cx:pt>
          <cx:pt idx="4386">SHOW</cx:pt>
          <cx:pt idx="4387">MOVIE</cx:pt>
          <cx:pt idx="4388">SHOW</cx:pt>
          <cx:pt idx="4389">MOVIE</cx:pt>
          <cx:pt idx="4390">MOVIE</cx:pt>
          <cx:pt idx="4391">SHOW</cx:pt>
          <cx:pt idx="4392">SHOW</cx:pt>
          <cx:pt idx="4393">SHOW</cx:pt>
          <cx:pt idx="4394">MOVIE</cx:pt>
          <cx:pt idx="4395">SHOW</cx:pt>
          <cx:pt idx="4396">SHOW</cx:pt>
          <cx:pt idx="4397">MOVIE</cx:pt>
          <cx:pt idx="4398">SHOW</cx:pt>
          <cx:pt idx="4399">MOVIE</cx:pt>
          <cx:pt idx="4400">MOVIE</cx:pt>
          <cx:pt idx="4401">SHOW</cx:pt>
          <cx:pt idx="4402">SHOW</cx:pt>
          <cx:pt idx="4403">SHOW</cx:pt>
          <cx:pt idx="4404">MOVIE</cx:pt>
          <cx:pt idx="4405">SHOW</cx:pt>
          <cx:pt idx="4406">SHOW</cx:pt>
          <cx:pt idx="4407">SHOW</cx:pt>
          <cx:pt idx="4408">MOVIE</cx:pt>
          <cx:pt idx="4409">MOVIE</cx:pt>
          <cx:pt idx="4410">SHOW</cx:pt>
          <cx:pt idx="4411">MOVIE</cx:pt>
          <cx:pt idx="4412">MOVIE</cx:pt>
          <cx:pt idx="4413">SHOW</cx:pt>
          <cx:pt idx="4414">SHOW</cx:pt>
          <cx:pt idx="4415">SHOW</cx:pt>
          <cx:pt idx="4416">SHOW</cx:pt>
          <cx:pt idx="4417">SHOW</cx:pt>
          <cx:pt idx="4418">MOVIE</cx:pt>
          <cx:pt idx="4419">MOVIE</cx:pt>
          <cx:pt idx="4420">SHOW</cx:pt>
          <cx:pt idx="4421">MOVIE</cx:pt>
          <cx:pt idx="4422">SHOW</cx:pt>
          <cx:pt idx="4423">MOVIE</cx:pt>
          <cx:pt idx="4424">MOVIE</cx:pt>
          <cx:pt idx="4425">MOVIE</cx:pt>
          <cx:pt idx="4426">MOVIE</cx:pt>
          <cx:pt idx="4427">MOVIE</cx:pt>
          <cx:pt idx="4428">SHOW</cx:pt>
          <cx:pt idx="4429">MOVIE</cx:pt>
          <cx:pt idx="4430">SHOW</cx:pt>
          <cx:pt idx="4431">MOVIE</cx:pt>
          <cx:pt idx="4432">MOVIE</cx:pt>
          <cx:pt idx="4433">SHOW</cx:pt>
          <cx:pt idx="4434">SHOW</cx:pt>
          <cx:pt idx="4435">MOVIE</cx:pt>
          <cx:pt idx="4436">SHOW</cx:pt>
          <cx:pt idx="4437">MOVIE</cx:pt>
          <cx:pt idx="4438">SHOW</cx:pt>
          <cx:pt idx="4439">MOVIE</cx:pt>
          <cx:pt idx="4440">MOVIE</cx:pt>
          <cx:pt idx="4441">SHOW</cx:pt>
          <cx:pt idx="4442">MOVIE</cx:pt>
          <cx:pt idx="4443">SHOW</cx:pt>
          <cx:pt idx="4444">SHOW</cx:pt>
          <cx:pt idx="4445">SHOW</cx:pt>
          <cx:pt idx="4446">MOVIE</cx:pt>
          <cx:pt idx="4447">SHOW</cx:pt>
          <cx:pt idx="4448">MOVIE</cx:pt>
          <cx:pt idx="4449">SHOW</cx:pt>
          <cx:pt idx="4450">SHOW</cx:pt>
          <cx:pt idx="4451">SHOW</cx:pt>
          <cx:pt idx="4452">MOVIE</cx:pt>
          <cx:pt idx="4453">MOVIE</cx:pt>
          <cx:pt idx="4454">MOVIE</cx:pt>
          <cx:pt idx="4455">MOVIE</cx:pt>
          <cx:pt idx="4456">SHOW</cx:pt>
          <cx:pt idx="4457">MOVIE</cx:pt>
          <cx:pt idx="4458">MOVIE</cx:pt>
          <cx:pt idx="4459">MOVIE</cx:pt>
          <cx:pt idx="4460">SHOW</cx:pt>
          <cx:pt idx="4461">MOVIE</cx:pt>
          <cx:pt idx="4462">MOVIE</cx:pt>
          <cx:pt idx="4463">MOVIE</cx:pt>
          <cx:pt idx="4464">SHOW</cx:pt>
          <cx:pt idx="4465">SHOW</cx:pt>
          <cx:pt idx="4466">MOVIE</cx:pt>
          <cx:pt idx="4467">MOVIE</cx:pt>
          <cx:pt idx="4468">SHOW</cx:pt>
          <cx:pt idx="4469">MOVIE</cx:pt>
          <cx:pt idx="4470">MOVIE</cx:pt>
          <cx:pt idx="4471">MOVIE</cx:pt>
          <cx:pt idx="4472">MOVIE</cx:pt>
          <cx:pt idx="4473">MOVIE</cx:pt>
          <cx:pt idx="4474">MOVIE</cx:pt>
          <cx:pt idx="4475">SHOW</cx:pt>
          <cx:pt idx="4476">SHOW</cx:pt>
          <cx:pt idx="4477">MOVIE</cx:pt>
          <cx:pt idx="4478">SHOW</cx:pt>
          <cx:pt idx="4479">MOVIE</cx:pt>
          <cx:pt idx="4480">SHOW</cx:pt>
          <cx:pt idx="4481">SHOW</cx:pt>
          <cx:pt idx="4482">MOVIE</cx:pt>
          <cx:pt idx="4483">MOVIE</cx:pt>
          <cx:pt idx="4484">MOVIE</cx:pt>
          <cx:pt idx="4485">SHOW</cx:pt>
          <cx:pt idx="4486">MOVIE</cx:pt>
          <cx:pt idx="4487">SHOW</cx:pt>
          <cx:pt idx="4488">SHOW</cx:pt>
          <cx:pt idx="4489">MOVIE</cx:pt>
          <cx:pt idx="4490">MOVIE</cx:pt>
          <cx:pt idx="4491">MOVIE</cx:pt>
          <cx:pt idx="4492">MOVIE</cx:pt>
          <cx:pt idx="4493">SHOW</cx:pt>
          <cx:pt idx="4494">MOVIE</cx:pt>
          <cx:pt idx="4495">MOVIE</cx:pt>
          <cx:pt idx="4496">MOVIE</cx:pt>
          <cx:pt idx="4497">MOVIE</cx:pt>
          <cx:pt idx="4498">MOVIE</cx:pt>
          <cx:pt idx="4499">SHOW</cx:pt>
          <cx:pt idx="4500">SHOW</cx:pt>
          <cx:pt idx="4501">MOVIE</cx:pt>
          <cx:pt idx="4502">SHOW</cx:pt>
          <cx:pt idx="4503">SHOW</cx:pt>
          <cx:pt idx="4504">SHOW</cx:pt>
          <cx:pt idx="4505">SHOW</cx:pt>
          <cx:pt idx="4506">SHOW</cx:pt>
          <cx:pt idx="4507">MOVIE</cx:pt>
          <cx:pt idx="4508">MOVIE</cx:pt>
          <cx:pt idx="4509">MOVIE</cx:pt>
          <cx:pt idx="4510">MOVIE</cx:pt>
          <cx:pt idx="4511">MOVIE</cx:pt>
          <cx:pt idx="4512">SHOW</cx:pt>
          <cx:pt idx="4513">SHOW</cx:pt>
          <cx:pt idx="4514">SHOW</cx:pt>
          <cx:pt idx="4515">MOVIE</cx:pt>
          <cx:pt idx="4516">MOVIE</cx:pt>
          <cx:pt idx="4517">MOVIE</cx:pt>
          <cx:pt idx="4518">MOVIE</cx:pt>
          <cx:pt idx="4519">MOVIE</cx:pt>
          <cx:pt idx="4520">SHOW</cx:pt>
          <cx:pt idx="4521">MOVIE</cx:pt>
          <cx:pt idx="4522">SHOW</cx:pt>
          <cx:pt idx="4523">MOVIE</cx:pt>
          <cx:pt idx="4524">MOVIE</cx:pt>
          <cx:pt idx="4525">MOVIE</cx:pt>
          <cx:pt idx="4526">MOVIE</cx:pt>
          <cx:pt idx="4527">SHOW</cx:pt>
          <cx:pt idx="4528">SHOW</cx:pt>
          <cx:pt idx="4529">MOVIE</cx:pt>
          <cx:pt idx="4530">SHOW</cx:pt>
          <cx:pt idx="4531">MOVIE</cx:pt>
          <cx:pt idx="4532">MOVIE</cx:pt>
          <cx:pt idx="4533">SHOW</cx:pt>
          <cx:pt idx="4534">SHOW</cx:pt>
          <cx:pt idx="4535">MOVIE</cx:pt>
          <cx:pt idx="4536">SHOW</cx:pt>
          <cx:pt idx="4537">MOVIE</cx:pt>
          <cx:pt idx="4538">MOVIE</cx:pt>
          <cx:pt idx="4539">MOVIE</cx:pt>
          <cx:pt idx="4540">MOVIE</cx:pt>
          <cx:pt idx="4541">SHOW</cx:pt>
          <cx:pt idx="4542">MOVIE</cx:pt>
          <cx:pt idx="4543">SHOW</cx:pt>
          <cx:pt idx="4544">SHOW</cx:pt>
          <cx:pt idx="4545">SHOW</cx:pt>
          <cx:pt idx="4546">MOVIE</cx:pt>
          <cx:pt idx="4547">SHOW</cx:pt>
          <cx:pt idx="4548">MOVIE</cx:pt>
          <cx:pt idx="4549">SHOW</cx:pt>
          <cx:pt idx="4550">SHOW</cx:pt>
          <cx:pt idx="4551">MOVIE</cx:pt>
          <cx:pt idx="4552">MOVIE</cx:pt>
          <cx:pt idx="4553">MOVIE</cx:pt>
          <cx:pt idx="4554">MOVIE</cx:pt>
          <cx:pt idx="4555">MOVIE</cx:pt>
          <cx:pt idx="4556">MOVIE</cx:pt>
          <cx:pt idx="4557">SHOW</cx:pt>
          <cx:pt idx="4558">SHOW</cx:pt>
          <cx:pt idx="4559">SHOW</cx:pt>
          <cx:pt idx="4560">MOVIE</cx:pt>
          <cx:pt idx="4561">SHOW</cx:pt>
          <cx:pt idx="4562">SHOW</cx:pt>
          <cx:pt idx="4563">SHOW</cx:pt>
          <cx:pt idx="4564">MOVIE</cx:pt>
          <cx:pt idx="4565">SHOW</cx:pt>
          <cx:pt idx="4566">SHOW</cx:pt>
          <cx:pt idx="4567">MOVIE</cx:pt>
          <cx:pt idx="4568">MOVIE</cx:pt>
          <cx:pt idx="4569">MOVIE</cx:pt>
          <cx:pt idx="4570">SHOW</cx:pt>
          <cx:pt idx="4571">MOVIE</cx:pt>
          <cx:pt idx="4572">SHOW</cx:pt>
          <cx:pt idx="4573">MOVIE</cx:pt>
          <cx:pt idx="4574">SHOW</cx:pt>
          <cx:pt idx="4575">SHOW</cx:pt>
          <cx:pt idx="4576">SHOW</cx:pt>
          <cx:pt idx="4577">SHOW</cx:pt>
          <cx:pt idx="4578">SHOW</cx:pt>
          <cx:pt idx="4579">SHOW</cx:pt>
          <cx:pt idx="4580">MOVIE</cx:pt>
          <cx:pt idx="4581">MOVIE</cx:pt>
          <cx:pt idx="4582">MOVIE</cx:pt>
          <cx:pt idx="4583">SHOW</cx:pt>
          <cx:pt idx="4584">MOVIE</cx:pt>
          <cx:pt idx="4585">MOVIE</cx:pt>
          <cx:pt idx="4586">SHOW</cx:pt>
          <cx:pt idx="4587">SHOW</cx:pt>
          <cx:pt idx="4588">MOVIE</cx:pt>
          <cx:pt idx="4589">SHOW</cx:pt>
          <cx:pt idx="4590">MOVIE</cx:pt>
          <cx:pt idx="4591">MOVIE</cx:pt>
          <cx:pt idx="4592">MOVIE</cx:pt>
          <cx:pt idx="4593">SHOW</cx:pt>
          <cx:pt idx="4594">SHOW</cx:pt>
          <cx:pt idx="4595">MOVIE</cx:pt>
          <cx:pt idx="4596">MOVIE</cx:pt>
          <cx:pt idx="4597">SHOW</cx:pt>
          <cx:pt idx="4598">MOVIE</cx:pt>
          <cx:pt idx="4599">MOVIE</cx:pt>
          <cx:pt idx="4600">SHOW</cx:pt>
          <cx:pt idx="4601">SHOW</cx:pt>
          <cx:pt idx="4602">MOVIE</cx:pt>
          <cx:pt idx="4603">MOVIE</cx:pt>
          <cx:pt idx="4604">SHOW</cx:pt>
          <cx:pt idx="4605">MOVIE</cx:pt>
          <cx:pt idx="4606">SHOW</cx:pt>
          <cx:pt idx="4607">MOVIE</cx:pt>
          <cx:pt idx="4608">SHOW</cx:pt>
          <cx:pt idx="4609">MOVIE</cx:pt>
          <cx:pt idx="4610">SHOW</cx:pt>
          <cx:pt idx="4611">MOVIE</cx:pt>
          <cx:pt idx="4612">SHOW</cx:pt>
          <cx:pt idx="4613">MOVIE</cx:pt>
          <cx:pt idx="4614">SHOW</cx:pt>
          <cx:pt idx="4615">MOVIE</cx:pt>
          <cx:pt idx="4616">SHOW</cx:pt>
          <cx:pt idx="4617">SHOW</cx:pt>
          <cx:pt idx="4618">MOVIE</cx:pt>
          <cx:pt idx="4619">MOVIE</cx:pt>
          <cx:pt idx="4620">SHOW</cx:pt>
          <cx:pt idx="4621">MOVIE</cx:pt>
          <cx:pt idx="4622">SHOW</cx:pt>
          <cx:pt idx="4623">MOVIE</cx:pt>
          <cx:pt idx="4624">MOVIE</cx:pt>
          <cx:pt idx="4625">MOVIE</cx:pt>
          <cx:pt idx="4626">MOVIE</cx:pt>
          <cx:pt idx="4627">MOVIE</cx:pt>
          <cx:pt idx="4628">MOVIE</cx:pt>
          <cx:pt idx="4629">SHOW</cx:pt>
          <cx:pt idx="4630">MOVIE</cx:pt>
          <cx:pt idx="4631">SHOW</cx:pt>
          <cx:pt idx="4632">MOVIE</cx:pt>
          <cx:pt idx="4633">SHOW</cx:pt>
          <cx:pt idx="4634">SHOW</cx:pt>
          <cx:pt idx="4635">SHOW</cx:pt>
          <cx:pt idx="4636">MOVIE</cx:pt>
          <cx:pt idx="4637">SHOW</cx:pt>
          <cx:pt idx="4638">SHOW</cx:pt>
          <cx:pt idx="4639">MOVIE</cx:pt>
          <cx:pt idx="4640">SHOW</cx:pt>
          <cx:pt idx="4641">SHOW</cx:pt>
          <cx:pt idx="4642">SHOW</cx:pt>
          <cx:pt idx="4643">SHOW</cx:pt>
          <cx:pt idx="4644">MOVIE</cx:pt>
          <cx:pt idx="4645">MOVIE</cx:pt>
          <cx:pt idx="4646">MOVIE</cx:pt>
          <cx:pt idx="4647">SHOW</cx:pt>
          <cx:pt idx="4648">SHOW</cx:pt>
          <cx:pt idx="4649">SHOW</cx:pt>
          <cx:pt idx="4650">SHOW</cx:pt>
          <cx:pt idx="4651">SHOW</cx:pt>
          <cx:pt idx="4652">SHOW</cx:pt>
          <cx:pt idx="4653">MOVIE</cx:pt>
          <cx:pt idx="4654">SHOW</cx:pt>
          <cx:pt idx="4655">MOVIE</cx:pt>
          <cx:pt idx="4656">MOVIE</cx:pt>
          <cx:pt idx="4657">SHOW</cx:pt>
          <cx:pt idx="4658">SHOW</cx:pt>
          <cx:pt idx="4659">SHOW</cx:pt>
          <cx:pt idx="4660">SHOW</cx:pt>
          <cx:pt idx="4661">SHOW</cx:pt>
          <cx:pt idx="4662">SHOW</cx:pt>
          <cx:pt idx="4663">MOVIE</cx:pt>
          <cx:pt idx="4664">MOVIE</cx:pt>
          <cx:pt idx="4665">MOVIE</cx:pt>
          <cx:pt idx="4666">SHOW</cx:pt>
          <cx:pt idx="4667">SHOW</cx:pt>
          <cx:pt idx="4668">SHOW</cx:pt>
          <cx:pt idx="4669">SHOW</cx:pt>
          <cx:pt idx="4670">SHOW</cx:pt>
          <cx:pt idx="4671">SHOW</cx:pt>
          <cx:pt idx="4672">MOVIE</cx:pt>
          <cx:pt idx="4673">SHOW</cx:pt>
          <cx:pt idx="4674">SHOW</cx:pt>
          <cx:pt idx="4675">MOVIE</cx:pt>
          <cx:pt idx="4676">SHOW</cx:pt>
          <cx:pt idx="4677">SHOW</cx:pt>
          <cx:pt idx="4678">SHOW</cx:pt>
          <cx:pt idx="4679">MOVIE</cx:pt>
          <cx:pt idx="4680">MOVIE</cx:pt>
          <cx:pt idx="4681">SHOW</cx:pt>
          <cx:pt idx="4682">MOVIE</cx:pt>
          <cx:pt idx="4683">MOVIE</cx:pt>
          <cx:pt idx="4684">MOVIE</cx:pt>
          <cx:pt idx="4685">SHOW</cx:pt>
          <cx:pt idx="4686">SHOW</cx:pt>
          <cx:pt idx="4687">SHOW</cx:pt>
          <cx:pt idx="4688">MOVIE</cx:pt>
          <cx:pt idx="4689">MOVIE</cx:pt>
          <cx:pt idx="4690">MOVIE</cx:pt>
          <cx:pt idx="4691">SHOW</cx:pt>
          <cx:pt idx="4692">MOVIE</cx:pt>
          <cx:pt idx="4693">SHOW</cx:pt>
          <cx:pt idx="4694">SHOW</cx:pt>
          <cx:pt idx="4695">SHOW</cx:pt>
          <cx:pt idx="4696">MOVIE</cx:pt>
          <cx:pt idx="4697">MOVIE</cx:pt>
          <cx:pt idx="4698">MOVIE</cx:pt>
          <cx:pt idx="4699">MOVIE</cx:pt>
          <cx:pt idx="4700">SHOW</cx:pt>
          <cx:pt idx="4701">MOVIE</cx:pt>
          <cx:pt idx="4702">SHOW</cx:pt>
          <cx:pt idx="4703">MOVIE</cx:pt>
          <cx:pt idx="4704">SHOW</cx:pt>
          <cx:pt idx="4705">MOVIE</cx:pt>
          <cx:pt idx="4706">MOVIE</cx:pt>
          <cx:pt idx="4707">SHOW</cx:pt>
          <cx:pt idx="4708">SHOW</cx:pt>
          <cx:pt idx="4709">MOVIE</cx:pt>
          <cx:pt idx="4710">MOVIE</cx:pt>
          <cx:pt idx="4711">MOVIE</cx:pt>
          <cx:pt idx="4712">SHOW</cx:pt>
          <cx:pt idx="4713">MOVIE</cx:pt>
          <cx:pt idx="4714">SHOW</cx:pt>
          <cx:pt idx="4715">MOVIE</cx:pt>
          <cx:pt idx="4716">MOVIE</cx:pt>
          <cx:pt idx="4717">MOVIE</cx:pt>
          <cx:pt idx="4718">SHOW</cx:pt>
          <cx:pt idx="4719">SHOW</cx:pt>
          <cx:pt idx="4720">SHOW</cx:pt>
          <cx:pt idx="4721">SHOW</cx:pt>
          <cx:pt idx="4722">SHOW</cx:pt>
          <cx:pt idx="4723">MOVIE</cx:pt>
          <cx:pt idx="4724">SHOW</cx:pt>
          <cx:pt idx="4725">MOVIE</cx:pt>
          <cx:pt idx="4726">SHOW</cx:pt>
          <cx:pt idx="4727">SHOW</cx:pt>
          <cx:pt idx="4728">SHOW</cx:pt>
          <cx:pt idx="4729">MOVIE</cx:pt>
          <cx:pt idx="4730">MOVIE</cx:pt>
          <cx:pt idx="4731">MOVIE</cx:pt>
          <cx:pt idx="4732">SHOW</cx:pt>
          <cx:pt idx="4733">MOVIE</cx:pt>
          <cx:pt idx="4734">SHOW</cx:pt>
          <cx:pt idx="4735">SHOW</cx:pt>
          <cx:pt idx="4736">SHOW</cx:pt>
          <cx:pt idx="4737">MOVIE</cx:pt>
          <cx:pt idx="4738">SHOW</cx:pt>
          <cx:pt idx="4739">MOVIE</cx:pt>
          <cx:pt idx="4740">SHOW</cx:pt>
          <cx:pt idx="4741">SHOW</cx:pt>
          <cx:pt idx="4742">SHOW</cx:pt>
          <cx:pt idx="4743">MOVIE</cx:pt>
          <cx:pt idx="4744">SHOW</cx:pt>
          <cx:pt idx="4745">MOVIE</cx:pt>
          <cx:pt idx="4746">MOVIE</cx:pt>
          <cx:pt idx="4747">SHOW</cx:pt>
          <cx:pt idx="4748">MOVIE</cx:pt>
          <cx:pt idx="4749">SHOW</cx:pt>
          <cx:pt idx="4750">MOVIE</cx:pt>
          <cx:pt idx="4751">SHOW</cx:pt>
          <cx:pt idx="4752">SHOW</cx:pt>
          <cx:pt idx="4753">MOVIE</cx:pt>
          <cx:pt idx="4754">MOVIE</cx:pt>
          <cx:pt idx="4755">SHOW</cx:pt>
          <cx:pt idx="4756">MOVIE</cx:pt>
          <cx:pt idx="4757">MOVIE</cx:pt>
          <cx:pt idx="4758">MOVIE</cx:pt>
          <cx:pt idx="4759">MOVIE</cx:pt>
          <cx:pt idx="4760">SHOW</cx:pt>
          <cx:pt idx="4761">SHOW</cx:pt>
          <cx:pt idx="4762">SHOW</cx:pt>
          <cx:pt idx="4763">SHOW</cx:pt>
          <cx:pt idx="4764">MOVIE</cx:pt>
          <cx:pt idx="4765">SHOW</cx:pt>
          <cx:pt idx="4766">MOVIE</cx:pt>
          <cx:pt idx="4767">MOVIE</cx:pt>
          <cx:pt idx="4768">SHOW</cx:pt>
          <cx:pt idx="4769">SHOW</cx:pt>
          <cx:pt idx="4770">SHOW</cx:pt>
          <cx:pt idx="4771">SHOW</cx:pt>
          <cx:pt idx="4772">MOVIE</cx:pt>
          <cx:pt idx="4773">MOVIE</cx:pt>
          <cx:pt idx="4774">MOVIE</cx:pt>
          <cx:pt idx="4775">MOVIE</cx:pt>
          <cx:pt idx="4776">SHOW</cx:pt>
          <cx:pt idx="4777">SHOW</cx:pt>
          <cx:pt idx="4778">MOVIE</cx:pt>
          <cx:pt idx="4779">MOVIE</cx:pt>
          <cx:pt idx="4780">MOVIE</cx:pt>
          <cx:pt idx="4781">MOVIE</cx:pt>
          <cx:pt idx="4782">MOVIE</cx:pt>
          <cx:pt idx="4783">MOVIE</cx:pt>
          <cx:pt idx="4784">SHOW</cx:pt>
          <cx:pt idx="4785">SHOW</cx:pt>
          <cx:pt idx="4786">MOVIE</cx:pt>
          <cx:pt idx="4787">SHOW</cx:pt>
          <cx:pt idx="4788">MOVIE</cx:pt>
          <cx:pt idx="4789">MOVIE</cx:pt>
          <cx:pt idx="4790">SHOW</cx:pt>
          <cx:pt idx="4791">SHOW</cx:pt>
          <cx:pt idx="4792">SHOW</cx:pt>
          <cx:pt idx="4793">MOVIE</cx:pt>
          <cx:pt idx="4794">SHOW</cx:pt>
          <cx:pt idx="4795">SHOW</cx:pt>
          <cx:pt idx="4796">MOVIE</cx:pt>
          <cx:pt idx="4797">SHOW</cx:pt>
          <cx:pt idx="4798">SHOW</cx:pt>
          <cx:pt idx="4799">SHOW</cx:pt>
          <cx:pt idx="4800">SHOW</cx:pt>
          <cx:pt idx="4801">MOVIE</cx:pt>
          <cx:pt idx="4802">MOVIE</cx:pt>
          <cx:pt idx="4803">SHOW</cx:pt>
          <cx:pt idx="4804">MOVIE</cx:pt>
          <cx:pt idx="4805">SHOW</cx:pt>
          <cx:pt idx="4806">MOVIE</cx:pt>
          <cx:pt idx="4807">SHOW</cx:pt>
          <cx:pt idx="4808">MOVIE</cx:pt>
          <cx:pt idx="4809">MOVIE</cx:pt>
          <cx:pt idx="4810">SHOW</cx:pt>
          <cx:pt idx="4811">MOVIE</cx:pt>
          <cx:pt idx="4812">MOVIE</cx:pt>
          <cx:pt idx="4813">SHOW</cx:pt>
          <cx:pt idx="4814">SHOW</cx:pt>
          <cx:pt idx="4815">SHOW</cx:pt>
          <cx:pt idx="4816">SHOW</cx:pt>
          <cx:pt idx="4817">SHOW</cx:pt>
          <cx:pt idx="4818">SHOW</cx:pt>
          <cx:pt idx="4819">SHOW</cx:pt>
          <cx:pt idx="4820">SHOW</cx:pt>
          <cx:pt idx="4821">MOVIE</cx:pt>
          <cx:pt idx="4822">SHOW</cx:pt>
          <cx:pt idx="4823">MOVIE</cx:pt>
          <cx:pt idx="4824">SHOW</cx:pt>
          <cx:pt idx="4825">SHOW</cx:pt>
          <cx:pt idx="4826">SHOW</cx:pt>
          <cx:pt idx="4827">SHOW</cx:pt>
          <cx:pt idx="4828">MOVIE</cx:pt>
          <cx:pt idx="4829">SHOW</cx:pt>
          <cx:pt idx="4830">MOVIE</cx:pt>
          <cx:pt idx="4831">MOVIE</cx:pt>
          <cx:pt idx="4832">MOVIE</cx:pt>
          <cx:pt idx="4833">MOVIE</cx:pt>
          <cx:pt idx="4834">SHOW</cx:pt>
          <cx:pt idx="4835">MOVIE</cx:pt>
          <cx:pt idx="4836">MOVIE</cx:pt>
          <cx:pt idx="4837">SHOW</cx:pt>
          <cx:pt idx="4838">SHOW</cx:pt>
          <cx:pt idx="4839">MOVIE</cx:pt>
          <cx:pt idx="4840">MOVIE</cx:pt>
          <cx:pt idx="4841">SHOW</cx:pt>
          <cx:pt idx="4842">SHOW</cx:pt>
          <cx:pt idx="4843">MOVIE</cx:pt>
          <cx:pt idx="4844">MOVIE</cx:pt>
          <cx:pt idx="4845">MOVIE</cx:pt>
          <cx:pt idx="4846">MOVIE</cx:pt>
          <cx:pt idx="4847">MOVIE</cx:pt>
          <cx:pt idx="4848">MOVIE</cx:pt>
          <cx:pt idx="4849">MOVIE</cx:pt>
          <cx:pt idx="4850">SHOW</cx:pt>
          <cx:pt idx="4851">MOVIE</cx:pt>
          <cx:pt idx="4852">MOVIE</cx:pt>
          <cx:pt idx="4853">SHOW</cx:pt>
          <cx:pt idx="4854">SHOW</cx:pt>
          <cx:pt idx="4855">SHOW</cx:pt>
          <cx:pt idx="4856">MOVIE</cx:pt>
          <cx:pt idx="4857">SHOW</cx:pt>
          <cx:pt idx="4858">MOVIE</cx:pt>
          <cx:pt idx="4859">SHOW</cx:pt>
          <cx:pt idx="4860">MOVIE</cx:pt>
          <cx:pt idx="4861">MOVIE</cx:pt>
          <cx:pt idx="4862">MOVIE</cx:pt>
          <cx:pt idx="4863">MOVIE</cx:pt>
          <cx:pt idx="4864">MOVIE</cx:pt>
          <cx:pt idx="4865">MOVIE</cx:pt>
          <cx:pt idx="4866">MOVIE</cx:pt>
          <cx:pt idx="4867">SHOW</cx:pt>
          <cx:pt idx="4868">SHOW</cx:pt>
          <cx:pt idx="4869">MOVIE</cx:pt>
          <cx:pt idx="4870">MOVIE</cx:pt>
          <cx:pt idx="4871">SHOW</cx:pt>
          <cx:pt idx="4872">MOVIE</cx:pt>
          <cx:pt idx="4873">SHOW</cx:pt>
          <cx:pt idx="4874">MOVIE</cx:pt>
          <cx:pt idx="4875">SHOW</cx:pt>
          <cx:pt idx="4876">SHOW</cx:pt>
          <cx:pt idx="4877">MOVIE</cx:pt>
          <cx:pt idx="4878">MOVIE</cx:pt>
          <cx:pt idx="4879">MOVIE</cx:pt>
          <cx:pt idx="4880">SHOW</cx:pt>
          <cx:pt idx="4881">MOVIE</cx:pt>
          <cx:pt idx="4882">SHOW</cx:pt>
          <cx:pt idx="4883">SHOW</cx:pt>
          <cx:pt idx="4884">SHOW</cx:pt>
          <cx:pt idx="4885">MOVIE</cx:pt>
          <cx:pt idx="4886">SHOW</cx:pt>
          <cx:pt idx="4887">MOVIE</cx:pt>
          <cx:pt idx="4888">MOVIE</cx:pt>
          <cx:pt idx="4889">SHOW</cx:pt>
          <cx:pt idx="4890">MOVIE</cx:pt>
          <cx:pt idx="4891">MOVIE</cx:pt>
          <cx:pt idx="4892">SHOW</cx:pt>
          <cx:pt idx="4893">MOVIE</cx:pt>
          <cx:pt idx="4894">SHOW</cx:pt>
          <cx:pt idx="4895">SHOW</cx:pt>
          <cx:pt idx="4896">MOVIE</cx:pt>
          <cx:pt idx="4897">MOVIE</cx:pt>
          <cx:pt idx="4898">MOVIE</cx:pt>
          <cx:pt idx="4899">MOVIE</cx:pt>
          <cx:pt idx="4900">MOVIE</cx:pt>
          <cx:pt idx="4901">SHOW</cx:pt>
          <cx:pt idx="4902">MOVIE</cx:pt>
          <cx:pt idx="4903">SHOW</cx:pt>
          <cx:pt idx="4904">MOVIE</cx:pt>
          <cx:pt idx="4905">MOVIE</cx:pt>
          <cx:pt idx="4906">SHOW</cx:pt>
          <cx:pt idx="4907">MOVIE</cx:pt>
          <cx:pt idx="4908">MOVIE</cx:pt>
          <cx:pt idx="4909">MOVIE</cx:pt>
          <cx:pt idx="4910">MOVIE</cx:pt>
          <cx:pt idx="4911">MOVIE</cx:pt>
          <cx:pt idx="4912">MOVIE</cx:pt>
          <cx:pt idx="4913">MOVIE</cx:pt>
          <cx:pt idx="4914">MOVIE</cx:pt>
          <cx:pt idx="4915">MOVIE</cx:pt>
          <cx:pt idx="4916">MOVIE</cx:pt>
          <cx:pt idx="4917">MOVIE</cx:pt>
          <cx:pt idx="4918">MOVIE</cx:pt>
          <cx:pt idx="4919">MOVIE</cx:pt>
          <cx:pt idx="4920">SHOW</cx:pt>
          <cx:pt idx="4921">SHOW</cx:pt>
          <cx:pt idx="4922">SHOW</cx:pt>
          <cx:pt idx="4923">SHOW</cx:pt>
          <cx:pt idx="4924">MOVIE</cx:pt>
          <cx:pt idx="4925">SHOW</cx:pt>
          <cx:pt idx="4926">MOVIE</cx:pt>
          <cx:pt idx="4927">MOVIE</cx:pt>
          <cx:pt idx="4928">SHOW</cx:pt>
          <cx:pt idx="4929">MOVIE</cx:pt>
          <cx:pt idx="4930">SHOW</cx:pt>
          <cx:pt idx="4931">MOVIE</cx:pt>
          <cx:pt idx="4932">MOVIE</cx:pt>
          <cx:pt idx="4933">MOVIE</cx:pt>
          <cx:pt idx="4934">SHOW</cx:pt>
          <cx:pt idx="4935">SHOW</cx:pt>
          <cx:pt idx="4936">MOVIE</cx:pt>
          <cx:pt idx="4937">MOVIE</cx:pt>
          <cx:pt idx="4938">MOVIE</cx:pt>
          <cx:pt idx="4939">MOVIE</cx:pt>
          <cx:pt idx="4940">MOVIE</cx:pt>
          <cx:pt idx="4941">SHOW</cx:pt>
          <cx:pt idx="4942">MOVIE</cx:pt>
          <cx:pt idx="4943">MOVIE</cx:pt>
          <cx:pt idx="4944">SHOW</cx:pt>
          <cx:pt idx="4945">MOVIE</cx:pt>
          <cx:pt idx="4946">SHOW</cx:pt>
          <cx:pt idx="4947">MOVIE</cx:pt>
          <cx:pt idx="4948">MOVIE</cx:pt>
          <cx:pt idx="4949">MOVIE</cx:pt>
          <cx:pt idx="4950">SHOW</cx:pt>
          <cx:pt idx="4951">SHOW</cx:pt>
          <cx:pt idx="4952">MOVIE</cx:pt>
          <cx:pt idx="4953">MOVIE</cx:pt>
          <cx:pt idx="4954">MOVIE</cx:pt>
          <cx:pt idx="4955">SHOW</cx:pt>
          <cx:pt idx="4956">SHOW</cx:pt>
          <cx:pt idx="4957">SHOW</cx:pt>
          <cx:pt idx="4958">MOVIE</cx:pt>
          <cx:pt idx="4959">MOVIE</cx:pt>
          <cx:pt idx="4960">MOVIE</cx:pt>
          <cx:pt idx="4961">SHOW</cx:pt>
          <cx:pt idx="4962">MOVIE</cx:pt>
          <cx:pt idx="4963">SHOW</cx:pt>
          <cx:pt idx="4964">MOVIE</cx:pt>
          <cx:pt idx="4965">MOVIE</cx:pt>
          <cx:pt idx="4966">MOVIE</cx:pt>
          <cx:pt idx="4967">MOVIE</cx:pt>
          <cx:pt idx="4968">MOVIE</cx:pt>
          <cx:pt idx="4969">MOVIE</cx:pt>
          <cx:pt idx="4970">MOVIE</cx:pt>
          <cx:pt idx="4971">MOVIE</cx:pt>
          <cx:pt idx="4972">SHOW</cx:pt>
          <cx:pt idx="4973">MOVIE</cx:pt>
          <cx:pt idx="4974">SHOW</cx:pt>
          <cx:pt idx="4975">MOVIE</cx:pt>
          <cx:pt idx="4976">MOVIE</cx:pt>
          <cx:pt idx="4977">SHOW</cx:pt>
          <cx:pt idx="4978">MOVIE</cx:pt>
          <cx:pt idx="4979">SHOW</cx:pt>
          <cx:pt idx="4980">MOVIE</cx:pt>
          <cx:pt idx="4981">MOVIE</cx:pt>
          <cx:pt idx="4982">MOVIE</cx:pt>
          <cx:pt idx="4983">MOVIE</cx:pt>
          <cx:pt idx="4984">MOVIE</cx:pt>
          <cx:pt idx="4985">MOVIE</cx:pt>
          <cx:pt idx="4986">MOVIE</cx:pt>
          <cx:pt idx="4987">MOVIE</cx:pt>
          <cx:pt idx="4988">SHOW</cx:pt>
          <cx:pt idx="4989">MOVIE</cx:pt>
          <cx:pt idx="4990">MOVIE</cx:pt>
          <cx:pt idx="4991">MOVIE</cx:pt>
          <cx:pt idx="4992">SHOW</cx:pt>
          <cx:pt idx="4993">MOVIE</cx:pt>
          <cx:pt idx="4994">SHOW</cx:pt>
          <cx:pt idx="4995">MOVIE</cx:pt>
          <cx:pt idx="4996">MOVIE</cx:pt>
          <cx:pt idx="4997">MOVIE</cx:pt>
          <cx:pt idx="4998">MOVIE</cx:pt>
          <cx:pt idx="4999">MOVIE</cx:pt>
          <cx:pt idx="5000">MOVIE</cx:pt>
          <cx:pt idx="5001">MOVIE</cx:pt>
          <cx:pt idx="5002">MOVIE</cx:pt>
          <cx:pt idx="5003">SHOW</cx:pt>
          <cx:pt idx="5004">SHOW</cx:pt>
          <cx:pt idx="5005">SHOW</cx:pt>
          <cx:pt idx="5006">SHOW</cx:pt>
          <cx:pt idx="5007">MOVIE</cx:pt>
          <cx:pt idx="5008">MOVIE</cx:pt>
          <cx:pt idx="5009">MOVIE</cx:pt>
          <cx:pt idx="5010">SHOW</cx:pt>
          <cx:pt idx="5011">MOVIE</cx:pt>
          <cx:pt idx="5012">MOVIE</cx:pt>
          <cx:pt idx="5013">MOVIE</cx:pt>
          <cx:pt idx="5014">SHOW</cx:pt>
          <cx:pt idx="5015">MOVIE</cx:pt>
          <cx:pt idx="5016">MOVIE</cx:pt>
          <cx:pt idx="5017">MOVIE</cx:pt>
          <cx:pt idx="5018">MOVIE</cx:pt>
          <cx:pt idx="5019">SHOW</cx:pt>
          <cx:pt idx="5020">MOVIE</cx:pt>
          <cx:pt idx="5021">MOVIE</cx:pt>
          <cx:pt idx="5022">MOVIE</cx:pt>
          <cx:pt idx="5023">MOVIE</cx:pt>
          <cx:pt idx="5024">MOVIE</cx:pt>
          <cx:pt idx="5025">MOVIE</cx:pt>
          <cx:pt idx="5026">MOVIE</cx:pt>
          <cx:pt idx="5027">MOVIE</cx:pt>
          <cx:pt idx="5028">MOVIE</cx:pt>
          <cx:pt idx="5029">SHOW</cx:pt>
          <cx:pt idx="5030">MOVIE</cx:pt>
          <cx:pt idx="5031">MOVIE</cx:pt>
          <cx:pt idx="5032">MOVIE</cx:pt>
          <cx:pt idx="5033">SHOW</cx:pt>
          <cx:pt idx="5034">MOVIE</cx:pt>
          <cx:pt idx="5035">SHOW</cx:pt>
          <cx:pt idx="5036">MOVIE</cx:pt>
          <cx:pt idx="5037">MOVIE</cx:pt>
          <cx:pt idx="5038">MOVIE</cx:pt>
          <cx:pt idx="5039">MOVIE</cx:pt>
          <cx:pt idx="5040">MOVIE</cx:pt>
          <cx:pt idx="5041">SHOW</cx:pt>
          <cx:pt idx="5042">MOVIE</cx:pt>
          <cx:pt idx="5043">SHOW</cx:pt>
          <cx:pt idx="5044">MOVIE</cx:pt>
          <cx:pt idx="5045">MOVIE</cx:pt>
          <cx:pt idx="5046">MOVIE</cx:pt>
          <cx:pt idx="5047">MOVIE</cx:pt>
          <cx:pt idx="5048">MOVIE</cx:pt>
          <cx:pt idx="5049">MOVIE</cx:pt>
          <cx:pt idx="5050">MOVIE</cx:pt>
          <cx:pt idx="5051">SHOW</cx:pt>
          <cx:pt idx="5052">MOVIE</cx:pt>
          <cx:pt idx="5053">SHOW</cx:pt>
          <cx:pt idx="5054">MOVIE</cx:pt>
          <cx:pt idx="5055">MOVIE</cx:pt>
          <cx:pt idx="5056">SHOW</cx:pt>
          <cx:pt idx="5057">SHOW</cx:pt>
          <cx:pt idx="5058">SHOW</cx:pt>
          <cx:pt idx="5059">MOVIE</cx:pt>
          <cx:pt idx="5060">MOVIE</cx:pt>
          <cx:pt idx="5061">MOVIE</cx:pt>
          <cx:pt idx="5062">MOVIE</cx:pt>
          <cx:pt idx="5063">MOVIE</cx:pt>
          <cx:pt idx="5064">MOVIE</cx:pt>
          <cx:pt idx="5065">MOVIE</cx:pt>
          <cx:pt idx="5066">MOVIE</cx:pt>
          <cx:pt idx="5067">MOVIE</cx:pt>
          <cx:pt idx="5068">SHOW</cx:pt>
          <cx:pt idx="5069">MOVIE</cx:pt>
          <cx:pt idx="5070">MOVIE</cx:pt>
          <cx:pt idx="5071">MOVIE</cx:pt>
          <cx:pt idx="5072">MOVIE</cx:pt>
          <cx:pt idx="5073">MOVIE</cx:pt>
          <cx:pt idx="5074">MOVIE</cx:pt>
          <cx:pt idx="5075">MOVIE</cx:pt>
          <cx:pt idx="5076">MOVIE</cx:pt>
          <cx:pt idx="5077">SHOW</cx:pt>
          <cx:pt idx="5078">MOVIE</cx:pt>
          <cx:pt idx="5079">MOVIE</cx:pt>
          <cx:pt idx="5080">SHOW</cx:pt>
          <cx:pt idx="5081">SHOW</cx:pt>
          <cx:pt idx="5082">MOVIE</cx:pt>
          <cx:pt idx="5083">SHOW</cx:pt>
          <cx:pt idx="5084">MOVIE</cx:pt>
          <cx:pt idx="5085">MOVIE</cx:pt>
          <cx:pt idx="5086">SHOW</cx:pt>
          <cx:pt idx="5087">MOVIE</cx:pt>
          <cx:pt idx="5088">MOVIE</cx:pt>
          <cx:pt idx="5089">SHOW</cx:pt>
          <cx:pt idx="5090">MOVIE</cx:pt>
          <cx:pt idx="5091">MOVIE</cx:pt>
          <cx:pt idx="5092">MOVIE</cx:pt>
          <cx:pt idx="5093">SHOW</cx:pt>
          <cx:pt idx="5094">MOVIE</cx:pt>
          <cx:pt idx="5095">SHOW</cx:pt>
          <cx:pt idx="5096">MOVIE</cx:pt>
          <cx:pt idx="5097">MOVIE</cx:pt>
          <cx:pt idx="5098">MOVIE</cx:pt>
          <cx:pt idx="5099">MOVIE</cx:pt>
          <cx:pt idx="5100">MOVIE</cx:pt>
          <cx:pt idx="5101">MOVIE</cx:pt>
          <cx:pt idx="5102">MOVIE</cx:pt>
          <cx:pt idx="5103">MOVIE</cx:pt>
          <cx:pt idx="5104">MOVIE</cx:pt>
          <cx:pt idx="5105">MOVIE</cx:pt>
          <cx:pt idx="5106">SHOW</cx:pt>
          <cx:pt idx="5107">MOVIE</cx:pt>
          <cx:pt idx="5108">MOVIE</cx:pt>
          <cx:pt idx="5109">MOVIE</cx:pt>
          <cx:pt idx="5110">MOVIE</cx:pt>
          <cx:pt idx="5111">MOVIE</cx:pt>
          <cx:pt idx="5112">MOVIE</cx:pt>
          <cx:pt idx="5113">MOVIE</cx:pt>
          <cx:pt idx="5114">SHOW</cx:pt>
          <cx:pt idx="5115">MOVIE</cx:pt>
          <cx:pt idx="5116">MOVIE</cx:pt>
          <cx:pt idx="5117">MOVIE</cx:pt>
          <cx:pt idx="5118">MOVIE</cx:pt>
          <cx:pt idx="5119">MOVIE</cx:pt>
        </cx:lvl>
      </cx:strDim>
      <cx:numDim type="val">
        <cx:f>' PIVOT TABLE AND CHARTS-1'!$AF$5:$AF$5124</cx:f>
        <cx:lvl ptCount="5120" formatCode="General">
          <cx:pt idx="0">8.3000000000000007</cx:pt>
          <cx:pt idx="1">8.1999999999999993</cx:pt>
          <cx:pt idx="2">8</cx:pt>
          <cx:pt idx="3">8.0999999999999996</cx:pt>
          <cx:pt idx="4">8.8000000000000007</cx:pt>
          <cx:pt idx="5">7.7000000000000002</cx:pt>
          <cx:pt idx="6">7.7999999999999998</cx:pt>
          <cx:pt idx="7">5.7999999999999998</cx:pt>
          <cx:pt idx="8">7.7000000000000002</cx:pt>
          <cx:pt idx="9">7.2999999999999998</cx:pt>
          <cx:pt idx="10">7.5</cx:pt>
          <cx:pt idx="11">7.5999999999999996</cx:pt>
          <cx:pt idx="12">8.0999999999999996</cx:pt>
          <cx:pt idx="13">6.9000000000000004</cx:pt>
          <cx:pt idx="14">7.5</cx:pt>
          <cx:pt idx="15">7.5</cx:pt>
          <cx:pt idx="16">7.2000000000000002</cx:pt>
          <cx:pt idx="17">7.5</cx:pt>
          <cx:pt idx="18">6.2000000000000002</cx:pt>
          <cx:pt idx="19">7.5999999999999996</cx:pt>
          <cx:pt idx="20">6.4000000000000004</cx:pt>
          <cx:pt idx="21">6.7000000000000002</cx:pt>
          <cx:pt idx="22">7.2000000000000002</cx:pt>
          <cx:pt idx="23">6.7999999999999998</cx:pt>
          <cx:pt idx="24">9</cx:pt>
          <cx:pt idx="25">6.7000000000000002</cx:pt>
          <cx:pt idx="26">2.1000000000000001</cx:pt>
          <cx:pt idx="27">7.4000000000000004</cx:pt>
          <cx:pt idx="28">7.2000000000000002</cx:pt>
          <cx:pt idx="29">6.9000000000000004</cx:pt>
          <cx:pt idx="30">6.5</cx:pt>
          <cx:pt idx="31">6.5</cx:pt>
          <cx:pt idx="32">6.2000000000000002</cx:pt>
          <cx:pt idx="33">7.7999999999999998</cx:pt>
          <cx:pt idx="34">6.2000000000000002</cx:pt>
          <cx:pt idx="35">6.7000000000000002</cx:pt>
          <cx:pt idx="36">6.2000000000000002</cx:pt>
          <cx:pt idx="37">6.7999999999999998</cx:pt>
          <cx:pt idx="38">4.5999999999999996</cx:pt>
          <cx:pt idx="39">4.2000000000000002</cx:pt>
          <cx:pt idx="40">5.0999999999999996</cx:pt>
          <cx:pt idx="41">6.9000000000000004</cx:pt>
          <cx:pt idx="42">8.9000000000000004</cx:pt>
          <cx:pt idx="43">8.0999999999999996</cx:pt>
          <cx:pt idx="44">8.3000000000000007</cx:pt>
          <cx:pt idx="45">7.7000000000000002</cx:pt>
          <cx:pt idx="46">6.7000000000000002</cx:pt>
          <cx:pt idx="47">8.3000000000000007</cx:pt>
          <cx:pt idx="48">6.7000000000000002</cx:pt>
          <cx:pt idx="49">7.4000000000000004</cx:pt>
          <cx:pt idx="50">6.9000000000000004</cx:pt>
          <cx:pt idx="51">7.7999999999999998</cx:pt>
          <cx:pt idx="52">6.5</cx:pt>
          <cx:pt idx="53">6.5999999999999996</cx:pt>
          <cx:pt idx="54">6.5</cx:pt>
          <cx:pt idx="55">7.0999999999999996</cx:pt>
          <cx:pt idx="56">6.7000000000000002</cx:pt>
          <cx:pt idx="57">7.5999999999999996</cx:pt>
          <cx:pt idx="58">4.9000000000000004</cx:pt>
          <cx:pt idx="59">6.7000000000000002</cx:pt>
          <cx:pt idx="60">6.4000000000000004</cx:pt>
          <cx:pt idx="61">6.0999999999999996</cx:pt>
          <cx:pt idx="62">7.4000000000000004</cx:pt>
          <cx:pt idx="63">7.2000000000000002</cx:pt>
          <cx:pt idx="64">7.2999999999999998</cx:pt>
          <cx:pt idx="65">7.2000000000000002</cx:pt>
          <cx:pt idx="66">6</cx:pt>
          <cx:pt idx="67">7.9000000000000004</cx:pt>
          <cx:pt idx="68">6</cx:pt>
          <cx:pt idx="69">6</cx:pt>
          <cx:pt idx="70">8</cx:pt>
          <cx:pt idx="71">7.7000000000000002</cx:pt>
          <cx:pt idx="72">7.5999999999999996</cx:pt>
          <cx:pt idx="73">8.0999999999999996</cx:pt>
          <cx:pt idx="74">6.7000000000000002</cx:pt>
          <cx:pt idx="75">7</cx:pt>
          <cx:pt idx="76">6.5</cx:pt>
          <cx:pt idx="77">7.2000000000000002</cx:pt>
          <cx:pt idx="78">5.5999999999999996</cx:pt>
          <cx:pt idx="79">6.5999999999999996</cx:pt>
          <cx:pt idx="80">8.6999999999999993</cx:pt>
          <cx:pt idx="81">7.0999999999999996</cx:pt>
          <cx:pt idx="82">6.5</cx:pt>
          <cx:pt idx="83">6.2999999999999998</cx:pt>
          <cx:pt idx="84">5.0999999999999996</cx:pt>
          <cx:pt idx="85">5.7999999999999998</cx:pt>
          <cx:pt idx="86">4.7999999999999998</cx:pt>
          <cx:pt idx="87">6.0999999999999996</cx:pt>
          <cx:pt idx="88">6.2999999999999998</cx:pt>
          <cx:pt idx="89">6.2000000000000002</cx:pt>
          <cx:pt idx="90">3.7999999999999998</cx:pt>
          <cx:pt idx="91">6.0999999999999996</cx:pt>
          <cx:pt idx="92">5.2000000000000002</cx:pt>
          <cx:pt idx="93">5.4000000000000004</cx:pt>
          <cx:pt idx="94">7.2999999999999998</cx:pt>
          <cx:pt idx="95">6.2999999999999998</cx:pt>
          <cx:pt idx="96">6.5</cx:pt>
          <cx:pt idx="97">7.4000000000000004</cx:pt>
          <cx:pt idx="98">8.4000000000000004</cx:pt>
          <cx:pt idx="99">7.5999999999999996</cx:pt>
          <cx:pt idx="100">8.8000000000000007</cx:pt>
          <cx:pt idx="101">7</cx:pt>
          <cx:pt idx="102">8.8000000000000007</cx:pt>
          <cx:pt idx="103">8.5999999999999996</cx:pt>
          <cx:pt idx="104">8.9000000000000004</cx:pt>
          <cx:pt idx="105">8.0999999999999996</cx:pt>
          <cx:pt idx="106">7.7999999999999998</cx:pt>
          <cx:pt idx="107">7.7999999999999998</cx:pt>
          <cx:pt idx="108">8.1999999999999993</cx:pt>
          <cx:pt idx="109">7.0999999999999996</cx:pt>
          <cx:pt idx="110">6.7000000000000002</cx:pt>
          <cx:pt idx="111">7.2999999999999998</cx:pt>
          <cx:pt idx="112">8.5</cx:pt>
          <cx:pt idx="113">7.7999999999999998</cx:pt>
          <cx:pt idx="114">7.7000000000000002</cx:pt>
          <cx:pt idx="115">6.5</cx:pt>
          <cx:pt idx="116">6.5</cx:pt>
          <cx:pt idx="117">6.2000000000000002</cx:pt>
          <cx:pt idx="118">6.5999999999999996</cx:pt>
          <cx:pt idx="119">6.4000000000000004</cx:pt>
          <cx:pt idx="120">7.0999999999999996</cx:pt>
          <cx:pt idx="121">7.5</cx:pt>
          <cx:pt idx="122">7.2000000000000002</cx:pt>
          <cx:pt idx="123">7.2999999999999998</cx:pt>
          <cx:pt idx="124">7.5999999999999996</cx:pt>
          <cx:pt idx="125">7.2000000000000002</cx:pt>
          <cx:pt idx="126">7.9000000000000004</cx:pt>
          <cx:pt idx="127">6.9000000000000004</cx:pt>
          <cx:pt idx="128">7.5</cx:pt>
          <cx:pt idx="129">7.0999999999999996</cx:pt>
          <cx:pt idx="130">6.7999999999999998</cx:pt>
          <cx:pt idx="131">7.2000000000000002</cx:pt>
          <cx:pt idx="132">6.5</cx:pt>
          <cx:pt idx="133">6</cx:pt>
          <cx:pt idx="134">4.5</cx:pt>
          <cx:pt idx="135">7.2000000000000002</cx:pt>
          <cx:pt idx="136">6.5999999999999996</cx:pt>
          <cx:pt idx="137">5.5999999999999996</cx:pt>
          <cx:pt idx="138">7.2999999999999998</cx:pt>
          <cx:pt idx="139">4.7999999999999998</cx:pt>
          <cx:pt idx="140">6.9000000000000004</cx:pt>
          <cx:pt idx="141">6.5</cx:pt>
          <cx:pt idx="142">5.7000000000000002</cx:pt>
          <cx:pt idx="143">6</cx:pt>
          <cx:pt idx="144">3.7999999999999998</cx:pt>
          <cx:pt idx="145">5.7999999999999998</cx:pt>
          <cx:pt idx="146">5.4000000000000004</cx:pt>
          <cx:pt idx="147">8</cx:pt>
          <cx:pt idx="148">5.2000000000000002</cx:pt>
          <cx:pt idx="149">5.5999999999999996</cx:pt>
          <cx:pt idx="150">5.9000000000000004</cx:pt>
          <cx:pt idx="151">6.2000000000000002</cx:pt>
          <cx:pt idx="152">7</cx:pt>
          <cx:pt idx="153">4.7000000000000002</cx:pt>
          <cx:pt idx="154">6.4000000000000004</cx:pt>
          <cx:pt idx="155">4.5</cx:pt>
          <cx:pt idx="156">4.7000000000000002</cx:pt>
          <cx:pt idx="157">4.7000000000000002</cx:pt>
          <cx:pt idx="158">6.5</cx:pt>
          <cx:pt idx="159">5.7000000000000002</cx:pt>
          <cx:pt idx="160">6.2000000000000002</cx:pt>
          <cx:pt idx="161">8</cx:pt>
          <cx:pt idx="162">6.5</cx:pt>
          <cx:pt idx="163">6.5999999999999996</cx:pt>
          <cx:pt idx="164">7.2000000000000002</cx:pt>
          <cx:pt idx="165">4.5</cx:pt>
          <cx:pt idx="166">7.9000000000000004</cx:pt>
          <cx:pt idx="167">6.7999999999999998</cx:pt>
          <cx:pt idx="168">6.7999999999999998</cx:pt>
          <cx:pt idx="169">8.5</cx:pt>
          <cx:pt idx="170">7</cx:pt>
          <cx:pt idx="171">7.9000000000000004</cx:pt>
          <cx:pt idx="172">6.4000000000000004</cx:pt>
          <cx:pt idx="173">6.7000000000000002</cx:pt>
          <cx:pt idx="174">7.5999999999999996</cx:pt>
          <cx:pt idx="175">7.4000000000000004</cx:pt>
          <cx:pt idx="176">7.4000000000000004</cx:pt>
          <cx:pt idx="177">7.7999999999999998</cx:pt>
          <cx:pt idx="178">5.9000000000000004</cx:pt>
          <cx:pt idx="179">7.7999999999999998</cx:pt>
          <cx:pt idx="180">7.5</cx:pt>
          <cx:pt idx="181">4.7000000000000002</cx:pt>
          <cx:pt idx="182">7.0999999999999996</cx:pt>
          <cx:pt idx="183">4</cx:pt>
          <cx:pt idx="184">7.2000000000000002</cx:pt>
          <cx:pt idx="185">8.0999999999999996</cx:pt>
          <cx:pt idx="186">7.5999999999999996</cx:pt>
          <cx:pt idx="187">7.5999999999999996</cx:pt>
          <cx:pt idx="188">4.7999999999999998</cx:pt>
          <cx:pt idx="189">5.4000000000000004</cx:pt>
          <cx:pt idx="190">6.5</cx:pt>
          <cx:pt idx="191">6.2000000000000002</cx:pt>
          <cx:pt idx="192">9</cx:pt>
          <cx:pt idx="193">6.2000000000000002</cx:pt>
          <cx:pt idx="194">7.5999999999999996</cx:pt>
          <cx:pt idx="195">5.5</cx:pt>
          <cx:pt idx="196">6.0999999999999996</cx:pt>
          <cx:pt idx="197">6.4000000000000004</cx:pt>
          <cx:pt idx="198">5.5</cx:pt>
          <cx:pt idx="199">7.5</cx:pt>
          <cx:pt idx="200">5.4000000000000004</cx:pt>
          <cx:pt idx="201">6.9000000000000004</cx:pt>
          <cx:pt idx="202">5.5</cx:pt>
          <cx:pt idx="203">6.5999999999999996</cx:pt>
          <cx:pt idx="204">7.7999999999999998</cx:pt>
          <cx:pt idx="205">4.5</cx:pt>
          <cx:pt idx="206">7.2999999999999998</cx:pt>
          <cx:pt idx="207">6.5999999999999996</cx:pt>
          <cx:pt idx="208">6.5999999999999996</cx:pt>
          <cx:pt idx="209">6.0999999999999996</cx:pt>
          <cx:pt idx="210">7.7999999999999998</cx:pt>
          <cx:pt idx="211">7.7999999999999998</cx:pt>
          <cx:pt idx="212">5.9000000000000004</cx:pt>
          <cx:pt idx="213">6.7000000000000002</cx:pt>
          <cx:pt idx="214">8.1999999999999993</cx:pt>
          <cx:pt idx="215">6.0999999999999996</cx:pt>
          <cx:pt idx="216">6.5</cx:pt>
          <cx:pt idx="217">4.5</cx:pt>
          <cx:pt idx="218">7.9000000000000004</cx:pt>
          <cx:pt idx="219">6.7000000000000002</cx:pt>
          <cx:pt idx="220">6.9000000000000004</cx:pt>
          <cx:pt idx="221">3.6000000000000001</cx:pt>
          <cx:pt idx="222">6.2000000000000002</cx:pt>
          <cx:pt idx="223">5</cx:pt>
          <cx:pt idx="224">6</cx:pt>
          <cx:pt idx="225">4.5999999999999996</cx:pt>
          <cx:pt idx="226">5.9000000000000004</cx:pt>
          <cx:pt idx="227">9.5</cx:pt>
          <cx:pt idx="228">8.1999999999999993</cx:pt>
          <cx:pt idx="229">7.7999999999999998</cx:pt>
          <cx:pt idx="230">8.6999999999999993</cx:pt>
          <cx:pt idx="231">7.5999999999999996</cx:pt>
          <cx:pt idx="232">8.5999999999999996</cx:pt>
          <cx:pt idx="233">8.0999999999999996</cx:pt>
          <cx:pt idx="234">7.7999999999999998</cx:pt>
          <cx:pt idx="235">8.5</cx:pt>
          <cx:pt idx="236">8.4000000000000004</cx:pt>
          <cx:pt idx="237">8.5</cx:pt>
          <cx:pt idx="238">7.0999999999999996</cx:pt>
          <cx:pt idx="239">6.5</cx:pt>
          <cx:pt idx="240">8.6999999999999993</cx:pt>
          <cx:pt idx="241">8.5</cx:pt>
          <cx:pt idx="242">8.3000000000000007</cx:pt>
          <cx:pt idx="243">9.3000000000000007</cx:pt>
          <cx:pt idx="244">8.8000000000000007</cx:pt>
          <cx:pt idx="245">6.5999999999999996</cx:pt>
          <cx:pt idx="246">8.0999999999999996</cx:pt>
          <cx:pt idx="247">8.6999999999999993</cx:pt>
          <cx:pt idx="248">8</cx:pt>
          <cx:pt idx="249">7.2000000000000002</cx:pt>
          <cx:pt idx="250">7.5999999999999996</cx:pt>
          <cx:pt idx="251">7.2000000000000002</cx:pt>
          <cx:pt idx="252">6.5999999999999996</cx:pt>
          <cx:pt idx="253">6.0999999999999996</cx:pt>
          <cx:pt idx="254">9</cx:pt>
          <cx:pt idx="255">6.5</cx:pt>
          <cx:pt idx="256">7.7000000000000002</cx:pt>
          <cx:pt idx="257">6.5999999999999996</cx:pt>
          <cx:pt idx="258">6.0999999999999996</cx:pt>
          <cx:pt idx="259">7</cx:pt>
          <cx:pt idx="260">7.7999999999999998</cx:pt>
          <cx:pt idx="261">7.7000000000000002</cx:pt>
          <cx:pt idx="262">8.4000000000000004</cx:pt>
          <cx:pt idx="263">7.5</cx:pt>
          <cx:pt idx="264">7.2000000000000002</cx:pt>
          <cx:pt idx="265">8</cx:pt>
          <cx:pt idx="266">8</cx:pt>
          <cx:pt idx="267">7</cx:pt>
          <cx:pt idx="268">5.5999999999999996</cx:pt>
          <cx:pt idx="269">7.5999999999999996</cx:pt>
          <cx:pt idx="270">7.5999999999999996</cx:pt>
          <cx:pt idx="271">7.2000000000000002</cx:pt>
          <cx:pt idx="272">8.8000000000000007</cx:pt>
          <cx:pt idx="273">6.7000000000000002</cx:pt>
          <cx:pt idx="274">5.9000000000000004</cx:pt>
          <cx:pt idx="275">7.5999999999999996</cx:pt>
          <cx:pt idx="276">6.5999999999999996</cx:pt>
          <cx:pt idx="277">7.0999999999999996</cx:pt>
          <cx:pt idx="278">8.5999999999999996</cx:pt>
          <cx:pt idx="279">8.0999999999999996</cx:pt>
          <cx:pt idx="280">7.5999999999999996</cx:pt>
          <cx:pt idx="281">7</cx:pt>
          <cx:pt idx="282">7.5999999999999996</cx:pt>
          <cx:pt idx="283">8.5</cx:pt>
          <cx:pt idx="284">7.7999999999999998</cx:pt>
          <cx:pt idx="285">6.7000000000000002</cx:pt>
          <cx:pt idx="286">6.9000000000000004</cx:pt>
          <cx:pt idx="287">6.7999999999999998</cx:pt>
          <cx:pt idx="288">7.2999999999999998</cx:pt>
          <cx:pt idx="289">7.9000000000000004</cx:pt>
          <cx:pt idx="290">6.2999999999999998</cx:pt>
          <cx:pt idx="291">6.7000000000000002</cx:pt>
          <cx:pt idx="292">7.2999999999999998</cx:pt>
          <cx:pt idx="293">7.0999999999999996</cx:pt>
          <cx:pt idx="294">7.2999999999999998</cx:pt>
          <cx:pt idx="295">5.7999999999999998</cx:pt>
          <cx:pt idx="296">6.2999999999999998</cx:pt>
          <cx:pt idx="297">6.9000000000000004</cx:pt>
          <cx:pt idx="298">8.3000000000000007</cx:pt>
          <cx:pt idx="299">6.7000000000000002</cx:pt>
          <cx:pt idx="300">6.2999999999999998</cx:pt>
          <cx:pt idx="301">8</cx:pt>
          <cx:pt idx="302">6.7999999999999998</cx:pt>
          <cx:pt idx="303">6.2999999999999998</cx:pt>
          <cx:pt idx="304">6.2000000000000002</cx:pt>
          <cx:pt idx="305">6.5</cx:pt>
          <cx:pt idx="306">5.9000000000000004</cx:pt>
          <cx:pt idx="307">6.7000000000000002</cx:pt>
          <cx:pt idx="308">8.3000000000000007</cx:pt>
          <cx:pt idx="309">6.7999999999999998</cx:pt>
          <cx:pt idx="310">7</cx:pt>
          <cx:pt idx="311">5.7000000000000002</cx:pt>
          <cx:pt idx="312">6.7999999999999998</cx:pt>
          <cx:pt idx="313">8.6999999999999993</cx:pt>
          <cx:pt idx="314">6.5</cx:pt>
          <cx:pt idx="315">5</cx:pt>
          <cx:pt idx="316">6.5</cx:pt>
          <cx:pt idx="317">4</cx:pt>
          <cx:pt idx="318">5.7999999999999998</cx:pt>
          <cx:pt idx="319">5.5999999999999996</cx:pt>
          <cx:pt idx="320">5.9000000000000004</cx:pt>
          <cx:pt idx="321">6.4000000000000004</cx:pt>
          <cx:pt idx="322">8</cx:pt>
          <cx:pt idx="323">7.2999999999999998</cx:pt>
          <cx:pt idx="324">5.7999999999999998</cx:pt>
          <cx:pt idx="325">5.5</cx:pt>
          <cx:pt idx="326">6</cx:pt>
          <cx:pt idx="327">5.4000000000000004</cx:pt>
          <cx:pt idx="328">5.0999999999999996</cx:pt>
          <cx:pt idx="329">5.0999999999999996</cx:pt>
          <cx:pt idx="330">6.7000000000000002</cx:pt>
          <cx:pt idx="331">5.5</cx:pt>
          <cx:pt idx="332">7.4000000000000004</cx:pt>
          <cx:pt idx="333">5.7000000000000002</cx:pt>
          <cx:pt idx="334">7.9000000000000004</cx:pt>
          <cx:pt idx="335">7.2999999999999998</cx:pt>
          <cx:pt idx="336">7.0999999999999996</cx:pt>
          <cx:pt idx="337">5.9000000000000004</cx:pt>
          <cx:pt idx="338">7.5999999999999996</cx:pt>
          <cx:pt idx="339">6.2999999999999998</cx:pt>
          <cx:pt idx="340">5.0999999999999996</cx:pt>
          <cx:pt idx="341">6.2000000000000002</cx:pt>
          <cx:pt idx="342">6.0999999999999996</cx:pt>
          <cx:pt idx="343">6.2000000000000002</cx:pt>
          <cx:pt idx="344">6.5</cx:pt>
          <cx:pt idx="345">5.5</cx:pt>
          <cx:pt idx="346">7.2999999999999998</cx:pt>
          <cx:pt idx="347">8.9000000000000004</cx:pt>
          <cx:pt idx="348">8.4000000000000004</cx:pt>
          <cx:pt idx="349">8.5999999999999996</cx:pt>
          <cx:pt idx="350">7.2000000000000002</cx:pt>
          <cx:pt idx="351">8.3000000000000007</cx:pt>
          <cx:pt idx="352">7.5999999999999996</cx:pt>
          <cx:pt idx="353">4.7999999999999998</cx:pt>
          <cx:pt idx="354">7</cx:pt>
          <cx:pt idx="355">7.4000000000000004</cx:pt>
          <cx:pt idx="356">6.7999999999999998</cx:pt>
          <cx:pt idx="357">6.5999999999999996</cx:pt>
          <cx:pt idx="358">6.0999999999999996</cx:pt>
          <cx:pt idx="359">6.5999999999999996</cx:pt>
          <cx:pt idx="360">7.9000000000000004</cx:pt>
          <cx:pt idx="361">6.2000000000000002</cx:pt>
          <cx:pt idx="362">5.0999999999999996</cx:pt>
          <cx:pt idx="363">6.2999999999999998</cx:pt>
          <cx:pt idx="364">5.7999999999999998</cx:pt>
          <cx:pt idx="365">7.5999999999999996</cx:pt>
          <cx:pt idx="366">6.5</cx:pt>
          <cx:pt idx="367">5.5</cx:pt>
          <cx:pt idx="368">7.5999999999999996</cx:pt>
          <cx:pt idx="369">8</cx:pt>
          <cx:pt idx="370">5.9000000000000004</cx:pt>
          <cx:pt idx="372">6</cx:pt>
          <cx:pt idx="373">5.9000000000000004</cx:pt>
          <cx:pt idx="374">8</cx:pt>
          <cx:pt idx="375">6.5999999999999996</cx:pt>
          <cx:pt idx="376">8.0999999999999996</cx:pt>
          <cx:pt idx="377">6.2000000000000002</cx:pt>
          <cx:pt idx="378">6.7000000000000002</cx:pt>
          <cx:pt idx="379">5.7999999999999998</cx:pt>
          <cx:pt idx="380">6.9000000000000004</cx:pt>
          <cx:pt idx="381">8.3000000000000007</cx:pt>
          <cx:pt idx="382">5.5999999999999996</cx:pt>
          <cx:pt idx="383">3.8999999999999999</cx:pt>
          <cx:pt idx="384">8.4000000000000004</cx:pt>
          <cx:pt idx="385">5.5999999999999996</cx:pt>
          <cx:pt idx="386">7.5999999999999996</cx:pt>
          <cx:pt idx="387">6.5999999999999996</cx:pt>
          <cx:pt idx="388">7.7000000000000002</cx:pt>
          <cx:pt idx="389">6.7000000000000002</cx:pt>
          <cx:pt idx="390">7.5</cx:pt>
          <cx:pt idx="391">7.5999999999999996</cx:pt>
          <cx:pt idx="392">8.3000000000000007</cx:pt>
          <cx:pt idx="393">8.0999999999999996</cx:pt>
          <cx:pt idx="394">7</cx:pt>
          <cx:pt idx="395">8.1999999999999993</cx:pt>
          <cx:pt idx="396">7.4000000000000004</cx:pt>
          <cx:pt idx="397">5.4000000000000004</cx:pt>
          <cx:pt idx="398">7.7999999999999998</cx:pt>
          <cx:pt idx="399">5.5</cx:pt>
          <cx:pt idx="400">5.0999999999999996</cx:pt>
          <cx:pt idx="401">7.2999999999999998</cx:pt>
          <cx:pt idx="402">4.9000000000000004</cx:pt>
          <cx:pt idx="403">7.7999999999999998</cx:pt>
          <cx:pt idx="404">6.5</cx:pt>
          <cx:pt idx="405">7.5</cx:pt>
          <cx:pt idx="406">5.2999999999999998</cx:pt>
          <cx:pt idx="407">6.4000000000000004</cx:pt>
          <cx:pt idx="408">8.0999999999999996</cx:pt>
          <cx:pt idx="409">7.5999999999999996</cx:pt>
          <cx:pt idx="410">6.2999999999999998</cx:pt>
          <cx:pt idx="411">6.9000000000000004</cx:pt>
          <cx:pt idx="412">3.6000000000000001</cx:pt>
          <cx:pt idx="413">7.5</cx:pt>
          <cx:pt idx="414">5.4000000000000004</cx:pt>
          <cx:pt idx="415">5.5999999999999996</cx:pt>
          <cx:pt idx="416">5.5999999999999996</cx:pt>
          <cx:pt idx="417">7.2999999999999998</cx:pt>
          <cx:pt idx="418">7.9000000000000004</cx:pt>
          <cx:pt idx="419">6.7999999999999998</cx:pt>
          <cx:pt idx="420">7.4000000000000004</cx:pt>
          <cx:pt idx="421">7.4000000000000004</cx:pt>
          <cx:pt idx="422">6.7000000000000002</cx:pt>
          <cx:pt idx="423">7.0999999999999996</cx:pt>
          <cx:pt idx="424">8</cx:pt>
          <cx:pt idx="425">5.5999999999999996</cx:pt>
          <cx:pt idx="426">7.5</cx:pt>
          <cx:pt idx="427">3.8999999999999999</cx:pt>
          <cx:pt idx="428">7</cx:pt>
          <cx:pt idx="429">6.7000000000000002</cx:pt>
          <cx:pt idx="430">7.9000000000000004</cx:pt>
          <cx:pt idx="431">8.0999999999999996</cx:pt>
          <cx:pt idx="432">4.7999999999999998</cx:pt>
          <cx:pt idx="433">6.5</cx:pt>
          <cx:pt idx="434">6.5999999999999996</cx:pt>
          <cx:pt idx="435">6.5999999999999996</cx:pt>
          <cx:pt idx="436">6.2999999999999998</cx:pt>
          <cx:pt idx="437">5.9000000000000004</cx:pt>
          <cx:pt idx="438">5.0999999999999996</cx:pt>
          <cx:pt idx="439">6.9000000000000004</cx:pt>
          <cx:pt idx="440">4.0999999999999996</cx:pt>
          <cx:pt idx="441">5.7999999999999998</cx:pt>
          <cx:pt idx="442">6.4000000000000004</cx:pt>
          <cx:pt idx="443">4.5</cx:pt>
          <cx:pt idx="444">7.5999999999999996</cx:pt>
          <cx:pt idx="445">6.2999999999999998</cx:pt>
          <cx:pt idx="446">7</cx:pt>
          <cx:pt idx="447">6.0999999999999996</cx:pt>
          <cx:pt idx="448">7.2000000000000002</cx:pt>
          <cx:pt idx="449">6.5999999999999996</cx:pt>
          <cx:pt idx="450">6.5999999999999996</cx:pt>
          <cx:pt idx="451">6.4000000000000004</cx:pt>
          <cx:pt idx="452">7.9000000000000004</cx:pt>
          <cx:pt idx="453">6.5</cx:pt>
          <cx:pt idx="454">6.2999999999999998</cx:pt>
          <cx:pt idx="455">7</cx:pt>
          <cx:pt idx="456">6.9000000000000004</cx:pt>
          <cx:pt idx="457">7.4000000000000004</cx:pt>
          <cx:pt idx="458">8.0999999999999996</cx:pt>
          <cx:pt idx="459">7.2999999999999998</cx:pt>
          <cx:pt idx="460">7.4000000000000004</cx:pt>
          <cx:pt idx="461">7.0999999999999996</cx:pt>
          <cx:pt idx="462">4.4000000000000004</cx:pt>
          <cx:pt idx="463">8.6999999999999993</cx:pt>
          <cx:pt idx="464">6.9000000000000004</cx:pt>
          <cx:pt idx="465">6.7999999999999998</cx:pt>
          <cx:pt idx="466">7</cx:pt>
          <cx:pt idx="467">5.4000000000000004</cx:pt>
          <cx:pt idx="468">5.9000000000000004</cx:pt>
          <cx:pt idx="469">6.2000000000000002</cx:pt>
          <cx:pt idx="470">7.0999999999999996</cx:pt>
          <cx:pt idx="471">7.7000000000000002</cx:pt>
          <cx:pt idx="472">7</cx:pt>
          <cx:pt idx="473">7.5999999999999996</cx:pt>
          <cx:pt idx="474">7</cx:pt>
          <cx:pt idx="475">6.9000000000000004</cx:pt>
          <cx:pt idx="476">7.2000000000000002</cx:pt>
          <cx:pt idx="477">6.5999999999999996</cx:pt>
          <cx:pt idx="478">7.0999999999999996</cx:pt>
          <cx:pt idx="479">7.2000000000000002</cx:pt>
          <cx:pt idx="480">8.0999999999999996</cx:pt>
          <cx:pt idx="481">7.4000000000000004</cx:pt>
          <cx:pt idx="482">8.0999999999999996</cx:pt>
          <cx:pt idx="483">4.7000000000000002</cx:pt>
          <cx:pt idx="484">8</cx:pt>
          <cx:pt idx="485">5.4000000000000004</cx:pt>
          <cx:pt idx="486">6.0999999999999996</cx:pt>
          <cx:pt idx="487">7.9000000000000004</cx:pt>
          <cx:pt idx="488">7.5</cx:pt>
          <cx:pt idx="489">7.2999999999999998</cx:pt>
          <cx:pt idx="490">6.2000000000000002</cx:pt>
          <cx:pt idx="491">7.4000000000000004</cx:pt>
          <cx:pt idx="492">8.6999999999999993</cx:pt>
          <cx:pt idx="493">7.7000000000000002</cx:pt>
          <cx:pt idx="494">7.0999999999999996</cx:pt>
          <cx:pt idx="495">6</cx:pt>
          <cx:pt idx="496">8.4000000000000004</cx:pt>
          <cx:pt idx="497">7.4000000000000004</cx:pt>
          <cx:pt idx="498">6.5999999999999996</cx:pt>
          <cx:pt idx="499">6.5999999999999996</cx:pt>
          <cx:pt idx="500">5.0999999999999996</cx:pt>
          <cx:pt idx="501">7.7000000000000002</cx:pt>
          <cx:pt idx="502">8</cx:pt>
          <cx:pt idx="503">6.5999999999999996</cx:pt>
          <cx:pt idx="504">7.2000000000000002</cx:pt>
          <cx:pt idx="505">5.5</cx:pt>
          <cx:pt idx="506">8</cx:pt>
          <cx:pt idx="507">5.2000000000000002</cx:pt>
          <cx:pt idx="508">7.9000000000000004</cx:pt>
          <cx:pt idx="509">7.5999999999999996</cx:pt>
          <cx:pt idx="510">6.2000000000000002</cx:pt>
          <cx:pt idx="511">7.2000000000000002</cx:pt>
          <cx:pt idx="512">7.4000000000000004</cx:pt>
          <cx:pt idx="513">7.7000000000000002</cx:pt>
          <cx:pt idx="514">7</cx:pt>
          <cx:pt idx="515">5.2999999999999998</cx:pt>
          <cx:pt idx="516">7.4000000000000004</cx:pt>
          <cx:pt idx="517">6.2999999999999998</cx:pt>
          <cx:pt idx="518">6.0999999999999996</cx:pt>
          <cx:pt idx="519">7.2000000000000002</cx:pt>
          <cx:pt idx="520">7.5999999999999996</cx:pt>
          <cx:pt idx="521">7.4000000000000004</cx:pt>
          <cx:pt idx="522">7.4000000000000004</cx:pt>
          <cx:pt idx="523">7.2000000000000002</cx:pt>
          <cx:pt idx="524">7.5</cx:pt>
          <cx:pt idx="525">8</cx:pt>
          <cx:pt idx="526">7.4000000000000004</cx:pt>
          <cx:pt idx="527">7.2999999999999998</cx:pt>
          <cx:pt idx="528">8.5</cx:pt>
          <cx:pt idx="529">7.4000000000000004</cx:pt>
          <cx:pt idx="530">7.2000000000000002</cx:pt>
          <cx:pt idx="531">4.0999999999999996</cx:pt>
          <cx:pt idx="533">7.5</cx:pt>
          <cx:pt idx="534">6.9000000000000004</cx:pt>
          <cx:pt idx="535">7.5999999999999996</cx:pt>
          <cx:pt idx="536">7.4000000000000004</cx:pt>
          <cx:pt idx="537">7.0999999999999996</cx:pt>
          <cx:pt idx="538">7.0999999999999996</cx:pt>
          <cx:pt idx="539">7.9000000000000004</cx:pt>
          <cx:pt idx="540">6.2999999999999998</cx:pt>
          <cx:pt idx="541">5</cx:pt>
          <cx:pt idx="542">6.7999999999999998</cx:pt>
          <cx:pt idx="543">7.2999999999999998</cx:pt>
          <cx:pt idx="544">6.2999999999999998</cx:pt>
          <cx:pt idx="545">7.0999999999999996</cx:pt>
          <cx:pt idx="546">6.9000000000000004</cx:pt>
          <cx:pt idx="547">7.4000000000000004</cx:pt>
          <cx:pt idx="548">7.7999999999999998</cx:pt>
          <cx:pt idx="549">7.7999999999999998</cx:pt>
          <cx:pt idx="550">6.2999999999999998</cx:pt>
          <cx:pt idx="551">6.7999999999999998</cx:pt>
          <cx:pt idx="552">7.5</cx:pt>
          <cx:pt idx="553">5.2999999999999998</cx:pt>
          <cx:pt idx="554">7.5999999999999996</cx:pt>
          <cx:pt idx="555">7.4000000000000004</cx:pt>
          <cx:pt idx="556">6.7999999999999998</cx:pt>
          <cx:pt idx="557">6.2000000000000002</cx:pt>
          <cx:pt idx="558">4.4000000000000004</cx:pt>
          <cx:pt idx="559">6.5999999999999996</cx:pt>
          <cx:pt idx="560">5.7000000000000002</cx:pt>
          <cx:pt idx="561">7.5</cx:pt>
          <cx:pt idx="562">7.2999999999999998</cx:pt>
          <cx:pt idx="563">7.2000000000000002</cx:pt>
          <cx:pt idx="564">8.6999999999999993</cx:pt>
          <cx:pt idx="565">7.7999999999999998</cx:pt>
          <cx:pt idx="566">6.5</cx:pt>
          <cx:pt idx="567">7.7000000000000002</cx:pt>
          <cx:pt idx="568">7.5999999999999996</cx:pt>
          <cx:pt idx="569">8.3000000000000007</cx:pt>
          <cx:pt idx="570">6.0999999999999996</cx:pt>
          <cx:pt idx="572">8.0999999999999996</cx:pt>
          <cx:pt idx="573">7</cx:pt>
          <cx:pt idx="574">6.9000000000000004</cx:pt>
          <cx:pt idx="575">8.0999999999999996</cx:pt>
          <cx:pt idx="576">7</cx:pt>
          <cx:pt idx="577">5.5999999999999996</cx:pt>
          <cx:pt idx="578">6.7999999999999998</cx:pt>
          <cx:pt idx="579">7.0999999999999996</cx:pt>
          <cx:pt idx="580">7.2000000000000002</cx:pt>
          <cx:pt idx="581">8</cx:pt>
          <cx:pt idx="582">8.4000000000000004</cx:pt>
          <cx:pt idx="583">7.2000000000000002</cx:pt>
          <cx:pt idx="584">5.2000000000000002</cx:pt>
          <cx:pt idx="585">7.9000000000000004</cx:pt>
          <cx:pt idx="586">5.2000000000000002</cx:pt>
          <cx:pt idx="587">2.8999999999999999</cx:pt>
          <cx:pt idx="588">5.2000000000000002</cx:pt>
          <cx:pt idx="589">4.2000000000000002</cx:pt>
          <cx:pt idx="590">5.0999999999999996</cx:pt>
          <cx:pt idx="591">6.7999999999999998</cx:pt>
          <cx:pt idx="592">8.4000000000000004</cx:pt>
          <cx:pt idx="593">5.5999999999999996</cx:pt>
          <cx:pt idx="594">5.5</cx:pt>
          <cx:pt idx="595">6.9000000000000004</cx:pt>
          <cx:pt idx="596">8</cx:pt>
          <cx:pt idx="597">5.2999999999999998</cx:pt>
          <cx:pt idx="598">6.4000000000000004</cx:pt>
          <cx:pt idx="599">4.2999999999999998</cx:pt>
          <cx:pt idx="600">7.2999999999999998</cx:pt>
          <cx:pt idx="601">5.2000000000000002</cx:pt>
          <cx:pt idx="602">3.5</cx:pt>
          <cx:pt idx="603">7</cx:pt>
          <cx:pt idx="604">5.5999999999999996</cx:pt>
          <cx:pt idx="605">6.4000000000000004</cx:pt>
          <cx:pt idx="606">4.7999999999999998</cx:pt>
          <cx:pt idx="607">6.5</cx:pt>
          <cx:pt idx="608">2.8999999999999999</cx:pt>
          <cx:pt idx="609">6.7000000000000002</cx:pt>
          <cx:pt idx="610">4.7999999999999998</cx:pt>
          <cx:pt idx="611">5.5999999999999996</cx:pt>
          <cx:pt idx="612">6.5</cx:pt>
          <cx:pt idx="613">6.4000000000000004</cx:pt>
          <cx:pt idx="614">6.4000000000000004</cx:pt>
          <cx:pt idx="615">6.2999999999999998</cx:pt>
          <cx:pt idx="616">7.0999999999999996</cx:pt>
          <cx:pt idx="617">7.4000000000000004</cx:pt>
          <cx:pt idx="618">7.2999999999999998</cx:pt>
          <cx:pt idx="619">5.9000000000000004</cx:pt>
          <cx:pt idx="620">6.2999999999999998</cx:pt>
          <cx:pt idx="621">5.5999999999999996</cx:pt>
          <cx:pt idx="622">7.7000000000000002</cx:pt>
          <cx:pt idx="623">6.5999999999999996</cx:pt>
          <cx:pt idx="624">7.5999999999999996</cx:pt>
          <cx:pt idx="625">4.2999999999999998</cx:pt>
          <cx:pt idx="626">8.4000000000000004</cx:pt>
          <cx:pt idx="627">5.5</cx:pt>
          <cx:pt idx="628">4.7999999999999998</cx:pt>
          <cx:pt idx="629">7.4000000000000004</cx:pt>
          <cx:pt idx="630">5.2000000000000002</cx:pt>
          <cx:pt idx="631">6.7999999999999998</cx:pt>
          <cx:pt idx="632">3.3999999999999999</cx:pt>
          <cx:pt idx="633">5.4000000000000004</cx:pt>
          <cx:pt idx="634">7.0999999999999996</cx:pt>
          <cx:pt idx="635">6.7000000000000002</cx:pt>
          <cx:pt idx="636">5.5</cx:pt>
          <cx:pt idx="637">6.7000000000000002</cx:pt>
          <cx:pt idx="638">7</cx:pt>
          <cx:pt idx="639">6.9000000000000004</cx:pt>
          <cx:pt idx="640">6.4000000000000004</cx:pt>
          <cx:pt idx="641">6.5</cx:pt>
          <cx:pt idx="642">6.0999999999999996</cx:pt>
          <cx:pt idx="643">8</cx:pt>
          <cx:pt idx="645">6.2999999999999998</cx:pt>
          <cx:pt idx="646">6.4000000000000004</cx:pt>
          <cx:pt idx="648">5.7000000000000002</cx:pt>
          <cx:pt idx="649">6.0999999999999996</cx:pt>
          <cx:pt idx="650">6.5</cx:pt>
          <cx:pt idx="651">7.4000000000000004</cx:pt>
          <cx:pt idx="652">8.5</cx:pt>
          <cx:pt idx="653">5.4000000000000004</cx:pt>
          <cx:pt idx="654">7.4000000000000004</cx:pt>
          <cx:pt idx="655">7.7000000000000002</cx:pt>
          <cx:pt idx="656">8.8000000000000007</cx:pt>
          <cx:pt idx="657">7.0999999999999996</cx:pt>
          <cx:pt idx="658">8.4000000000000004</cx:pt>
          <cx:pt idx="659">8.3000000000000007</cx:pt>
          <cx:pt idx="660">7.4000000000000004</cx:pt>
          <cx:pt idx="661">8.5999999999999996</cx:pt>
          <cx:pt idx="662">7.7999999999999998</cx:pt>
          <cx:pt idx="663">7.7000000000000002</cx:pt>
          <cx:pt idx="664">8.3000000000000007</cx:pt>
          <cx:pt idx="665">7.7000000000000002</cx:pt>
          <cx:pt idx="666">7.4000000000000004</cx:pt>
          <cx:pt idx="667">8.4000000000000004</cx:pt>
          <cx:pt idx="668">8.1999999999999993</cx:pt>
          <cx:pt idx="669">9</cx:pt>
          <cx:pt idx="670">7.5</cx:pt>
          <cx:pt idx="671">7.5</cx:pt>
          <cx:pt idx="672">7.7999999999999998</cx:pt>
          <cx:pt idx="673">6.7999999999999998</cx:pt>
          <cx:pt idx="674">5.7999999999999998</cx:pt>
          <cx:pt idx="675">6.2000000000000002</cx:pt>
          <cx:pt idx="676">6.4000000000000004</cx:pt>
          <cx:pt idx="677">6.2000000000000002</cx:pt>
          <cx:pt idx="678">7.4000000000000004</cx:pt>
          <cx:pt idx="679">7.7000000000000002</cx:pt>
          <cx:pt idx="680">8.4000000000000004</cx:pt>
          <cx:pt idx="681">7.5999999999999996</cx:pt>
          <cx:pt idx="682">6</cx:pt>
          <cx:pt idx="683">7.9000000000000004</cx:pt>
          <cx:pt idx="684">7.2000000000000002</cx:pt>
          <cx:pt idx="685">6.2000000000000002</cx:pt>
          <cx:pt idx="686">8.3000000000000007</cx:pt>
          <cx:pt idx="687">6.5999999999999996</cx:pt>
          <cx:pt idx="688">7.5</cx:pt>
          <cx:pt idx="689">7</cx:pt>
          <cx:pt idx="690">6.4000000000000004</cx:pt>
          <cx:pt idx="691">5.9000000000000004</cx:pt>
          <cx:pt idx="692">6.5999999999999996</cx:pt>
          <cx:pt idx="693">6.4000000000000004</cx:pt>
          <cx:pt idx="694">4.5</cx:pt>
          <cx:pt idx="695">5.9000000000000004</cx:pt>
          <cx:pt idx="696">8</cx:pt>
          <cx:pt idx="697">7.9000000000000004</cx:pt>
          <cx:pt idx="698">7.4000000000000004</cx:pt>
          <cx:pt idx="699">6.7999999999999998</cx:pt>
          <cx:pt idx="700">7.2999999999999998</cx:pt>
          <cx:pt idx="701">8.1999999999999993</cx:pt>
          <cx:pt idx="702">6</cx:pt>
          <cx:pt idx="703">7.5</cx:pt>
          <cx:pt idx="704">7.2999999999999998</cx:pt>
          <cx:pt idx="705">4.0999999999999996</cx:pt>
          <cx:pt idx="706">6.2000000000000002</cx:pt>
          <cx:pt idx="707">8.1999999999999993</cx:pt>
          <cx:pt idx="708">7.7999999999999998</cx:pt>
          <cx:pt idx="709">5.9000000000000004</cx:pt>
          <cx:pt idx="710">6.0999999999999996</cx:pt>
          <cx:pt idx="711">5.4000000000000004</cx:pt>
          <cx:pt idx="712">6.9000000000000004</cx:pt>
          <cx:pt idx="713">8.3000000000000007</cx:pt>
          <cx:pt idx="714">5.5999999999999996</cx:pt>
          <cx:pt idx="715">5.4000000000000004</cx:pt>
          <cx:pt idx="716">3.2999999999999998</cx:pt>
          <cx:pt idx="717">6.4000000000000004</cx:pt>
          <cx:pt idx="718">8.0999999999999996</cx:pt>
          <cx:pt idx="719">8.1999999999999993</cx:pt>
          <cx:pt idx="720">6.2000000000000002</cx:pt>
          <cx:pt idx="721">7.7999999999999998</cx:pt>
          <cx:pt idx="722">5</cx:pt>
          <cx:pt idx="723">7.0999999999999996</cx:pt>
          <cx:pt idx="724">7.5</cx:pt>
          <cx:pt idx="725">8</cx:pt>
          <cx:pt idx="726">5.7000000000000002</cx:pt>
          <cx:pt idx="727">7.4000000000000004</cx:pt>
          <cx:pt idx="728">7.5999999999999996</cx:pt>
          <cx:pt idx="729">6.7999999999999998</cx:pt>
          <cx:pt idx="730">7.7000000000000002</cx:pt>
          <cx:pt idx="731">8</cx:pt>
          <cx:pt idx="732">8.4000000000000004</cx:pt>
          <cx:pt idx="733">8.1999999999999993</cx:pt>
          <cx:pt idx="734">7.4000000000000004</cx:pt>
          <cx:pt idx="735">7.0999999999999996</cx:pt>
          <cx:pt idx="736">7.2000000000000002</cx:pt>
          <cx:pt idx="737">7.4000000000000004</cx:pt>
          <cx:pt idx="738">6.2999999999999998</cx:pt>
          <cx:pt idx="739">6.5</cx:pt>
          <cx:pt idx="740">8.0999999999999996</cx:pt>
          <cx:pt idx="741">5.7999999999999998</cx:pt>
          <cx:pt idx="742">8</cx:pt>
          <cx:pt idx="743">7.7000000000000002</cx:pt>
          <cx:pt idx="744">6.7999999999999998</cx:pt>
          <cx:pt idx="745">7.0999999999999996</cx:pt>
          <cx:pt idx="746">8.1999999999999993</cx:pt>
          <cx:pt idx="747">8.0999999999999996</cx:pt>
          <cx:pt idx="748">6.7999999999999998</cx:pt>
          <cx:pt idx="749">6.0999999999999996</cx:pt>
          <cx:pt idx="750">6.2999999999999998</cx:pt>
          <cx:pt idx="751">5.9000000000000004</cx:pt>
          <cx:pt idx="752">5.7999999999999998</cx:pt>
          <cx:pt idx="753">6.5999999999999996</cx:pt>
          <cx:pt idx="754">7.5999999999999996</cx:pt>
          <cx:pt idx="755">7.0999999999999996</cx:pt>
          <cx:pt idx="756">7</cx:pt>
          <cx:pt idx="757">6.4000000000000004</cx:pt>
          <cx:pt idx="758">6.7000000000000002</cx:pt>
          <cx:pt idx="759">6.5</cx:pt>
          <cx:pt idx="760">7.7000000000000002</cx:pt>
          <cx:pt idx="761">6.0999999999999996</cx:pt>
          <cx:pt idx="762">6.4000000000000004</cx:pt>
          <cx:pt idx="763">7.7999999999999998</cx:pt>
          <cx:pt idx="764">7.4000000000000004</cx:pt>
          <cx:pt idx="765">7.0999999999999996</cx:pt>
          <cx:pt idx="766">4.7000000000000002</cx:pt>
          <cx:pt idx="767">7</cx:pt>
          <cx:pt idx="768">7.4000000000000004</cx:pt>
          <cx:pt idx="769">7.5</cx:pt>
          <cx:pt idx="770">6.5999999999999996</cx:pt>
          <cx:pt idx="771">5</cx:pt>
          <cx:pt idx="772">7.2999999999999998</cx:pt>
          <cx:pt idx="773">6.4000000000000004</cx:pt>
          <cx:pt idx="774">8.5</cx:pt>
          <cx:pt idx="775">5.9000000000000004</cx:pt>
          <cx:pt idx="776">5.4000000000000004</cx:pt>
          <cx:pt idx="777">8.0999999999999996</cx:pt>
          <cx:pt idx="778">6</cx:pt>
          <cx:pt idx="779">7.2999999999999998</cx:pt>
          <cx:pt idx="780">6.4000000000000004</cx:pt>
          <cx:pt idx="781">5.2000000000000002</cx:pt>
          <cx:pt idx="782">6</cx:pt>
          <cx:pt idx="784">6.5999999999999996</cx:pt>
          <cx:pt idx="785">4.5999999999999996</cx:pt>
          <cx:pt idx="786">7.2999999999999998</cx:pt>
          <cx:pt idx="787">8.1999999999999993</cx:pt>
          <cx:pt idx="788">5.2999999999999998</cx:pt>
          <cx:pt idx="789">5.2000000000000002</cx:pt>
          <cx:pt idx="790">6.9000000000000004</cx:pt>
          <cx:pt idx="791">6.9000000000000004</cx:pt>
          <cx:pt idx="792">6.7000000000000002</cx:pt>
          <cx:pt idx="793">6.7000000000000002</cx:pt>
          <cx:pt idx="794">5.0999999999999996</cx:pt>
          <cx:pt idx="795">4.2000000000000002</cx:pt>
          <cx:pt idx="796">5.7999999999999998</cx:pt>
          <cx:pt idx="797">2</cx:pt>
          <cx:pt idx="798">6.9000000000000004</cx:pt>
          <cx:pt idx="799">7.5999999999999996</cx:pt>
          <cx:pt idx="800">5.5</cx:pt>
          <cx:pt idx="801">7.2000000000000002</cx:pt>
          <cx:pt idx="802">6.5999999999999996</cx:pt>
          <cx:pt idx="803">5.0999999999999996</cx:pt>
          <cx:pt idx="804">7.2000000000000002</cx:pt>
          <cx:pt idx="805">6</cx:pt>
          <cx:pt idx="806">6.2999999999999998</cx:pt>
          <cx:pt idx="807">6.2000000000000002</cx:pt>
          <cx:pt idx="808">8.0999999999999996</cx:pt>
          <cx:pt idx="809">5.0999999999999996</cx:pt>
          <cx:pt idx="810">7.9000000000000004</cx:pt>
          <cx:pt idx="811">6</cx:pt>
          <cx:pt idx="812">5.2000000000000002</cx:pt>
          <cx:pt idx="813">5.7999999999999998</cx:pt>
          <cx:pt idx="814">4.5</cx:pt>
          <cx:pt idx="815">5.2999999999999998</cx:pt>
          <cx:pt idx="816">5.5999999999999996</cx:pt>
          <cx:pt idx="817">7.2000000000000002</cx:pt>
          <cx:pt idx="818">9</cx:pt>
          <cx:pt idx="819">3.2000000000000002</cx:pt>
          <cx:pt idx="820">6.2999999999999998</cx:pt>
          <cx:pt idx="821">6.2999999999999998</cx:pt>
          <cx:pt idx="822">7.0999999999999996</cx:pt>
          <cx:pt idx="823">6.4000000000000004</cx:pt>
          <cx:pt idx="824">3.8999999999999999</cx:pt>
          <cx:pt idx="825">6.9000000000000004</cx:pt>
          <cx:pt idx="826">7.5</cx:pt>
          <cx:pt idx="827">5.9000000000000004</cx:pt>
          <cx:pt idx="828">6.0999999999999996</cx:pt>
          <cx:pt idx="829">4.2999999999999998</cx:pt>
          <cx:pt idx="830">5.0999999999999996</cx:pt>
          <cx:pt idx="831">5</cx:pt>
          <cx:pt idx="832">7.0999999999999996</cx:pt>
          <cx:pt idx="833">7.5999999999999996</cx:pt>
          <cx:pt idx="834">7.7999999999999998</cx:pt>
          <cx:pt idx="835">5.2000000000000002</cx:pt>
          <cx:pt idx="836">8.1999999999999993</cx:pt>
          <cx:pt idx="837">7.7999999999999998</cx:pt>
          <cx:pt idx="838">8</cx:pt>
          <cx:pt idx="839">3.7999999999999998</cx:pt>
          <cx:pt idx="840">6.5</cx:pt>
          <cx:pt idx="841">7</cx:pt>
          <cx:pt idx="842">6.5</cx:pt>
          <cx:pt idx="843">6.2999999999999998</cx:pt>
          <cx:pt idx="844">6.7000000000000002</cx:pt>
          <cx:pt idx="845">6.4000000000000004</cx:pt>
          <cx:pt idx="847">5.9000000000000004</cx:pt>
          <cx:pt idx="848">6.7999999999999998</cx:pt>
          <cx:pt idx="849">6.7000000000000002</cx:pt>
          <cx:pt idx="850">5.2999999999999998</cx:pt>
          <cx:pt idx="851">4.9000000000000004</cx:pt>
          <cx:pt idx="852">7</cx:pt>
          <cx:pt idx="853">6.2999999999999998</cx:pt>
          <cx:pt idx="854">8.4000000000000004</cx:pt>
          <cx:pt idx="855">8.8000000000000007</cx:pt>
          <cx:pt idx="856">9</cx:pt>
          <cx:pt idx="857">8</cx:pt>
          <cx:pt idx="858">6.0999999999999996</cx:pt>
          <cx:pt idx="859">7.2000000000000002</cx:pt>
          <cx:pt idx="860">7.5999999999999996</cx:pt>
          <cx:pt idx="861">7.7999999999999998</cx:pt>
          <cx:pt idx="862">7.7999999999999998</cx:pt>
          <cx:pt idx="863">6.5</cx:pt>
          <cx:pt idx="864">8</cx:pt>
          <cx:pt idx="865">7.5</cx:pt>
          <cx:pt idx="866">8</cx:pt>
          <cx:pt idx="867">6.7000000000000002</cx:pt>
          <cx:pt idx="868">7.5999999999999996</cx:pt>
          <cx:pt idx="869">7.2000000000000002</cx:pt>
          <cx:pt idx="870">8.0999999999999996</cx:pt>
          <cx:pt idx="871">5.7000000000000002</cx:pt>
          <cx:pt idx="872">8.0999999999999996</cx:pt>
          <cx:pt idx="873">7.5</cx:pt>
          <cx:pt idx="874">7.7999999999999998</cx:pt>
          <cx:pt idx="875">7.4000000000000004</cx:pt>
          <cx:pt idx="876">7.5</cx:pt>
          <cx:pt idx="877">6.5</cx:pt>
          <cx:pt idx="878">8.8000000000000007</cx:pt>
          <cx:pt idx="879">8.6999999999999993</cx:pt>
          <cx:pt idx="880">5.5999999999999996</cx:pt>
          <cx:pt idx="881">6.5</cx:pt>
          <cx:pt idx="882">6.5</cx:pt>
          <cx:pt idx="883">6.4000000000000004</cx:pt>
          <cx:pt idx="884">8.0999999999999996</cx:pt>
          <cx:pt idx="885">8.3000000000000007</cx:pt>
          <cx:pt idx="886">7.7999999999999998</cx:pt>
          <cx:pt idx="887">6.2999999999999998</cx:pt>
          <cx:pt idx="888">7.2000000000000002</cx:pt>
          <cx:pt idx="889">8</cx:pt>
          <cx:pt idx="890">8.5999999999999996</cx:pt>
          <cx:pt idx="891">7.5999999999999996</cx:pt>
          <cx:pt idx="892">5.2999999999999998</cx:pt>
          <cx:pt idx="893">6.2999999999999998</cx:pt>
          <cx:pt idx="894">7.9000000000000004</cx:pt>
          <cx:pt idx="895">6.4000000000000004</cx:pt>
          <cx:pt idx="896">6.5999999999999996</cx:pt>
          <cx:pt idx="897">6.9000000000000004</cx:pt>
          <cx:pt idx="898">5.2000000000000002</cx:pt>
          <cx:pt idx="899">8.0999999999999996</cx:pt>
          <cx:pt idx="900">6.9000000000000004</cx:pt>
          <cx:pt idx="901">7.2000000000000002</cx:pt>
          <cx:pt idx="902">5.5999999999999996</cx:pt>
          <cx:pt idx="903">7</cx:pt>
          <cx:pt idx="904">3.5</cx:pt>
          <cx:pt idx="905">7.9000000000000004</cx:pt>
          <cx:pt idx="906">6.7999999999999998</cx:pt>
          <cx:pt idx="907">7.7999999999999998</cx:pt>
          <cx:pt idx="908">6.2999999999999998</cx:pt>
          <cx:pt idx="909">8.0999999999999996</cx:pt>
          <cx:pt idx="910">8.5999999999999996</cx:pt>
          <cx:pt idx="911">7.5</cx:pt>
          <cx:pt idx="912">6.5999999999999996</cx:pt>
          <cx:pt idx="913">4.7999999999999998</cx:pt>
          <cx:pt idx="914">6.2999999999999998</cx:pt>
          <cx:pt idx="915">7.5</cx:pt>
          <cx:pt idx="916">5.9000000000000004</cx:pt>
          <cx:pt idx="917">6.7999999999999998</cx:pt>
          <cx:pt idx="918">5.4000000000000004</cx:pt>
          <cx:pt idx="919">5.0999999999999996</cx:pt>
          <cx:pt idx="920">5.5</cx:pt>
          <cx:pt idx="921">8.0999999999999996</cx:pt>
          <cx:pt idx="922">8.3000000000000007</cx:pt>
          <cx:pt idx="923">5.7000000000000002</cx:pt>
          <cx:pt idx="924">7.0999999999999996</cx:pt>
          <cx:pt idx="925">7.0999999999999996</cx:pt>
          <cx:pt idx="926">7.9000000000000004</cx:pt>
          <cx:pt idx="927">7.2999999999999998</cx:pt>
          <cx:pt idx="928">5.7999999999999998</cx:pt>
          <cx:pt idx="929">6.9000000000000004</cx:pt>
          <cx:pt idx="930">5.5</cx:pt>
          <cx:pt idx="931">6.2999999999999998</cx:pt>
          <cx:pt idx="932">6.4000000000000004</cx:pt>
          <cx:pt idx="933">5.7000000000000002</cx:pt>
          <cx:pt idx="934">6.9000000000000004</cx:pt>
          <cx:pt idx="935">5.5999999999999996</cx:pt>
          <cx:pt idx="936">5.5999999999999996</cx:pt>
          <cx:pt idx="937">7.0999999999999996</cx:pt>
          <cx:pt idx="939">6.0999999999999996</cx:pt>
          <cx:pt idx="940">8</cx:pt>
          <cx:pt idx="941">7.5</cx:pt>
          <cx:pt idx="942">7.7000000000000002</cx:pt>
          <cx:pt idx="943">7.7000000000000002</cx:pt>
          <cx:pt idx="944">5.5999999999999996</cx:pt>
          <cx:pt idx="945">8.3000000000000007</cx:pt>
          <cx:pt idx="946">5.2999999999999998</cx:pt>
          <cx:pt idx="947">7.0999999999999996</cx:pt>
          <cx:pt idx="948">6</cx:pt>
          <cx:pt idx="949">5.5999999999999996</cx:pt>
          <cx:pt idx="950">7.2999999999999998</cx:pt>
          <cx:pt idx="951">6.4000000000000004</cx:pt>
          <cx:pt idx="952">7.0999999999999996</cx:pt>
          <cx:pt idx="953">8.1999999999999993</cx:pt>
          <cx:pt idx="954">7.5</cx:pt>
          <cx:pt idx="955">5.2000000000000002</cx:pt>
          <cx:pt idx="956">7.2999999999999998</cx:pt>
          <cx:pt idx="957">8</cx:pt>
          <cx:pt idx="958">7.5999999999999996</cx:pt>
          <cx:pt idx="959">5.0999999999999996</cx:pt>
          <cx:pt idx="960">7.7999999999999998</cx:pt>
          <cx:pt idx="961">8.3000000000000007</cx:pt>
          <cx:pt idx="962">5</cx:pt>
          <cx:pt idx="963">4.5999999999999996</cx:pt>
          <cx:pt idx="964">7.4000000000000004</cx:pt>
          <cx:pt idx="965">6.2000000000000002</cx:pt>
          <cx:pt idx="966">6.9000000000000004</cx:pt>
          <cx:pt idx="967">6</cx:pt>
          <cx:pt idx="968">5.7999999999999998</cx:pt>
          <cx:pt idx="969">8.0999999999999996</cx:pt>
          <cx:pt idx="970">7.2999999999999998</cx:pt>
          <cx:pt idx="971">8.1999999999999993</cx:pt>
          <cx:pt idx="972">6.5</cx:pt>
          <cx:pt idx="973">6.4000000000000004</cx:pt>
          <cx:pt idx="974">6.7000000000000002</cx:pt>
          <cx:pt idx="975">6.0999999999999996</cx:pt>
          <cx:pt idx="976">6.7999999999999998</cx:pt>
          <cx:pt idx="977">6</cx:pt>
          <cx:pt idx="978">8.1999999999999993</cx:pt>
          <cx:pt idx="979">7.7000000000000002</cx:pt>
          <cx:pt idx="980">6.5999999999999996</cx:pt>
          <cx:pt idx="981">6.0999999999999996</cx:pt>
          <cx:pt idx="982">6.4000000000000004</cx:pt>
          <cx:pt idx="983">6.7999999999999998</cx:pt>
          <cx:pt idx="984">7.5999999999999996</cx:pt>
          <cx:pt idx="985">4.7999999999999998</cx:pt>
          <cx:pt idx="986">6.2000000000000002</cx:pt>
          <cx:pt idx="987">6.5</cx:pt>
          <cx:pt idx="988">4.5999999999999996</cx:pt>
          <cx:pt idx="989">7.2999999999999998</cx:pt>
          <cx:pt idx="990">6.5999999999999996</cx:pt>
          <cx:pt idx="991">7.5</cx:pt>
          <cx:pt idx="992">8.5999999999999996</cx:pt>
          <cx:pt idx="993">4.2999999999999998</cx:pt>
          <cx:pt idx="994">6.7999999999999998</cx:pt>
          <cx:pt idx="995">8.0999999999999996</cx:pt>
          <cx:pt idx="996">6.9000000000000004</cx:pt>
          <cx:pt idx="997">7</cx:pt>
          <cx:pt idx="998">7.2999999999999998</cx:pt>
          <cx:pt idx="999">4</cx:pt>
          <cx:pt idx="1000">6.4000000000000004</cx:pt>
          <cx:pt idx="1001">7.2999999999999998</cx:pt>
          <cx:pt idx="1002">7.9000000000000004</cx:pt>
          <cx:pt idx="1003">6.2999999999999998</cx:pt>
          <cx:pt idx="1004">6.5</cx:pt>
          <cx:pt idx="1005">7.5999999999999996</cx:pt>
          <cx:pt idx="1006">7.2000000000000002</cx:pt>
          <cx:pt idx="1007">7.5999999999999996</cx:pt>
          <cx:pt idx="1008">8.1999999999999993</cx:pt>
          <cx:pt idx="1009">6.7000000000000002</cx:pt>
          <cx:pt idx="1010">6.0999999999999996</cx:pt>
          <cx:pt idx="1011">7</cx:pt>
          <cx:pt idx="1012">8.5</cx:pt>
          <cx:pt idx="1013">8.5999999999999996</cx:pt>
          <cx:pt idx="1014">7.5999999999999996</cx:pt>
          <cx:pt idx="1015">7.9000000000000004</cx:pt>
          <cx:pt idx="1016">6.2999999999999998</cx:pt>
          <cx:pt idx="1017">5</cx:pt>
          <cx:pt idx="1018">6.4000000000000004</cx:pt>
          <cx:pt idx="1019">7.7999999999999998</cx:pt>
          <cx:pt idx="1020">6.5999999999999996</cx:pt>
          <cx:pt idx="1021">7.7999999999999998</cx:pt>
          <cx:pt idx="1022">7.0999999999999996</cx:pt>
          <cx:pt idx="1023">6.9000000000000004</cx:pt>
          <cx:pt idx="1024">3.8999999999999999</cx:pt>
          <cx:pt idx="1025">6.9000000000000004</cx:pt>
          <cx:pt idx="1026">7</cx:pt>
          <cx:pt idx="1027">6.7999999999999998</cx:pt>
          <cx:pt idx="1028">6.2000000000000002</cx:pt>
          <cx:pt idx="1029">8</cx:pt>
          <cx:pt idx="1030">9</cx:pt>
          <cx:pt idx="1031">5.2999999999999998</cx:pt>
          <cx:pt idx="1032">7.5999999999999996</cx:pt>
          <cx:pt idx="1033">7.5999999999999996</cx:pt>
          <cx:pt idx="1034">4.7999999999999998</cx:pt>
          <cx:pt idx="1035">6.9000000000000004</cx:pt>
          <cx:pt idx="1036">8.1999999999999993</cx:pt>
          <cx:pt idx="1037">7.2000000000000002</cx:pt>
          <cx:pt idx="1038">8</cx:pt>
          <cx:pt idx="1039">4.5999999999999996</cx:pt>
          <cx:pt idx="1040">5.4000000000000004</cx:pt>
          <cx:pt idx="1041">8</cx:pt>
          <cx:pt idx="1042">6</cx:pt>
          <cx:pt idx="1043">7.2000000000000002</cx:pt>
          <cx:pt idx="1044">6.7000000000000002</cx:pt>
          <cx:pt idx="1045">6.7999999999999998</cx:pt>
          <cx:pt idx="1046">6.7999999999999998</cx:pt>
          <cx:pt idx="1047">6</cx:pt>
          <cx:pt idx="1048">7</cx:pt>
          <cx:pt idx="1049">7.7999999999999998</cx:pt>
          <cx:pt idx="1050">7.0999999999999996</cx:pt>
          <cx:pt idx="1051">7.5999999999999996</cx:pt>
          <cx:pt idx="1052">6.4000000000000004</cx:pt>
          <cx:pt idx="1053">5.7999999999999998</cx:pt>
          <cx:pt idx="1054">7.2000000000000002</cx:pt>
          <cx:pt idx="1055">7.2999999999999998</cx:pt>
          <cx:pt idx="1056">6.5</cx:pt>
          <cx:pt idx="1057">6.5</cx:pt>
          <cx:pt idx="1058">7.4000000000000004</cx:pt>
          <cx:pt idx="1059">5.0999999999999996</cx:pt>
          <cx:pt idx="1060">7.9000000000000004</cx:pt>
          <cx:pt idx="1061">7.2999999999999998</cx:pt>
          <cx:pt idx="1062">6.2000000000000002</cx:pt>
          <cx:pt idx="1063">5.5999999999999996</cx:pt>
          <cx:pt idx="1064">7.5</cx:pt>
          <cx:pt idx="1065">5</cx:pt>
          <cx:pt idx="1066">6.4000000000000004</cx:pt>
          <cx:pt idx="1067">5.4000000000000004</cx:pt>
          <cx:pt idx="1068">7.0999999999999996</cx:pt>
          <cx:pt idx="1069">7.2999999999999998</cx:pt>
          <cx:pt idx="1070">5.2999999999999998</cx:pt>
          <cx:pt idx="1071">7.7000000000000002</cx:pt>
          <cx:pt idx="1072">4.5</cx:pt>
          <cx:pt idx="1073">7</cx:pt>
          <cx:pt idx="1074">6.7000000000000002</cx:pt>
          <cx:pt idx="1075">5.7999999999999998</cx:pt>
          <cx:pt idx="1076">5.4000000000000004</cx:pt>
          <cx:pt idx="1077">6.4000000000000004</cx:pt>
          <cx:pt idx="1078">7.2999999999999998</cx:pt>
          <cx:pt idx="1079">7.2999999999999998</cx:pt>
          <cx:pt idx="1080">6.5999999999999996</cx:pt>
          <cx:pt idx="1081">6.4000000000000004</cx:pt>
          <cx:pt idx="1082">7.7999999999999998</cx:pt>
          <cx:pt idx="1083">5.9000000000000004</cx:pt>
          <cx:pt idx="1084">7.2999999999999998</cx:pt>
          <cx:pt idx="1085">5.5</cx:pt>
          <cx:pt idx="1086">6.7000000000000002</cx:pt>
          <cx:pt idx="1087">6.7000000000000002</cx:pt>
          <cx:pt idx="1088">6.4000000000000004</cx:pt>
          <cx:pt idx="1089">6.2999999999999998</cx:pt>
          <cx:pt idx="1090">6.2000000000000002</cx:pt>
          <cx:pt idx="1091">5.9000000000000004</cx:pt>
          <cx:pt idx="1092">5.0999999999999996</cx:pt>
          <cx:pt idx="1093">4.5</cx:pt>
          <cx:pt idx="1094">6.0999999999999996</cx:pt>
          <cx:pt idx="1095">7.4000000000000004</cx:pt>
          <cx:pt idx="1096">5.2999999999999998</cx:pt>
          <cx:pt idx="1097">5.2000000000000002</cx:pt>
          <cx:pt idx="1098">1.7</cx:pt>
          <cx:pt idx="1099">7.2000000000000002</cx:pt>
          <cx:pt idx="1100">5.2000000000000002</cx:pt>
          <cx:pt idx="1101">6.4000000000000004</cx:pt>
          <cx:pt idx="1102">3.8999999999999999</cx:pt>
          <cx:pt idx="1103">5.5999999999999996</cx:pt>
          <cx:pt idx="1104">8.3000000000000007</cx:pt>
          <cx:pt idx="1105">6.7000000000000002</cx:pt>
          <cx:pt idx="1106">5.7999999999999998</cx:pt>
          <cx:pt idx="1107">6.2999999999999998</cx:pt>
          <cx:pt idx="1108">7.7999999999999998</cx:pt>
          <cx:pt idx="1109">7.2999999999999998</cx:pt>
          <cx:pt idx="1110">7.2999999999999998</cx:pt>
          <cx:pt idx="1111">6.9000000000000004</cx:pt>
          <cx:pt idx="1112">6.2999999999999998</cx:pt>
          <cx:pt idx="1113">5.5</cx:pt>
          <cx:pt idx="1114">5.5</cx:pt>
          <cx:pt idx="1115">5.7000000000000002</cx:pt>
          <cx:pt idx="1116">6.2000000000000002</cx:pt>
          <cx:pt idx="1117">7.4000000000000004</cx:pt>
          <cx:pt idx="1118">4.9000000000000004</cx:pt>
          <cx:pt idx="1119">7</cx:pt>
          <cx:pt idx="1120">2.6000000000000001</cx:pt>
          <cx:pt idx="1121">8</cx:pt>
          <cx:pt idx="1122">6.5999999999999996</cx:pt>
          <cx:pt idx="1123">7.0999999999999996</cx:pt>
          <cx:pt idx="1125">6.9000000000000004</cx:pt>
          <cx:pt idx="1126">3.7999999999999998</cx:pt>
          <cx:pt idx="1127">6.9000000000000004</cx:pt>
          <cx:pt idx="1128">4</cx:pt>
          <cx:pt idx="1129">7.4000000000000004</cx:pt>
          <cx:pt idx="1130">4.7999999999999998</cx:pt>
          <cx:pt idx="1131">7.0999999999999996</cx:pt>
          <cx:pt idx="1132">8.5999999999999996</cx:pt>
          <cx:pt idx="1133">6.0999999999999996</cx:pt>
          <cx:pt idx="1134">6.0999999999999996</cx:pt>
          <cx:pt idx="1135">6</cx:pt>
          <cx:pt idx="1136">5.0999999999999996</cx:pt>
          <cx:pt idx="1137">8.8000000000000007</cx:pt>
          <cx:pt idx="1138">8.5</cx:pt>
          <cx:pt idx="1139">8.6999999999999993</cx:pt>
          <cx:pt idx="1140">8.5</cx:pt>
          <cx:pt idx="1141">8.4000000000000004</cx:pt>
          <cx:pt idx="1142">8.1999999999999993</cx:pt>
          <cx:pt idx="1143">8.1999999999999993</cx:pt>
          <cx:pt idx="1144">8.4000000000000004</cx:pt>
          <cx:pt idx="1145">8.6999999999999993</cx:pt>
          <cx:pt idx="1146">7.5999999999999996</cx:pt>
          <cx:pt idx="1147">7.9000000000000004</cx:pt>
          <cx:pt idx="1148">8.6999999999999993</cx:pt>
          <cx:pt idx="1149">8.3000000000000007</cx:pt>
          <cx:pt idx="1150">7.7999999999999998</cx:pt>
          <cx:pt idx="1151">7.5999999999999996</cx:pt>
          <cx:pt idx="1152">7.2999999999999998</cx:pt>
          <cx:pt idx="1153">8.0999999999999996</cx:pt>
          <cx:pt idx="1154">6.7999999999999998</cx:pt>
          <cx:pt idx="1155">8.3000000000000007</cx:pt>
          <cx:pt idx="1156">6.0999999999999996</cx:pt>
          <cx:pt idx="1157">8.1999999999999993</cx:pt>
          <cx:pt idx="1158">8.0999999999999996</cx:pt>
          <cx:pt idx="1159">6.7999999999999998</cx:pt>
          <cx:pt idx="1160">7</cx:pt>
          <cx:pt idx="1161">7.0999999999999996</cx:pt>
          <cx:pt idx="1162">5.2999999999999998</cx:pt>
          <cx:pt idx="1163">7.5999999999999996</cx:pt>
          <cx:pt idx="1164">7.5</cx:pt>
          <cx:pt idx="1165">7.0999999999999996</cx:pt>
          <cx:pt idx="1166">7.9000000000000004</cx:pt>
          <cx:pt idx="1167">8.3000000000000007</cx:pt>
          <cx:pt idx="1168">8.1999999999999993</cx:pt>
          <cx:pt idx="1169">7.0999999999999996</cx:pt>
          <cx:pt idx="1170">5.4000000000000004</cx:pt>
          <cx:pt idx="1171">7.7000000000000002</cx:pt>
          <cx:pt idx="1172">7.7000000000000002</cx:pt>
          <cx:pt idx="1173">7.7999999999999998</cx:pt>
          <cx:pt idx="1174">6.5</cx:pt>
          <cx:pt idx="1175">7.9000000000000004</cx:pt>
          <cx:pt idx="1176">6.7000000000000002</cx:pt>
          <cx:pt idx="1177">7.0999999999999996</cx:pt>
          <cx:pt idx="1178">8</cx:pt>
          <cx:pt idx="1179">6.9000000000000004</cx:pt>
          <cx:pt idx="1180">8.8000000000000007</cx:pt>
          <cx:pt idx="1181">7.7000000000000002</cx:pt>
          <cx:pt idx="1182">7.5</cx:pt>
          <cx:pt idx="1183">9</cx:pt>
          <cx:pt idx="1184">7.9000000000000004</cx:pt>
          <cx:pt idx="1185">7.7999999999999998</cx:pt>
          <cx:pt idx="1186">7.2999999999999998</cx:pt>
          <cx:pt idx="1187">6.2999999999999998</cx:pt>
          <cx:pt idx="1188">7.5</cx:pt>
          <cx:pt idx="1189">7.0999999999999996</cx:pt>
          <cx:pt idx="1190">7.9000000000000004</cx:pt>
          <cx:pt idx="1191">7.2999999999999998</cx:pt>
          <cx:pt idx="1192">7.5999999999999996</cx:pt>
          <cx:pt idx="1193">7.2000000000000002</cx:pt>
          <cx:pt idx="1194">6.2000000000000002</cx:pt>
          <cx:pt idx="1195">7.7999999999999998</cx:pt>
          <cx:pt idx="1196">8.0999999999999996</cx:pt>
          <cx:pt idx="1197">7.9000000000000004</cx:pt>
          <cx:pt idx="1198">5.4000000000000004</cx:pt>
          <cx:pt idx="1199">7.4000000000000004</cx:pt>
          <cx:pt idx="1200">5.9000000000000004</cx:pt>
          <cx:pt idx="1201">6.2999999999999998</cx:pt>
          <cx:pt idx="1202">7.5999999999999996</cx:pt>
          <cx:pt idx="1203">8.3000000000000007</cx:pt>
          <cx:pt idx="1204">6.7999999999999998</cx:pt>
          <cx:pt idx="1205">8.1999999999999993</cx:pt>
          <cx:pt idx="1206">7.0999999999999996</cx:pt>
          <cx:pt idx="1207">8</cx:pt>
          <cx:pt idx="1208">7.5999999999999996</cx:pt>
          <cx:pt idx="1209">6.5999999999999996</cx:pt>
          <cx:pt idx="1210">8.5</cx:pt>
          <cx:pt idx="1211">8.0999999999999996</cx:pt>
          <cx:pt idx="1212">7.2999999999999998</cx:pt>
          <cx:pt idx="1213">7.7000000000000002</cx:pt>
          <cx:pt idx="1214">7.0999999999999996</cx:pt>
          <cx:pt idx="1215">5.5</cx:pt>
          <cx:pt idx="1216">7.2000000000000002</cx:pt>
          <cx:pt idx="1217">7.4000000000000004</cx:pt>
          <cx:pt idx="1218">6.7000000000000002</cx:pt>
          <cx:pt idx="1219">6</cx:pt>
          <cx:pt idx="1220">7.4000000000000004</cx:pt>
          <cx:pt idx="1221">6.5999999999999996</cx:pt>
          <cx:pt idx="1222">7.5999999999999996</cx:pt>
          <cx:pt idx="1223">7.2999999999999998</cx:pt>
          <cx:pt idx="1224">7.7000000000000002</cx:pt>
          <cx:pt idx="1225">7.5</cx:pt>
          <cx:pt idx="1226">8.3000000000000007</cx:pt>
          <cx:pt idx="1227">7.5999999999999996</cx:pt>
          <cx:pt idx="1228">6.7999999999999998</cx:pt>
          <cx:pt idx="1229">7.4000000000000004</cx:pt>
          <cx:pt idx="1230">7</cx:pt>
          <cx:pt idx="1231">6.7000000000000002</cx:pt>
          <cx:pt idx="1232">6.9000000000000004</cx:pt>
          <cx:pt idx="1233">7.2999999999999998</cx:pt>
          <cx:pt idx="1234">8.5999999999999996</cx:pt>
          <cx:pt idx="1235">7.0999999999999996</cx:pt>
          <cx:pt idx="1236">6.4000000000000004</cx:pt>
          <cx:pt idx="1237">6.5999999999999996</cx:pt>
          <cx:pt idx="1238">5.2999999999999998</cx:pt>
          <cx:pt idx="1239">6.5999999999999996</cx:pt>
          <cx:pt idx="1240">6.2000000000000002</cx:pt>
          <cx:pt idx="1241">8</cx:pt>
          <cx:pt idx="1242">7.2999999999999998</cx:pt>
          <cx:pt idx="1243">8.3000000000000007</cx:pt>
          <cx:pt idx="1244">8.1999999999999993</cx:pt>
          <cx:pt idx="1245">6.4000000000000004</cx:pt>
          <cx:pt idx="1246">6.2999999999999998</cx:pt>
          <cx:pt idx="1247">6.2999999999999998</cx:pt>
          <cx:pt idx="1248">5.2999999999999998</cx:pt>
          <cx:pt idx="1249">6.7999999999999998</cx:pt>
          <cx:pt idx="1250">6.5999999999999996</cx:pt>
          <cx:pt idx="1251">8.1999999999999993</cx:pt>
          <cx:pt idx="1252">6.0999999999999996</cx:pt>
          <cx:pt idx="1253">7.5999999999999996</cx:pt>
          <cx:pt idx="1254">6.2999999999999998</cx:pt>
          <cx:pt idx="1255">7.5</cx:pt>
          <cx:pt idx="1256">6.0999999999999996</cx:pt>
          <cx:pt idx="1257">7.5999999999999996</cx:pt>
          <cx:pt idx="1258">7.0999999999999996</cx:pt>
          <cx:pt idx="1259">7</cx:pt>
          <cx:pt idx="1260">6.2000000000000002</cx:pt>
          <cx:pt idx="1261">4.2999999999999998</cx:pt>
          <cx:pt idx="1262">6.7999999999999998</cx:pt>
          <cx:pt idx="1263">7.7000000000000002</cx:pt>
          <cx:pt idx="1264">8.4000000000000004</cx:pt>
          <cx:pt idx="1265">7.9000000000000004</cx:pt>
          <cx:pt idx="1266">6.5</cx:pt>
          <cx:pt idx="1267">6.7000000000000002</cx:pt>
          <cx:pt idx="1268">8.5</cx:pt>
          <cx:pt idx="1269">8.4000000000000004</cx:pt>
          <cx:pt idx="1270">7.2999999999999998</cx:pt>
          <cx:pt idx="1271">7.5999999999999996</cx:pt>
          <cx:pt idx="1272">8.4000000000000004</cx:pt>
          <cx:pt idx="1273">6</cx:pt>
          <cx:pt idx="1274">4.7999999999999998</cx:pt>
          <cx:pt idx="1275">5.2999999999999998</cx:pt>
          <cx:pt idx="1276">7.2000000000000002</cx:pt>
          <cx:pt idx="1277">7</cx:pt>
          <cx:pt idx="1278">6.5</cx:pt>
          <cx:pt idx="1279">5.9000000000000004</cx:pt>
          <cx:pt idx="1280">7.5999999999999996</cx:pt>
          <cx:pt idx="1281">7.2000000000000002</cx:pt>
          <cx:pt idx="1282">7</cx:pt>
          <cx:pt idx="1283">7.0999999999999996</cx:pt>
          <cx:pt idx="1284">7.0999999999999996</cx:pt>
          <cx:pt idx="1285">5.9000000000000004</cx:pt>
          <cx:pt idx="1286">8.4000000000000004</cx:pt>
          <cx:pt idx="1287">8.1999999999999993</cx:pt>
          <cx:pt idx="1288">7.2999999999999998</cx:pt>
          <cx:pt idx="1289">7.5999999999999996</cx:pt>
          <cx:pt idx="1290">6.2999999999999998</cx:pt>
          <cx:pt idx="1291">8.1999999999999993</cx:pt>
          <cx:pt idx="1292">5.5</cx:pt>
          <cx:pt idx="1293">8.4000000000000004</cx:pt>
          <cx:pt idx="1294">6.0999999999999996</cx:pt>
          <cx:pt idx="1295">6.2999999999999998</cx:pt>
          <cx:pt idx="1296">7.2000000000000002</cx:pt>
          <cx:pt idx="1297">7.7000000000000002</cx:pt>
          <cx:pt idx="1298">8.0999999999999996</cx:pt>
          <cx:pt idx="1299">6</cx:pt>
          <cx:pt idx="1300">5.5999999999999996</cx:pt>
          <cx:pt idx="1301">7.2000000000000002</cx:pt>
          <cx:pt idx="1302">7.2999999999999998</cx:pt>
          <cx:pt idx="1303">7.2999999999999998</cx:pt>
          <cx:pt idx="1304">5.5</cx:pt>
          <cx:pt idx="1305">5.7000000000000002</cx:pt>
          <cx:pt idx="1306">7.2999999999999998</cx:pt>
          <cx:pt idx="1307">7.0999999999999996</cx:pt>
          <cx:pt idx="1308">6.0999999999999996</cx:pt>
          <cx:pt idx="1309">4.7999999999999998</cx:pt>
          <cx:pt idx="1310">5.7999999999999998</cx:pt>
          <cx:pt idx="1311">4.0999999999999996</cx:pt>
          <cx:pt idx="1312">5.7999999999999998</cx:pt>
          <cx:pt idx="1313">6.2999999999999998</cx:pt>
          <cx:pt idx="1314">5.7000000000000002</cx:pt>
          <cx:pt idx="1315">8.4000000000000004</cx:pt>
          <cx:pt idx="1316">6.7000000000000002</cx:pt>
          <cx:pt idx="1317">6.9000000000000004</cx:pt>
          <cx:pt idx="1318">7.5</cx:pt>
          <cx:pt idx="1319">7</cx:pt>
          <cx:pt idx="1320">7.5999999999999996</cx:pt>
          <cx:pt idx="1321">6.9000000000000004</cx:pt>
          <cx:pt idx="1322">5.7999999999999998</cx:pt>
          <cx:pt idx="1323">7.4000000000000004</cx:pt>
          <cx:pt idx="1324">8</cx:pt>
          <cx:pt idx="1325">6.9000000000000004</cx:pt>
          <cx:pt idx="1326">6.7000000000000002</cx:pt>
          <cx:pt idx="1327">5.2999999999999998</cx:pt>
          <cx:pt idx="1328">7.7999999999999998</cx:pt>
          <cx:pt idx="1329">6.5999999999999996</cx:pt>
          <cx:pt idx="1330">8.4000000000000004</cx:pt>
          <cx:pt idx="1331">8.4000000000000004</cx:pt>
          <cx:pt idx="1332">8.5999999999999996</cx:pt>
          <cx:pt idx="1333">6</cx:pt>
          <cx:pt idx="1334">8.4000000000000004</cx:pt>
          <cx:pt idx="1335">6.2000000000000002</cx:pt>
          <cx:pt idx="1336">5.4000000000000004</cx:pt>
          <cx:pt idx="1337">4.5999999999999996</cx:pt>
          <cx:pt idx="1338">9.1999999999999993</cx:pt>
          <cx:pt idx="1339">6.5999999999999996</cx:pt>
          <cx:pt idx="1340">7.5</cx:pt>
          <cx:pt idx="1341">5.7000000000000002</cx:pt>
          <cx:pt idx="1342">7</cx:pt>
          <cx:pt idx="1343">6.2999999999999998</cx:pt>
          <cx:pt idx="1344">6.2000000000000002</cx:pt>
          <cx:pt idx="1345">8.1999999999999993</cx:pt>
          <cx:pt idx="1346">7.7000000000000002</cx:pt>
          <cx:pt idx="1347">6.4000000000000004</cx:pt>
          <cx:pt idx="1348">7.2999999999999998</cx:pt>
          <cx:pt idx="1349">8.1999999999999993</cx:pt>
          <cx:pt idx="1350">8.1999999999999993</cx:pt>
          <cx:pt idx="1351">6.7999999999999998</cx:pt>
          <cx:pt idx="1352">5.9000000000000004</cx:pt>
          <cx:pt idx="1353">6</cx:pt>
          <cx:pt idx="1354">7.2000000000000002</cx:pt>
          <cx:pt idx="1355">5.5</cx:pt>
          <cx:pt idx="1356">6.9000000000000004</cx:pt>
          <cx:pt idx="1357">8.6999999999999993</cx:pt>
          <cx:pt idx="1358">8.1999999999999993</cx:pt>
          <cx:pt idx="1359">7</cx:pt>
          <cx:pt idx="1360">5.5</cx:pt>
          <cx:pt idx="1361">7.4000000000000004</cx:pt>
          <cx:pt idx="1362">6.7000000000000002</cx:pt>
          <cx:pt idx="1363">5.9000000000000004</cx:pt>
          <cx:pt idx="1364">4.0999999999999996</cx:pt>
          <cx:pt idx="1365">6.5</cx:pt>
          <cx:pt idx="1366">5.4000000000000004</cx:pt>
          <cx:pt idx="1367">6</cx:pt>
          <cx:pt idx="1368">6.0999999999999996</cx:pt>
          <cx:pt idx="1369">5.2000000000000002</cx:pt>
          <cx:pt idx="1370">7.4000000000000004</cx:pt>
          <cx:pt idx="1371">5.5999999999999996</cx:pt>
          <cx:pt idx="1372">7.5</cx:pt>
          <cx:pt idx="1373">8.1999999999999993</cx:pt>
          <cx:pt idx="1374">7.4000000000000004</cx:pt>
          <cx:pt idx="1375">7.9000000000000004</cx:pt>
          <cx:pt idx="1376">7.2999999999999998</cx:pt>
          <cx:pt idx="1377">5.7000000000000002</cx:pt>
          <cx:pt idx="1378">6.7000000000000002</cx:pt>
          <cx:pt idx="1379">5.5</cx:pt>
          <cx:pt idx="1380">5.7000000000000002</cx:pt>
          <cx:pt idx="1381">5.7000000000000002</cx:pt>
          <cx:pt idx="1382">4.5</cx:pt>
          <cx:pt idx="1383">5.2999999999999998</cx:pt>
          <cx:pt idx="1384">7.2000000000000002</cx:pt>
          <cx:pt idx="1385">5.9000000000000004</cx:pt>
          <cx:pt idx="1386">4.5</cx:pt>
          <cx:pt idx="1387">6.0999999999999996</cx:pt>
          <cx:pt idx="1388">6.0999999999999996</cx:pt>
          <cx:pt idx="1389">6.7000000000000002</cx:pt>
          <cx:pt idx="1390">8.0999999999999996</cx:pt>
          <cx:pt idx="1391">6.5999999999999996</cx:pt>
          <cx:pt idx="1392">7.9000000000000004</cx:pt>
          <cx:pt idx="1393">6.7999999999999998</cx:pt>
          <cx:pt idx="1394">8.3000000000000007</cx:pt>
          <cx:pt idx="1395">5.7999999999999998</cx:pt>
          <cx:pt idx="1396">5.9000000000000004</cx:pt>
          <cx:pt idx="1397">6.5999999999999996</cx:pt>
          <cx:pt idx="1398">7.5</cx:pt>
          <cx:pt idx="1399">5</cx:pt>
          <cx:pt idx="1400">8.0999999999999996</cx:pt>
          <cx:pt idx="1401">6.7999999999999998</cx:pt>
          <cx:pt idx="1402">6.5</cx:pt>
          <cx:pt idx="1403">7.5999999999999996</cx:pt>
          <cx:pt idx="1404">6.7999999999999998</cx:pt>
          <cx:pt idx="1405">5.7999999999999998</cx:pt>
          <cx:pt idx="1406">6</cx:pt>
          <cx:pt idx="1407">6.7999999999999998</cx:pt>
          <cx:pt idx="1408">6.5999999999999996</cx:pt>
          <cx:pt idx="1409">7.7999999999999998</cx:pt>
          <cx:pt idx="1410">5.2999999999999998</cx:pt>
          <cx:pt idx="1411">6.0999999999999996</cx:pt>
          <cx:pt idx="1412">7.7000000000000002</cx:pt>
          <cx:pt idx="1413">6.9000000000000004</cx:pt>
          <cx:pt idx="1414">7.4000000000000004</cx:pt>
          <cx:pt idx="1415">8</cx:pt>
          <cx:pt idx="1416">5.2999999999999998</cx:pt>
          <cx:pt idx="1417">7.7000000000000002</cx:pt>
          <cx:pt idx="1418">4.0999999999999996</cx:pt>
          <cx:pt idx="1419">6.7000000000000002</cx:pt>
          <cx:pt idx="1420">7.0999999999999996</cx:pt>
          <cx:pt idx="1421">7.9000000000000004</cx:pt>
          <cx:pt idx="1422">5.5</cx:pt>
          <cx:pt idx="1423">7.5999999999999996</cx:pt>
          <cx:pt idx="1424">7.9000000000000004</cx:pt>
          <cx:pt idx="1425">5.5999999999999996</cx:pt>
          <cx:pt idx="1426">6.7999999999999998</cx:pt>
          <cx:pt idx="1427">7.4000000000000004</cx:pt>
          <cx:pt idx="1428">6.4000000000000004</cx:pt>
          <cx:pt idx="1429">7.9000000000000004</cx:pt>
          <cx:pt idx="1430">4.9000000000000004</cx:pt>
          <cx:pt idx="1431">7.2000000000000002</cx:pt>
          <cx:pt idx="1432">7.2999999999999998</cx:pt>
          <cx:pt idx="1433">5.0999999999999996</cx:pt>
          <cx:pt idx="1434">5.7000000000000002</cx:pt>
          <cx:pt idx="1435">8.0999999999999996</cx:pt>
          <cx:pt idx="1436">8.3000000000000007</cx:pt>
          <cx:pt idx="1437">6.7999999999999998</cx:pt>
          <cx:pt idx="1438">8.4000000000000004</cx:pt>
          <cx:pt idx="1439">7.4000000000000004</cx:pt>
          <cx:pt idx="1440">3.6000000000000001</cx:pt>
          <cx:pt idx="1441">8.0999999999999996</cx:pt>
          <cx:pt idx="1442">6.7000000000000002</cx:pt>
          <cx:pt idx="1443">5.5999999999999996</cx:pt>
          <cx:pt idx="1444">7.7999999999999998</cx:pt>
          <cx:pt idx="1445">6.5999999999999996</cx:pt>
          <cx:pt idx="1446">7.4000000000000004</cx:pt>
          <cx:pt idx="1447">6.2000000000000002</cx:pt>
          <cx:pt idx="1448">7.7000000000000002</cx:pt>
          <cx:pt idx="1449">6.2999999999999998</cx:pt>
          <cx:pt idx="1450">5.7000000000000002</cx:pt>
          <cx:pt idx="1451">3.1000000000000001</cx:pt>
          <cx:pt idx="1452">7.4000000000000004</cx:pt>
          <cx:pt idx="1453">6.0999999999999996</cx:pt>
          <cx:pt idx="1454">7.7000000000000002</cx:pt>
          <cx:pt idx="1455">6.2000000000000002</cx:pt>
          <cx:pt idx="1456">6.4000000000000004</cx:pt>
          <cx:pt idx="1457">7.0999999999999996</cx:pt>
          <cx:pt idx="1458">5.5999999999999996</cx:pt>
          <cx:pt idx="1459">7.4000000000000004</cx:pt>
          <cx:pt idx="1460">5.7999999999999998</cx:pt>
          <cx:pt idx="1461">7.2999999999999998</cx:pt>
          <cx:pt idx="1462">6.5</cx:pt>
          <cx:pt idx="1463">6</cx:pt>
          <cx:pt idx="1464">5.9000000000000004</cx:pt>
          <cx:pt idx="1465">6.2000000000000002</cx:pt>
          <cx:pt idx="1466">7.7000000000000002</cx:pt>
          <cx:pt idx="1467">6.7000000000000002</cx:pt>
          <cx:pt idx="1468">8.3000000000000007</cx:pt>
          <cx:pt idx="1469">5.4000000000000004</cx:pt>
          <cx:pt idx="1470">5.4000000000000004</cx:pt>
          <cx:pt idx="1471">6.9000000000000004</cx:pt>
          <cx:pt idx="1472">6.2999999999999998</cx:pt>
          <cx:pt idx="1473">7.0999999999999996</cx:pt>
          <cx:pt idx="1474">6.2999999999999998</cx:pt>
          <cx:pt idx="1475">8.1999999999999993</cx:pt>
          <cx:pt idx="1476">7.5999999999999996</cx:pt>
          <cx:pt idx="1477">6.9000000000000004</cx:pt>
          <cx:pt idx="1478">7.7999999999999998</cx:pt>
          <cx:pt idx="1479">7.4000000000000004</cx:pt>
          <cx:pt idx="1480">5.9000000000000004</cx:pt>
          <cx:pt idx="1481">6.7000000000000002</cx:pt>
          <cx:pt idx="1482">7.5</cx:pt>
          <cx:pt idx="1483">7</cx:pt>
          <cx:pt idx="1484">5.7000000000000002</cx:pt>
          <cx:pt idx="1485">7</cx:pt>
          <cx:pt idx="1486">7.0999999999999996</cx:pt>
          <cx:pt idx="1487">7.5</cx:pt>
          <cx:pt idx="1488">8.8000000000000007</cx:pt>
          <cx:pt idx="1489">8.4000000000000004</cx:pt>
          <cx:pt idx="1490">7.2000000000000002</cx:pt>
          <cx:pt idx="1491">5.5999999999999996</cx:pt>
          <cx:pt idx="1492">7.7000000000000002</cx:pt>
          <cx:pt idx="1493">5.7999999999999998</cx:pt>
          <cx:pt idx="1494">6.2000000000000002</cx:pt>
          <cx:pt idx="1495">8</cx:pt>
          <cx:pt idx="1496">6.9000000000000004</cx:pt>
          <cx:pt idx="1497">7.0999999999999996</cx:pt>
          <cx:pt idx="1498">6.7999999999999998</cx:pt>
          <cx:pt idx="1499">7.2999999999999998</cx:pt>
          <cx:pt idx="1500">6.2000000000000002</cx:pt>
          <cx:pt idx="1501">7.2999999999999998</cx:pt>
          <cx:pt idx="1502">6.7000000000000002</cx:pt>
          <cx:pt idx="1503">5.2999999999999998</cx:pt>
          <cx:pt idx="1504">6.5</cx:pt>
          <cx:pt idx="1505">7.5</cx:pt>
          <cx:pt idx="1506">7.0999999999999996</cx:pt>
          <cx:pt idx="1507">6.5999999999999996</cx:pt>
          <cx:pt idx="1508">4.4000000000000004</cx:pt>
          <cx:pt idx="1509">7.5999999999999996</cx:pt>
          <cx:pt idx="1510">7.2999999999999998</cx:pt>
          <cx:pt idx="1511">6.2999999999999998</cx:pt>
          <cx:pt idx="1512">7.0999999999999996</cx:pt>
          <cx:pt idx="1513">6.2999999999999998</cx:pt>
          <cx:pt idx="1514">5</cx:pt>
          <cx:pt idx="1515">6.0999999999999996</cx:pt>
          <cx:pt idx="1516">5.9000000000000004</cx:pt>
          <cx:pt idx="1518">7.4000000000000004</cx:pt>
          <cx:pt idx="1519">6.9000000000000004</cx:pt>
          <cx:pt idx="1520">7.2000000000000002</cx:pt>
          <cx:pt idx="1521">7.9000000000000004</cx:pt>
          <cx:pt idx="1522">7.5</cx:pt>
          <cx:pt idx="1523">7.2999999999999998</cx:pt>
          <cx:pt idx="1524">6.4000000000000004</cx:pt>
          <cx:pt idx="1525">6.0999999999999996</cx:pt>
          <cx:pt idx="1526">5.7999999999999998</cx:pt>
          <cx:pt idx="1527">5.5</cx:pt>
          <cx:pt idx="1528">8.8000000000000007</cx:pt>
          <cx:pt idx="1529">3.7000000000000002</cx:pt>
          <cx:pt idx="1530">6.2999999999999998</cx:pt>
          <cx:pt idx="1531">6.0999999999999996</cx:pt>
          <cx:pt idx="1532">6.5</cx:pt>
          <cx:pt idx="1533">5.9000000000000004</cx:pt>
          <cx:pt idx="1534">7.9000000000000004</cx:pt>
          <cx:pt idx="1535">6.2000000000000002</cx:pt>
          <cx:pt idx="1536">6.5999999999999996</cx:pt>
          <cx:pt idx="1537">6.0999999999999996</cx:pt>
          <cx:pt idx="1538">5.7999999999999998</cx:pt>
          <cx:pt idx="1539">5.0999999999999996</cx:pt>
          <cx:pt idx="1540">8.0999999999999996</cx:pt>
          <cx:pt idx="1541">5.7999999999999998</cx:pt>
          <cx:pt idx="1542">6.5999999999999996</cx:pt>
          <cx:pt idx="1543">7</cx:pt>
          <cx:pt idx="1544">7.2000000000000002</cx:pt>
          <cx:pt idx="1545">5.0999999999999996</cx:pt>
          <cx:pt idx="1546">1.8999999999999999</cx:pt>
          <cx:pt idx="1547">5</cx:pt>
          <cx:pt idx="1548">6.5</cx:pt>
          <cx:pt idx="1549">7.2999999999999998</cx:pt>
          <cx:pt idx="1550">6.5</cx:pt>
          <cx:pt idx="1551">7.7000000000000002</cx:pt>
          <cx:pt idx="1552">2.7999999999999998</cx:pt>
          <cx:pt idx="1553">7.0999999999999996</cx:pt>
          <cx:pt idx="1554">2.7000000000000002</cx:pt>
          <cx:pt idx="1555">7.4000000000000004</cx:pt>
          <cx:pt idx="1556">7.2000000000000002</cx:pt>
          <cx:pt idx="1557">7.2999999999999998</cx:pt>
          <cx:pt idx="1558">5.4000000000000004</cx:pt>
          <cx:pt idx="1559">6.7999999999999998</cx:pt>
          <cx:pt idx="1560">6.7999999999999998</cx:pt>
          <cx:pt idx="1561">6.2000000000000002</cx:pt>
          <cx:pt idx="1562">6.2999999999999998</cx:pt>
          <cx:pt idx="1563">5.7000000000000002</cx:pt>
          <cx:pt idx="1564">5.4000000000000004</cx:pt>
          <cx:pt idx="1565">6.7999999999999998</cx:pt>
          <cx:pt idx="1566">5.2999999999999998</cx:pt>
          <cx:pt idx="1567">6</cx:pt>
          <cx:pt idx="1568">7.7999999999999998</cx:pt>
          <cx:pt idx="1569">6.7000000000000002</cx:pt>
          <cx:pt idx="1570">7</cx:pt>
          <cx:pt idx="1571">6.5999999999999996</cx:pt>
          <cx:pt idx="1572">5.9000000000000004</cx:pt>
          <cx:pt idx="1573">7.5</cx:pt>
          <cx:pt idx="1574">5.4000000000000004</cx:pt>
          <cx:pt idx="1575">6.7999999999999998</cx:pt>
          <cx:pt idx="1576">6.5999999999999996</cx:pt>
          <cx:pt idx="1577">7</cx:pt>
          <cx:pt idx="1578">5</cx:pt>
          <cx:pt idx="1579">8.4000000000000004</cx:pt>
          <cx:pt idx="1580">7.2000000000000002</cx:pt>
          <cx:pt idx="1581">5.9000000000000004</cx:pt>
          <cx:pt idx="1582">7.7000000000000002</cx:pt>
          <cx:pt idx="1583">7.2999999999999998</cx:pt>
          <cx:pt idx="1584">6.9000000000000004</cx:pt>
          <cx:pt idx="1585">5.2000000000000002</cx:pt>
          <cx:pt idx="1587">6.5</cx:pt>
          <cx:pt idx="1588">5.5</cx:pt>
          <cx:pt idx="1589">7.5</cx:pt>
          <cx:pt idx="1590">6.4000000000000004</cx:pt>
          <cx:pt idx="1591">4.7000000000000002</cx:pt>
          <cx:pt idx="1592">7.2999999999999998</cx:pt>
          <cx:pt idx="1593">6.5999999999999996</cx:pt>
          <cx:pt idx="1594">8.3000000000000007</cx:pt>
          <cx:pt idx="1595">3.6000000000000001</cx:pt>
          <cx:pt idx="1596">7.5</cx:pt>
          <cx:pt idx="1597">5.0999999999999996</cx:pt>
          <cx:pt idx="1598">5.5999999999999996</cx:pt>
          <cx:pt idx="1599">6.2000000000000002</cx:pt>
          <cx:pt idx="1600">7.0999999999999996</cx:pt>
          <cx:pt idx="1601">7.4000000000000004</cx:pt>
          <cx:pt idx="1602">5.0999999999999996</cx:pt>
          <cx:pt idx="1603">6.4000000000000004</cx:pt>
          <cx:pt idx="1604">7.5</cx:pt>
          <cx:pt idx="1605">6.5999999999999996</cx:pt>
          <cx:pt idx="1606">4.7999999999999998</cx:pt>
          <cx:pt idx="1607">6.5999999999999996</cx:pt>
          <cx:pt idx="1608">4.5</cx:pt>
          <cx:pt idx="1609">4.7999999999999998</cx:pt>
          <cx:pt idx="1610">6.5</cx:pt>
          <cx:pt idx="1611">5.9000000000000004</cx:pt>
          <cx:pt idx="1612">3.7999999999999998</cx:pt>
          <cx:pt idx="1613">5.2000000000000002</cx:pt>
          <cx:pt idx="1614">5.5999999999999996</cx:pt>
          <cx:pt idx="1615">4.4000000000000004</cx:pt>
          <cx:pt idx="1616">6.2000000000000002</cx:pt>
          <cx:pt idx="1617">7.2000000000000002</cx:pt>
          <cx:pt idx="1618">7</cx:pt>
          <cx:pt idx="1619">5</cx:pt>
          <cx:pt idx="1620">6.5999999999999996</cx:pt>
          <cx:pt idx="1621">7.9000000000000004</cx:pt>
          <cx:pt idx="1622">4.7000000000000002</cx:pt>
          <cx:pt idx="1623">6.7999999999999998</cx:pt>
          <cx:pt idx="1624">5.4000000000000004</cx:pt>
          <cx:pt idx="1625">6.7999999999999998</cx:pt>
          <cx:pt idx="1626">7</cx:pt>
          <cx:pt idx="1627">6.7999999999999998</cx:pt>
          <cx:pt idx="1628">6.2000000000000002</cx:pt>
          <cx:pt idx="1629">6.4000000000000004</cx:pt>
          <cx:pt idx="1630">5</cx:pt>
          <cx:pt idx="1631">6.5999999999999996</cx:pt>
          <cx:pt idx="1632">6.4000000000000004</cx:pt>
          <cx:pt idx="1633">6.2999999999999998</cx:pt>
          <cx:pt idx="1634">6.0999999999999996</cx:pt>
          <cx:pt idx="1635">6.7000000000000002</cx:pt>
          <cx:pt idx="1636">6.0999999999999996</cx:pt>
          <cx:pt idx="1637">8.4000000000000004</cx:pt>
          <cx:pt idx="1638">4.5</cx:pt>
          <cx:pt idx="1639">6.5</cx:pt>
          <cx:pt idx="1640">7.2999999999999998</cx:pt>
          <cx:pt idx="1641">7.4000000000000004</cx:pt>
          <cx:pt idx="1642">4.7999999999999998</cx:pt>
          <cx:pt idx="1643">5.7000000000000002</cx:pt>
          <cx:pt idx="1644">6.0999999999999996</cx:pt>
          <cx:pt idx="1645">4.0999999999999996</cx:pt>
          <cx:pt idx="1646">5.5</cx:pt>
          <cx:pt idx="1647">6.4000000000000004</cx:pt>
          <cx:pt idx="1648">5.5</cx:pt>
          <cx:pt idx="1649">5.5</cx:pt>
          <cx:pt idx="1650">5.5</cx:pt>
          <cx:pt idx="1651">7.2000000000000002</cx:pt>
          <cx:pt idx="1652">6.7000000000000002</cx:pt>
          <cx:pt idx="1653">1.5</cx:pt>
          <cx:pt idx="1654">7.4000000000000004</cx:pt>
          <cx:pt idx="1655">6</cx:pt>
          <cx:pt idx="1656">5.7999999999999998</cx:pt>
          <cx:pt idx="1657">5.2000000000000002</cx:pt>
          <cx:pt idx="1658">6.2999999999999998</cx:pt>
          <cx:pt idx="1659">5.2000000000000002</cx:pt>
          <cx:pt idx="1660">6.9000000000000004</cx:pt>
          <cx:pt idx="1661">6.5999999999999996</cx:pt>
          <cx:pt idx="1662">5.0999999999999996</cx:pt>
          <cx:pt idx="1663">7.5999999999999996</cx:pt>
          <cx:pt idx="1664">7.2000000000000002</cx:pt>
          <cx:pt idx="1665">6.7999999999999998</cx:pt>
          <cx:pt idx="1666">6.7000000000000002</cx:pt>
          <cx:pt idx="1667">6.7000000000000002</cx:pt>
          <cx:pt idx="1668">6.5</cx:pt>
          <cx:pt idx="1669">7.7000000000000002</cx:pt>
          <cx:pt idx="1670">6.9000000000000004</cx:pt>
          <cx:pt idx="1671">6.9000000000000004</cx:pt>
          <cx:pt idx="1672">4.7999999999999998</cx:pt>
          <cx:pt idx="1673">5.7000000000000002</cx:pt>
          <cx:pt idx="1674">6.2999999999999998</cx:pt>
          <cx:pt idx="1675">7.0999999999999996</cx:pt>
          <cx:pt idx="1676">4.2999999999999998</cx:pt>
          <cx:pt idx="1677">4.5</cx:pt>
          <cx:pt idx="1678">5</cx:pt>
          <cx:pt idx="1679">6.4000000000000004</cx:pt>
          <cx:pt idx="1680">6.5999999999999996</cx:pt>
          <cx:pt idx="1681">3.7000000000000002</cx:pt>
          <cx:pt idx="1682">4.7999999999999998</cx:pt>
          <cx:pt idx="1683">2.7000000000000002</cx:pt>
          <cx:pt idx="1684">7.2000000000000002</cx:pt>
          <cx:pt idx="1685">5.5999999999999996</cx:pt>
          <cx:pt idx="1686">7.4000000000000004</cx:pt>
          <cx:pt idx="1687">5.2999999999999998</cx:pt>
          <cx:pt idx="1688">4.5</cx:pt>
          <cx:pt idx="1689">5.7999999999999998</cx:pt>
          <cx:pt idx="1690">6.2000000000000002</cx:pt>
          <cx:pt idx="1691">8</cx:pt>
          <cx:pt idx="1692">5.4000000000000004</cx:pt>
          <cx:pt idx="1693">6</cx:pt>
          <cx:pt idx="1694">5.0999999999999996</cx:pt>
          <cx:pt idx="1695">5.4000000000000004</cx:pt>
          <cx:pt idx="1696">6</cx:pt>
          <cx:pt idx="1697">2.1000000000000001</cx:pt>
          <cx:pt idx="1698">5.0999999999999996</cx:pt>
          <cx:pt idx="1699">6.2999999999999998</cx:pt>
          <cx:pt idx="1700">6.9000000000000004</cx:pt>
          <cx:pt idx="1701">5.5</cx:pt>
          <cx:pt idx="1702">6.0999999999999996</cx:pt>
          <cx:pt idx="1703">6.2000000000000002</cx:pt>
          <cx:pt idx="1704">6</cx:pt>
          <cx:pt idx="1705">6</cx:pt>
          <cx:pt idx="1706">5.2999999999999998</cx:pt>
          <cx:pt idx="1707">8.5</cx:pt>
          <cx:pt idx="1708">8.4000000000000004</cx:pt>
          <cx:pt idx="1709">7.9000000000000004</cx:pt>
          <cx:pt idx="1710">8</cx:pt>
          <cx:pt idx="1711">8.6999999999999993</cx:pt>
          <cx:pt idx="1712">6.9000000000000004</cx:pt>
          <cx:pt idx="1713">7.7999999999999998</cx:pt>
          <cx:pt idx="1714">7.7000000000000002</cx:pt>
          <cx:pt idx="1715">7.4000000000000004</cx:pt>
          <cx:pt idx="1716">6.7000000000000002</cx:pt>
          <cx:pt idx="1717">7.2999999999999998</cx:pt>
          <cx:pt idx="1718">8.5999999999999996</cx:pt>
          <cx:pt idx="1719">7</cx:pt>
          <cx:pt idx="1720">7.5999999999999996</cx:pt>
          <cx:pt idx="1721">7.4000000000000004</cx:pt>
          <cx:pt idx="1722">7.0999999999999996</cx:pt>
          <cx:pt idx="1723">7.4000000000000004</cx:pt>
          <cx:pt idx="1724">8.5999999999999996</cx:pt>
          <cx:pt idx="1725">7.7000000000000002</cx:pt>
          <cx:pt idx="1726">7.2999999999999998</cx:pt>
          <cx:pt idx="1727">8.3000000000000007</cx:pt>
          <cx:pt idx="1728">7.4000000000000004</cx:pt>
          <cx:pt idx="1729">7.7000000000000002</cx:pt>
          <cx:pt idx="1730">6.2999999999999998</cx:pt>
          <cx:pt idx="1731">7.5999999999999996</cx:pt>
          <cx:pt idx="1732">7.9000000000000004</cx:pt>
          <cx:pt idx="1733">7.7000000000000002</cx:pt>
          <cx:pt idx="1734">7.2999999999999998</cx:pt>
          <cx:pt idx="1735">7.4000000000000004</cx:pt>
          <cx:pt idx="1736">8.4000000000000004</cx:pt>
          <cx:pt idx="1737">4.5</cx:pt>
          <cx:pt idx="1738">8.5999999999999996</cx:pt>
          <cx:pt idx="1739">8.0999999999999996</cx:pt>
          <cx:pt idx="1740">7.7999999999999998</cx:pt>
          <cx:pt idx="1741">7.2999999999999998</cx:pt>
          <cx:pt idx="1742">8.0999999999999996</cx:pt>
          <cx:pt idx="1743">8.1999999999999993</cx:pt>
          <cx:pt idx="1744">7.9000000000000004</cx:pt>
          <cx:pt idx="1745">5</cx:pt>
          <cx:pt idx="1746">7.2000000000000002</cx:pt>
          <cx:pt idx="1747">7.2999999999999998</cx:pt>
          <cx:pt idx="1748">7.7999999999999998</cx:pt>
          <cx:pt idx="1749">8.6999999999999993</cx:pt>
          <cx:pt idx="1750">6.4000000000000004</cx:pt>
          <cx:pt idx="1751">6.5999999999999996</cx:pt>
          <cx:pt idx="1752">8.0999999999999996</cx:pt>
          <cx:pt idx="1753">7.2999999999999998</cx:pt>
          <cx:pt idx="1754">7.2999999999999998</cx:pt>
          <cx:pt idx="1755">7.9000000000000004</cx:pt>
          <cx:pt idx="1756">5.2000000000000002</cx:pt>
          <cx:pt idx="1757">6.7000000000000002</cx:pt>
          <cx:pt idx="1758">8.1999999999999993</cx:pt>
          <cx:pt idx="1759">8.0999999999999996</cx:pt>
          <cx:pt idx="1760">7.2000000000000002</cx:pt>
          <cx:pt idx="1761">8</cx:pt>
          <cx:pt idx="1762">5.7999999999999998</cx:pt>
          <cx:pt idx="1763">6.7000000000000002</cx:pt>
          <cx:pt idx="1764">7.2999999999999998</cx:pt>
          <cx:pt idx="1765">8.3000000000000007</cx:pt>
          <cx:pt idx="1766">6.2000000000000002</cx:pt>
          <cx:pt idx="1767">8.1999999999999993</cx:pt>
          <cx:pt idx="1768">6.7000000000000002</cx:pt>
          <cx:pt idx="1769">8.3000000000000007</cx:pt>
          <cx:pt idx="1770">7.7000000000000002</cx:pt>
          <cx:pt idx="1771">7.7000000000000002</cx:pt>
          <cx:pt idx="1772">7.2999999999999998</cx:pt>
          <cx:pt idx="1773">6.2999999999999998</cx:pt>
          <cx:pt idx="1774">7.7999999999999998</cx:pt>
          <cx:pt idx="1775">6.7999999999999998</cx:pt>
          <cx:pt idx="1776">8.0999999999999996</cx:pt>
          <cx:pt idx="1777">7.2000000000000002</cx:pt>
          <cx:pt idx="1778">8.1999999999999993</cx:pt>
          <cx:pt idx="1779">7.4000000000000004</cx:pt>
          <cx:pt idx="1780">6.7999999999999998</cx:pt>
          <cx:pt idx="1781">7</cx:pt>
          <cx:pt idx="1782">6.2999999999999998</cx:pt>
          <cx:pt idx="1783">7.9000000000000004</cx:pt>
          <cx:pt idx="1784">5.5</cx:pt>
          <cx:pt idx="1785">8.4000000000000004</cx:pt>
          <cx:pt idx="1786">8.4000000000000004</cx:pt>
          <cx:pt idx="1787">5.9000000000000004</cx:pt>
          <cx:pt idx="1788">7.2000000000000002</cx:pt>
          <cx:pt idx="1789">6.5</cx:pt>
          <cx:pt idx="1790">6</cx:pt>
          <cx:pt idx="1791">6.7000000000000002</cx:pt>
          <cx:pt idx="1792">8</cx:pt>
          <cx:pt idx="1793">5.5</cx:pt>
          <cx:pt idx="1794">6.9000000000000004</cx:pt>
          <cx:pt idx="1795">6.9000000000000004</cx:pt>
          <cx:pt idx="1796">6.7999999999999998</cx:pt>
          <cx:pt idx="1797">6.5</cx:pt>
          <cx:pt idx="1798">7.7000000000000002</cx:pt>
          <cx:pt idx="1799">7.0999999999999996</cx:pt>
          <cx:pt idx="1800">6.7999999999999998</cx:pt>
          <cx:pt idx="1801">7.5999999999999996</cx:pt>
          <cx:pt idx="1802">6.7999999999999998</cx:pt>
          <cx:pt idx="1803">6.4000000000000004</cx:pt>
          <cx:pt idx="1804">5.5</cx:pt>
          <cx:pt idx="1805">7.9000000000000004</cx:pt>
          <cx:pt idx="1806">7.4000000000000004</cx:pt>
          <cx:pt idx="1807">7.7999999999999998</cx:pt>
          <cx:pt idx="1808">6.5999999999999996</cx:pt>
          <cx:pt idx="1809">7.5</cx:pt>
          <cx:pt idx="1810">7</cx:pt>
          <cx:pt idx="1811">7.5</cx:pt>
          <cx:pt idx="1812">8.3000000000000007</cx:pt>
          <cx:pt idx="1813">6.9000000000000004</cx:pt>
          <cx:pt idx="1814">8.5</cx:pt>
          <cx:pt idx="1815">6.2000000000000002</cx:pt>
          <cx:pt idx="1816">8.4000000000000004</cx:pt>
          <cx:pt idx="1817">7.5999999999999996</cx:pt>
          <cx:pt idx="1818">6.4000000000000004</cx:pt>
          <cx:pt idx="1819">6.9000000000000004</cx:pt>
          <cx:pt idx="1820">7.5</cx:pt>
          <cx:pt idx="1821">7.2000000000000002</cx:pt>
          <cx:pt idx="1822">6</cx:pt>
          <cx:pt idx="1823">5.7999999999999998</cx:pt>
          <cx:pt idx="1824">5.9000000000000004</cx:pt>
          <cx:pt idx="1825">6.0999999999999996</cx:pt>
          <cx:pt idx="1826">6.9000000000000004</cx:pt>
          <cx:pt idx="1827">4.7999999999999998</cx:pt>
          <cx:pt idx="1828">6.4000000000000004</cx:pt>
          <cx:pt idx="1829">6.4000000000000004</cx:pt>
          <cx:pt idx="1830">5.7999999999999998</cx:pt>
          <cx:pt idx="1831">7.0999999999999996</cx:pt>
          <cx:pt idx="1832">3.8999999999999999</cx:pt>
          <cx:pt idx="1833">6.2999999999999998</cx:pt>
          <cx:pt idx="1834">8.4000000000000004</cx:pt>
          <cx:pt idx="1835">6.0999999999999996</cx:pt>
          <cx:pt idx="1836">6.9000000000000004</cx:pt>
          <cx:pt idx="1837">5.7000000000000002</cx:pt>
          <cx:pt idx="1838">6.4000000000000004</cx:pt>
          <cx:pt idx="1839">7</cx:pt>
          <cx:pt idx="1840">7.0999999999999996</cx:pt>
          <cx:pt idx="1841">7.2999999999999998</cx:pt>
          <cx:pt idx="1842">6.2000000000000002</cx:pt>
          <cx:pt idx="1843">7.5</cx:pt>
          <cx:pt idx="1844">5.7999999999999998</cx:pt>
          <cx:pt idx="1845">7.4000000000000004</cx:pt>
          <cx:pt idx="1846">6.5</cx:pt>
          <cx:pt idx="1847">8</cx:pt>
          <cx:pt idx="1848">7.7000000000000002</cx:pt>
          <cx:pt idx="1849">7.5</cx:pt>
          <cx:pt idx="1850">7.7999999999999998</cx:pt>
          <cx:pt idx="1851">8.5</cx:pt>
          <cx:pt idx="1852">7.2999999999999998</cx:pt>
          <cx:pt idx="1853">7.2999999999999998</cx:pt>
          <cx:pt idx="1854">6.2000000000000002</cx:pt>
          <cx:pt idx="1855">6.0999999999999996</cx:pt>
          <cx:pt idx="1856">8.0999999999999996</cx:pt>
          <cx:pt idx="1857">5.5</cx:pt>
          <cx:pt idx="1858">7.2000000000000002</cx:pt>
          <cx:pt idx="1859">5.2999999999999998</cx:pt>
          <cx:pt idx="1860">6.7000000000000002</cx:pt>
          <cx:pt idx="1861">7</cx:pt>
          <cx:pt idx="1862">5.2000000000000002</cx:pt>
          <cx:pt idx="1863">8.0999999999999996</cx:pt>
          <cx:pt idx="1864">6.7999999999999998</cx:pt>
          <cx:pt idx="1865">8.5</cx:pt>
          <cx:pt idx="1866">6.9000000000000004</cx:pt>
          <cx:pt idx="1867">5.5</cx:pt>
          <cx:pt idx="1868">5.5999999999999996</cx:pt>
          <cx:pt idx="1869">6.4000000000000004</cx:pt>
          <cx:pt idx="1870">6.5</cx:pt>
          <cx:pt idx="1871">7.0999999999999996</cx:pt>
          <cx:pt idx="1872">7.2999999999999998</cx:pt>
          <cx:pt idx="1873">7.5999999999999996</cx:pt>
          <cx:pt idx="1874">6.7999999999999998</cx:pt>
          <cx:pt idx="1875">7.5999999999999996</cx:pt>
          <cx:pt idx="1876">8.1999999999999993</cx:pt>
          <cx:pt idx="1877">6.0999999999999996</cx:pt>
          <cx:pt idx="1878">6.2000000000000002</cx:pt>
          <cx:pt idx="1879">7.7999999999999998</cx:pt>
          <cx:pt idx="1880">6.7000000000000002</cx:pt>
          <cx:pt idx="1881">6.4000000000000004</cx:pt>
          <cx:pt idx="1882">7.4000000000000004</cx:pt>
          <cx:pt idx="1883">6.5</cx:pt>
          <cx:pt idx="1884">5.7999999999999998</cx:pt>
          <cx:pt idx="1885">6.5</cx:pt>
          <cx:pt idx="1886">6.2000000000000002</cx:pt>
          <cx:pt idx="1887">7.5999999999999996</cx:pt>
          <cx:pt idx="1888">5.7000000000000002</cx:pt>
          <cx:pt idx="1889">7.7000000000000002</cx:pt>
          <cx:pt idx="1890">6.4000000000000004</cx:pt>
          <cx:pt idx="1891">6.2000000000000002</cx:pt>
          <cx:pt idx="1892">6.0999999999999996</cx:pt>
          <cx:pt idx="1893">8.0999999999999996</cx:pt>
          <cx:pt idx="1894">6.2000000000000002</cx:pt>
          <cx:pt idx="1895">8.5</cx:pt>
          <cx:pt idx="1896">7.5999999999999996</cx:pt>
          <cx:pt idx="1897">6.4000000000000004</cx:pt>
          <cx:pt idx="1898">6.5</cx:pt>
          <cx:pt idx="1899">7.4000000000000004</cx:pt>
          <cx:pt idx="1900">5.7000000000000002</cx:pt>
          <cx:pt idx="1901">6.4000000000000004</cx:pt>
          <cx:pt idx="1902">5.4000000000000004</cx:pt>
          <cx:pt idx="1903">6.2000000000000002</cx:pt>
          <cx:pt idx="1904">5.5</cx:pt>
          <cx:pt idx="1905">6.5999999999999996</cx:pt>
          <cx:pt idx="1906">6.5999999999999996</cx:pt>
          <cx:pt idx="1907">7.4000000000000004</cx:pt>
          <cx:pt idx="1908">4.5999999999999996</cx:pt>
          <cx:pt idx="1909">7.5</cx:pt>
          <cx:pt idx="1910">5.5999999999999996</cx:pt>
          <cx:pt idx="1911">5.2999999999999998</cx:pt>
          <cx:pt idx="1912">6.7000000000000002</cx:pt>
          <cx:pt idx="1913">8.6999999999999993</cx:pt>
          <cx:pt idx="1914">5.7999999999999998</cx:pt>
          <cx:pt idx="1915">7.7000000000000002</cx:pt>
          <cx:pt idx="1916">7</cx:pt>
          <cx:pt idx="1917">7.5</cx:pt>
          <cx:pt idx="1918">6.7999999999999998</cx:pt>
          <cx:pt idx="1919">8.4000000000000004</cx:pt>
          <cx:pt idx="1920">6.7999999999999998</cx:pt>
          <cx:pt idx="1921">5.0999999999999996</cx:pt>
          <cx:pt idx="1922">5.9000000000000004</cx:pt>
          <cx:pt idx="1923">7.2000000000000002</cx:pt>
          <cx:pt idx="1924">8.5999999999999996</cx:pt>
          <cx:pt idx="1925">8</cx:pt>
          <cx:pt idx="1926">6.2000000000000002</cx:pt>
          <cx:pt idx="1927">6</cx:pt>
          <cx:pt idx="1928">8.6999999999999993</cx:pt>
          <cx:pt idx="1929">6.2999999999999998</cx:pt>
          <cx:pt idx="1930">6.5</cx:pt>
          <cx:pt idx="1931">5.9000000000000004</cx:pt>
          <cx:pt idx="1932">7</cx:pt>
          <cx:pt idx="1933">5.5</cx:pt>
          <cx:pt idx="1934">6.2999999999999998</cx:pt>
          <cx:pt idx="1935">9.1999999999999993</cx:pt>
          <cx:pt idx="1936">7.0999999999999996</cx:pt>
          <cx:pt idx="1937">3.5</cx:pt>
          <cx:pt idx="1938">6.7999999999999998</cx:pt>
          <cx:pt idx="1939">6.4000000000000004</cx:pt>
          <cx:pt idx="1940">6.2000000000000002</cx:pt>
          <cx:pt idx="1941">5.4000000000000004</cx:pt>
          <cx:pt idx="1942">7.4000000000000004</cx:pt>
          <cx:pt idx="1943">5.5</cx:pt>
          <cx:pt idx="1944">7</cx:pt>
          <cx:pt idx="1945">8.4000000000000004</cx:pt>
          <cx:pt idx="1946">7.4000000000000004</cx:pt>
          <cx:pt idx="1947">7.5</cx:pt>
          <cx:pt idx="1948">6.5</cx:pt>
          <cx:pt idx="1949">5</cx:pt>
          <cx:pt idx="1950">7.4000000000000004</cx:pt>
          <cx:pt idx="1951">5.7999999999999998</cx:pt>
          <cx:pt idx="1952">7.4000000000000004</cx:pt>
          <cx:pt idx="1953">8</cx:pt>
          <cx:pt idx="1954">5.4000000000000004</cx:pt>
          <cx:pt idx="1955">7.9000000000000004</cx:pt>
          <cx:pt idx="1956">6.7999999999999998</cx:pt>
          <cx:pt idx="1957">7.9000000000000004</cx:pt>
          <cx:pt idx="1958">8.0999999999999996</cx:pt>
          <cx:pt idx="1959">6.7999999999999998</cx:pt>
          <cx:pt idx="1960">6.2999999999999998</cx:pt>
          <cx:pt idx="1961">4.2999999999999998</cx:pt>
          <cx:pt idx="1962">7.4000000000000004</cx:pt>
          <cx:pt idx="1963">4.2000000000000002</cx:pt>
          <cx:pt idx="1964">6</cx:pt>
          <cx:pt idx="1965">5.9000000000000004</cx:pt>
          <cx:pt idx="1966">5.7000000000000002</cx:pt>
          <cx:pt idx="1967">6.2999999999999998</cx:pt>
          <cx:pt idx="1968">7.2000000000000002</cx:pt>
          <cx:pt idx="1969">5.9000000000000004</cx:pt>
          <cx:pt idx="1970">7.4000000000000004</cx:pt>
          <cx:pt idx="1971">7.5</cx:pt>
          <cx:pt idx="1972">6.4000000000000004</cx:pt>
          <cx:pt idx="1973">4.7999999999999998</cx:pt>
          <cx:pt idx="1974">8</cx:pt>
          <cx:pt idx="1975">6.5999999999999996</cx:pt>
          <cx:pt idx="1976">6.7999999999999998</cx:pt>
          <cx:pt idx="1977">7.7999999999999998</cx:pt>
          <cx:pt idx="1978">6.7999999999999998</cx:pt>
          <cx:pt idx="1979">6.9000000000000004</cx:pt>
          <cx:pt idx="1980">6.5999999999999996</cx:pt>
          <cx:pt idx="1981">5.2000000000000002</cx:pt>
          <cx:pt idx="1982">6.5999999999999996</cx:pt>
          <cx:pt idx="1983">5.5</cx:pt>
          <cx:pt idx="1984">5.7999999999999998</cx:pt>
          <cx:pt idx="1985">6.5999999999999996</cx:pt>
          <cx:pt idx="1986">7.4000000000000004</cx:pt>
          <cx:pt idx="1987">7.5</cx:pt>
          <cx:pt idx="1988">7.9000000000000004</cx:pt>
          <cx:pt idx="1989">7.5999999999999996</cx:pt>
          <cx:pt idx="1990">7.0999999999999996</cx:pt>
          <cx:pt idx="1991">8</cx:pt>
          <cx:pt idx="1992">7.4000000000000004</cx:pt>
          <cx:pt idx="1993">7.2000000000000002</cx:pt>
          <cx:pt idx="1994">5.2999999999999998</cx:pt>
          <cx:pt idx="1995">8.1999999999999993</cx:pt>
          <cx:pt idx="1996">6.0999999999999996</cx:pt>
          <cx:pt idx="1997">6.0999999999999996</cx:pt>
          <cx:pt idx="1998">7.4000000000000004</cx:pt>
          <cx:pt idx="1999">7.7000000000000002</cx:pt>
          <cx:pt idx="2000">8</cx:pt>
          <cx:pt idx="2001">6.7999999999999998</cx:pt>
          <cx:pt idx="2002">7.7000000000000002</cx:pt>
          <cx:pt idx="2003">8.5999999999999996</cx:pt>
          <cx:pt idx="2004">7.5</cx:pt>
          <cx:pt idx="2005">7.9000000000000004</cx:pt>
          <cx:pt idx="2006">6.5</cx:pt>
          <cx:pt idx="2007">6.2000000000000002</cx:pt>
          <cx:pt idx="2008">7.9000000000000004</cx:pt>
          <cx:pt idx="2009">6.2000000000000002</cx:pt>
          <cx:pt idx="2010">8.5999999999999996</cx:pt>
          <cx:pt idx="2011">8.1999999999999993</cx:pt>
          <cx:pt idx="2012">8.1999999999999993</cx:pt>
          <cx:pt idx="2013">6.7000000000000002</cx:pt>
          <cx:pt idx="2014">7.7999999999999998</cx:pt>
          <cx:pt idx="2015">7.5999999999999996</cx:pt>
          <cx:pt idx="2016">5.7000000000000002</cx:pt>
          <cx:pt idx="2017">6.2999999999999998</cx:pt>
          <cx:pt idx="2018">6.2000000000000002</cx:pt>
          <cx:pt idx="2019">7.0999999999999996</cx:pt>
          <cx:pt idx="2020">5.7999999999999998</cx:pt>
          <cx:pt idx="2021">5.9000000000000004</cx:pt>
          <cx:pt idx="2022">3.3999999999999999</cx:pt>
          <cx:pt idx="2023">6.2999999999999998</cx:pt>
          <cx:pt idx="2024">7.7000000000000002</cx:pt>
          <cx:pt idx="2025">7.5</cx:pt>
          <cx:pt idx="2026">7.2000000000000002</cx:pt>
          <cx:pt idx="2027">4.7999999999999998</cx:pt>
          <cx:pt idx="2028">6.5999999999999996</cx:pt>
          <cx:pt idx="2029">6.5</cx:pt>
          <cx:pt idx="2030">6.7999999999999998</cx:pt>
          <cx:pt idx="2031">5.2000000000000002</cx:pt>
          <cx:pt idx="2032">5.7999999999999998</cx:pt>
          <cx:pt idx="2033">8</cx:pt>
          <cx:pt idx="2034">5.2000000000000002</cx:pt>
          <cx:pt idx="2035">7.4000000000000004</cx:pt>
          <cx:pt idx="2036">7.5999999999999996</cx:pt>
          <cx:pt idx="2037">6</cx:pt>
          <cx:pt idx="2038">5.2000000000000002</cx:pt>
          <cx:pt idx="2039">6.2000000000000002</cx:pt>
          <cx:pt idx="2040">6.0999999999999996</cx:pt>
          <cx:pt idx="2041">6.4000000000000004</cx:pt>
          <cx:pt idx="2042">7.5999999999999996</cx:pt>
          <cx:pt idx="2043">8</cx:pt>
          <cx:pt idx="2044">5</cx:pt>
          <cx:pt idx="2045">6.5999999999999996</cx:pt>
          <cx:pt idx="2046">6.4000000000000004</cx:pt>
          <cx:pt idx="2047">5.4000000000000004</cx:pt>
          <cx:pt idx="2048">7.9000000000000004</cx:pt>
          <cx:pt idx="2049">8.0999999999999996</cx:pt>
          <cx:pt idx="2050">6.7999999999999998</cx:pt>
          <cx:pt idx="2051">6.7000000000000002</cx:pt>
          <cx:pt idx="2052">7.0999999999999996</cx:pt>
          <cx:pt idx="2053">7</cx:pt>
          <cx:pt idx="2054">6.0999999999999996</cx:pt>
          <cx:pt idx="2055">8</cx:pt>
          <cx:pt idx="2056">6.2000000000000002</cx:pt>
          <cx:pt idx="2057">6.0999999999999996</cx:pt>
          <cx:pt idx="2058">7</cx:pt>
          <cx:pt idx="2059">6</cx:pt>
          <cx:pt idx="2060">7.5999999999999996</cx:pt>
          <cx:pt idx="2061">6.5999999999999996</cx:pt>
          <cx:pt idx="2062">7.0999999999999996</cx:pt>
          <cx:pt idx="2063">5.7000000000000002</cx:pt>
          <cx:pt idx="2064">7.5</cx:pt>
          <cx:pt idx="2065">8.0999999999999996</cx:pt>
          <cx:pt idx="2066">6.4000000000000004</cx:pt>
          <cx:pt idx="2067">5.7999999999999998</cx:pt>
          <cx:pt idx="2068">6.9000000000000004</cx:pt>
          <cx:pt idx="2069">5.9000000000000004</cx:pt>
          <cx:pt idx="2070">7.7000000000000002</cx:pt>
          <cx:pt idx="2071">8</cx:pt>
          <cx:pt idx="2072">5.2000000000000002</cx:pt>
          <cx:pt idx="2073">5.5999999999999996</cx:pt>
          <cx:pt idx="2074">5.7000000000000002</cx:pt>
          <cx:pt idx="2075">7</cx:pt>
          <cx:pt idx="2076">7.7999999999999998</cx:pt>
          <cx:pt idx="2077">6.7000000000000002</cx:pt>
          <cx:pt idx="2078">5.2000000000000002</cx:pt>
          <cx:pt idx="2079">6.4000000000000004</cx:pt>
          <cx:pt idx="2080">6.5999999999999996</cx:pt>
          <cx:pt idx="2081">8.1999999999999993</cx:pt>
          <cx:pt idx="2082">6.2999999999999998</cx:pt>
          <cx:pt idx="2083">6.4000000000000004</cx:pt>
          <cx:pt idx="2084">6.9000000000000004</cx:pt>
          <cx:pt idx="2085">7.0999999999999996</cx:pt>
          <cx:pt idx="2086">7</cx:pt>
          <cx:pt idx="2087">6.9000000000000004</cx:pt>
          <cx:pt idx="2088">7.7999999999999998</cx:pt>
          <cx:pt idx="2089">8.5999999999999996</cx:pt>
          <cx:pt idx="2090">7.2000000000000002</cx:pt>
          <cx:pt idx="2091">7.5</cx:pt>
          <cx:pt idx="2092">6.7999999999999998</cx:pt>
          <cx:pt idx="2093">6.2000000000000002</cx:pt>
          <cx:pt idx="2094">7.5999999999999996</cx:pt>
          <cx:pt idx="2095">5.0999999999999996</cx:pt>
          <cx:pt idx="2096">7.2999999999999998</cx:pt>
          <cx:pt idx="2097">6.7999999999999998</cx:pt>
          <cx:pt idx="2098">7.5999999999999996</cx:pt>
          <cx:pt idx="2099">7.0999999999999996</cx:pt>
          <cx:pt idx="2100">8.3000000000000007</cx:pt>
          <cx:pt idx="2101">6.9000000000000004</cx:pt>
          <cx:pt idx="2102">6.2000000000000002</cx:pt>
          <cx:pt idx="2103">5.0999999999999996</cx:pt>
          <cx:pt idx="2104">7.7999999999999998</cx:pt>
          <cx:pt idx="2105">7.0999999999999996</cx:pt>
          <cx:pt idx="2106">7.2999999999999998</cx:pt>
          <cx:pt idx="2107">7.7999999999999998</cx:pt>
          <cx:pt idx="2108">7.2000000000000002</cx:pt>
          <cx:pt idx="2109">6.2000000000000002</cx:pt>
          <cx:pt idx="2110">6.7999999999999998</cx:pt>
          <cx:pt idx="2111">8.3000000000000007</cx:pt>
          <cx:pt idx="2112">7.5999999999999996</cx:pt>
          <cx:pt idx="2113">6</cx:pt>
          <cx:pt idx="2114">4.2000000000000002</cx:pt>
          <cx:pt idx="2115">6.0999999999999996</cx:pt>
          <cx:pt idx="2116">4.7999999999999998</cx:pt>
          <cx:pt idx="2117">7.0999999999999996</cx:pt>
          <cx:pt idx="2118">3.2000000000000002</cx:pt>
          <cx:pt idx="2119">5.9000000000000004</cx:pt>
          <cx:pt idx="2120">6.4000000000000004</cx:pt>
          <cx:pt idx="2121">8.1999999999999993</cx:pt>
          <cx:pt idx="2122">4.4000000000000004</cx:pt>
          <cx:pt idx="2123">6.0999999999999996</cx:pt>
          <cx:pt idx="2124">6.7000000000000002</cx:pt>
          <cx:pt idx="2125">7.0999999999999996</cx:pt>
          <cx:pt idx="2126">7.0999999999999996</cx:pt>
          <cx:pt idx="2127">8.1999999999999993</cx:pt>
          <cx:pt idx="2128">7.4000000000000004</cx:pt>
          <cx:pt idx="2129">7.2999999999999998</cx:pt>
          <cx:pt idx="2130">5.2000000000000002</cx:pt>
          <cx:pt idx="2131">7</cx:pt>
          <cx:pt idx="2132">6.7999999999999998</cx:pt>
          <cx:pt idx="2133">6.5999999999999996</cx:pt>
          <cx:pt idx="2134">2.2999999999999998</cx:pt>
          <cx:pt idx="2135">3.7999999999999998</cx:pt>
          <cx:pt idx="2136">6.2000000000000002</cx:pt>
          <cx:pt idx="2137">6.4000000000000004</cx:pt>
          <cx:pt idx="2138">7.2999999999999998</cx:pt>
          <cx:pt idx="2139">5.2999999999999998</cx:pt>
          <cx:pt idx="2140">6.0999999999999996</cx:pt>
          <cx:pt idx="2141">7.4000000000000004</cx:pt>
          <cx:pt idx="2142">6.5</cx:pt>
          <cx:pt idx="2143">6.2999999999999998</cx:pt>
          <cx:pt idx="2144">7.4000000000000004</cx:pt>
          <cx:pt idx="2145">6.7000000000000002</cx:pt>
          <cx:pt idx="2146">7.7000000000000002</cx:pt>
          <cx:pt idx="2147">7.5</cx:pt>
          <cx:pt idx="2148">6.5999999999999996</cx:pt>
          <cx:pt idx="2149">4.9000000000000004</cx:pt>
          <cx:pt idx="2150">6.2000000000000002</cx:pt>
          <cx:pt idx="2151">8.5</cx:pt>
          <cx:pt idx="2152">7.4000000000000004</cx:pt>
          <cx:pt idx="2153">7.7000000000000002</cx:pt>
          <cx:pt idx="2154">6.7000000000000002</cx:pt>
          <cx:pt idx="2155">7.0999999999999996</cx:pt>
          <cx:pt idx="2156">7.5</cx:pt>
          <cx:pt idx="2157">6.4000000000000004</cx:pt>
          <cx:pt idx="2158">7.5</cx:pt>
          <cx:pt idx="2159">7</cx:pt>
          <cx:pt idx="2160">5.0999999999999996</cx:pt>
          <cx:pt idx="2161">6.5999999999999996</cx:pt>
          <cx:pt idx="2162">6.7000000000000002</cx:pt>
          <cx:pt idx="2163">8</cx:pt>
          <cx:pt idx="2164">5.7000000000000002</cx:pt>
          <cx:pt idx="2165">7.9000000000000004</cx:pt>
          <cx:pt idx="2166">5.2999999999999998</cx:pt>
          <cx:pt idx="2167">7.7000000000000002</cx:pt>
          <cx:pt idx="2168">7</cx:pt>
          <cx:pt idx="2169">8.5</cx:pt>
          <cx:pt idx="2170">7</cx:pt>
          <cx:pt idx="2171">6.5999999999999996</cx:pt>
          <cx:pt idx="2172">6.7999999999999998</cx:pt>
          <cx:pt idx="2173">6.5999999999999996</cx:pt>
          <cx:pt idx="2174">8</cx:pt>
          <cx:pt idx="2175">7.4000000000000004</cx:pt>
          <cx:pt idx="2176">8.3000000000000007</cx:pt>
          <cx:pt idx="2177">7.2999999999999998</cx:pt>
          <cx:pt idx="2178">6.2999999999999998</cx:pt>
          <cx:pt idx="2179">5.9000000000000004</cx:pt>
          <cx:pt idx="2180">8.0999999999999996</cx:pt>
          <cx:pt idx="2181">7.2000000000000002</cx:pt>
          <cx:pt idx="2182">8.4000000000000004</cx:pt>
          <cx:pt idx="2183">4.7000000000000002</cx:pt>
          <cx:pt idx="2184">6.9000000000000004</cx:pt>
          <cx:pt idx="2185">6.5999999999999996</cx:pt>
          <cx:pt idx="2186">6.9000000000000004</cx:pt>
          <cx:pt idx="2187">4.9000000000000004</cx:pt>
          <cx:pt idx="2188">6.2000000000000002</cx:pt>
          <cx:pt idx="2189">8.1999999999999993</cx:pt>
          <cx:pt idx="2190">7.2000000000000002</cx:pt>
          <cx:pt idx="2191">7.7000000000000002</cx:pt>
          <cx:pt idx="2192">6.5</cx:pt>
          <cx:pt idx="2193">6.5999999999999996</cx:pt>
          <cx:pt idx="2194">7</cx:pt>
          <cx:pt idx="2195">5.2000000000000002</cx:pt>
          <cx:pt idx="2196">6.9000000000000004</cx:pt>
          <cx:pt idx="2197">7.2999999999999998</cx:pt>
          <cx:pt idx="2198">6.7999999999999998</cx:pt>
          <cx:pt idx="2199">7.0999999999999996</cx:pt>
          <cx:pt idx="2200">5.7999999999999998</cx:pt>
          <cx:pt idx="2201">7.9000000000000004</cx:pt>
          <cx:pt idx="2202">7.5999999999999996</cx:pt>
          <cx:pt idx="2203">7.9000000000000004</cx:pt>
          <cx:pt idx="2204">5.4000000000000004</cx:pt>
          <cx:pt idx="2205">6.4000000000000004</cx:pt>
          <cx:pt idx="2206">8</cx:pt>
          <cx:pt idx="2207">6.2999999999999998</cx:pt>
          <cx:pt idx="2208">8.4000000000000004</cx:pt>
          <cx:pt idx="2209">8</cx:pt>
          <cx:pt idx="2210">5.9000000000000004</cx:pt>
          <cx:pt idx="2211">7.5</cx:pt>
          <cx:pt idx="2212">6.9000000000000004</cx:pt>
          <cx:pt idx="2213">3.1000000000000001</cx:pt>
          <cx:pt idx="2214">7.4000000000000004</cx:pt>
          <cx:pt idx="2215">7.2999999999999998</cx:pt>
          <cx:pt idx="2216">5.5999999999999996</cx:pt>
          <cx:pt idx="2217">6.7000000000000002</cx:pt>
          <cx:pt idx="2218">8.0999999999999996</cx:pt>
          <cx:pt idx="2219">5.7000000000000002</cx:pt>
          <cx:pt idx="2220">8</cx:pt>
          <cx:pt idx="2221">5.5</cx:pt>
          <cx:pt idx="2222">7.7999999999999998</cx:pt>
          <cx:pt idx="2223">5.2000000000000002</cx:pt>
          <cx:pt idx="2224">5.2000000000000002</cx:pt>
          <cx:pt idx="2225">5.4000000000000004</cx:pt>
          <cx:pt idx="2226">7</cx:pt>
          <cx:pt idx="2227">7.5999999999999996</cx:pt>
          <cx:pt idx="2228">7.7000000000000002</cx:pt>
          <cx:pt idx="2229">5.5999999999999996</cx:pt>
          <cx:pt idx="2230">8.3000000000000007</cx:pt>
          <cx:pt idx="2231">6.7999999999999998</cx:pt>
          <cx:pt idx="2232">7.4000000000000004</cx:pt>
          <cx:pt idx="2233">6.9000000000000004</cx:pt>
          <cx:pt idx="2234">6.5999999999999996</cx:pt>
          <cx:pt idx="2235">6.5999999999999996</cx:pt>
          <cx:pt idx="2236">5.5999999999999996</cx:pt>
          <cx:pt idx="2237">7.7999999999999998</cx:pt>
          <cx:pt idx="2238">6.7000000000000002</cx:pt>
          <cx:pt idx="2239">7.0999999999999996</cx:pt>
          <cx:pt idx="2240">8.0999999999999996</cx:pt>
          <cx:pt idx="2241">6.4000000000000004</cx:pt>
          <cx:pt idx="2242">5</cx:pt>
          <cx:pt idx="2243">6</cx:pt>
          <cx:pt idx="2244">6.5999999999999996</cx:pt>
          <cx:pt idx="2245">5.9000000000000004</cx:pt>
          <cx:pt idx="2246">7</cx:pt>
          <cx:pt idx="2247">5.5</cx:pt>
          <cx:pt idx="2248">6</cx:pt>
          <cx:pt idx="2249">6.7999999999999998</cx:pt>
          <cx:pt idx="2250">7.2000000000000002</cx:pt>
          <cx:pt idx="2251">5.4000000000000004</cx:pt>
          <cx:pt idx="2252">5.5</cx:pt>
          <cx:pt idx="2253">8.0999999999999996</cx:pt>
          <cx:pt idx="2254">5.2000000000000002</cx:pt>
          <cx:pt idx="2255">5.7999999999999998</cx:pt>
          <cx:pt idx="2256">5.5999999999999996</cx:pt>
          <cx:pt idx="2257">7</cx:pt>
          <cx:pt idx="2258">6</cx:pt>
          <cx:pt idx="2259">7.2000000000000002</cx:pt>
          <cx:pt idx="2260">7.5</cx:pt>
          <cx:pt idx="2261">4.5</cx:pt>
          <cx:pt idx="2262">5.5</cx:pt>
          <cx:pt idx="2263">6.2000000000000002</cx:pt>
          <cx:pt idx="2264">5.7999999999999998</cx:pt>
          <cx:pt idx="2265">6.2000000000000002</cx:pt>
          <cx:pt idx="2266">5.5</cx:pt>
          <cx:pt idx="2267">7</cx:pt>
          <cx:pt idx="2268">6.2999999999999998</cx:pt>
          <cx:pt idx="2269">7.0999999999999996</cx:pt>
          <cx:pt idx="2270">6.2999999999999998</cx:pt>
          <cx:pt idx="2271">7.5999999999999996</cx:pt>
          <cx:pt idx="2272">6.2999999999999998</cx:pt>
          <cx:pt idx="2273">5.5999999999999996</cx:pt>
          <cx:pt idx="2274">7.7000000000000002</cx:pt>
          <cx:pt idx="2275">6.5999999999999996</cx:pt>
          <cx:pt idx="2276">7.5999999999999996</cx:pt>
          <cx:pt idx="2277">7.2999999999999998</cx:pt>
          <cx:pt idx="2278">6.0999999999999996</cx:pt>
          <cx:pt idx="2279">4</cx:pt>
          <cx:pt idx="2280">7.5999999999999996</cx:pt>
          <cx:pt idx="2281">5.5999999999999996</cx:pt>
          <cx:pt idx="2282">7.5</cx:pt>
          <cx:pt idx="2283">5.5</cx:pt>
          <cx:pt idx="2284">5.7999999999999998</cx:pt>
          <cx:pt idx="2285">5.4000000000000004</cx:pt>
          <cx:pt idx="2286">5.9000000000000004</cx:pt>
          <cx:pt idx="2287">7.0999999999999996</cx:pt>
          <cx:pt idx="2288">5.7000000000000002</cx:pt>
          <cx:pt idx="2289">7.0999999999999996</cx:pt>
          <cx:pt idx="2290">8.3000000000000007</cx:pt>
          <cx:pt idx="2291">7.2000000000000002</cx:pt>
          <cx:pt idx="2292">7</cx:pt>
          <cx:pt idx="2293">5.9000000000000004</cx:pt>
          <cx:pt idx="2294">6.2000000000000002</cx:pt>
          <cx:pt idx="2295">7.5999999999999996</cx:pt>
          <cx:pt idx="2296">5.7000000000000002</cx:pt>
          <cx:pt idx="2297">8.5</cx:pt>
          <cx:pt idx="2298">7.2999999999999998</cx:pt>
          <cx:pt idx="2299">5.2999999999999998</cx:pt>
          <cx:pt idx="2300">5.2000000000000002</cx:pt>
          <cx:pt idx="2301">7.5999999999999996</cx:pt>
          <cx:pt idx="2302">4.4000000000000004</cx:pt>
          <cx:pt idx="2303">5.4000000000000004</cx:pt>
          <cx:pt idx="2304">6</cx:pt>
          <cx:pt idx="2305">7.0999999999999996</cx:pt>
          <cx:pt idx="2306">6.9000000000000004</cx:pt>
          <cx:pt idx="2307">7.0999999999999996</cx:pt>
          <cx:pt idx="2308">5.5</cx:pt>
          <cx:pt idx="2309">7.5</cx:pt>
          <cx:pt idx="2310">5.7000000000000002</cx:pt>
          <cx:pt idx="2311">6.0999999999999996</cx:pt>
          <cx:pt idx="2312">7.2000000000000002</cx:pt>
          <cx:pt idx="2313">7.2000000000000002</cx:pt>
          <cx:pt idx="2314">6.5</cx:pt>
          <cx:pt idx="2315">7</cx:pt>
          <cx:pt idx="2316">7</cx:pt>
          <cx:pt idx="2317">6.9000000000000004</cx:pt>
          <cx:pt idx="2318">8.1999999999999993</cx:pt>
          <cx:pt idx="2319">7.4000000000000004</cx:pt>
          <cx:pt idx="2320">7.5999999999999996</cx:pt>
          <cx:pt idx="2321">7.4000000000000004</cx:pt>
          <cx:pt idx="2322">6.0999999999999996</cx:pt>
          <cx:pt idx="2323">7.7999999999999998</cx:pt>
          <cx:pt idx="2324">6.7000000000000002</cx:pt>
          <cx:pt idx="2325">6</cx:pt>
          <cx:pt idx="2326">7.0999999999999996</cx:pt>
          <cx:pt idx="2327">7.2999999999999998</cx:pt>
          <cx:pt idx="2328">5.5</cx:pt>
          <cx:pt idx="2329">8.0999999999999996</cx:pt>
          <cx:pt idx="2330">7.2999999999999998</cx:pt>
          <cx:pt idx="2331">3.8999999999999999</cx:pt>
          <cx:pt idx="2332">5.4000000000000004</cx:pt>
          <cx:pt idx="2333">7.7000000000000002</cx:pt>
          <cx:pt idx="2334">8</cx:pt>
          <cx:pt idx="2335">5.9000000000000004</cx:pt>
          <cx:pt idx="2336">6.5999999999999996</cx:pt>
          <cx:pt idx="2337">5.5999999999999996</cx:pt>
          <cx:pt idx="2338">4.7999999999999998</cx:pt>
          <cx:pt idx="2339">6.7999999999999998</cx:pt>
          <cx:pt idx="2340">6.4000000000000004</cx:pt>
          <cx:pt idx="2341">5.2000000000000002</cx:pt>
          <cx:pt idx="2342">7.2999999999999998</cx:pt>
          <cx:pt idx="2343">5.0999999999999996</cx:pt>
          <cx:pt idx="2344">8.0999999999999996</cx:pt>
          <cx:pt idx="2345">6</cx:pt>
          <cx:pt idx="2346">7.4000000000000004</cx:pt>
          <cx:pt idx="2347">5.2999999999999998</cx:pt>
          <cx:pt idx="2348">8.9000000000000004</cx:pt>
          <cx:pt idx="2349">6.7000000000000002</cx:pt>
          <cx:pt idx="2350">5.4000000000000004</cx:pt>
          <cx:pt idx="2351">8</cx:pt>
          <cx:pt idx="2352">6.2999999999999998</cx:pt>
          <cx:pt idx="2353">6.7000000000000002</cx:pt>
          <cx:pt idx="2354">7.2999999999999998</cx:pt>
          <cx:pt idx="2355">6.5</cx:pt>
          <cx:pt idx="2356">7.0999999999999996</cx:pt>
          <cx:pt idx="2357">6.2999999999999998</cx:pt>
          <cx:pt idx="2358">7.2000000000000002</cx:pt>
          <cx:pt idx="2359">5.0999999999999996</cx:pt>
          <cx:pt idx="2360">5.9000000000000004</cx:pt>
          <cx:pt idx="2361">5.2000000000000002</cx:pt>
          <cx:pt idx="2362">6.2000000000000002</cx:pt>
          <cx:pt idx="2363">5</cx:pt>
          <cx:pt idx="2364">7.5999999999999996</cx:pt>
          <cx:pt idx="2365">5.7000000000000002</cx:pt>
          <cx:pt idx="2366">7.4000000000000004</cx:pt>
          <cx:pt idx="2367">7.5999999999999996</cx:pt>
          <cx:pt idx="2368">5.7999999999999998</cx:pt>
          <cx:pt idx="2369">7.4000000000000004</cx:pt>
          <cx:pt idx="2370">6.0999999999999996</cx:pt>
          <cx:pt idx="2371">6.4000000000000004</cx:pt>
          <cx:pt idx="2372">6.4000000000000004</cx:pt>
          <cx:pt idx="2373">7.4000000000000004</cx:pt>
          <cx:pt idx="2374">6.4000000000000004</cx:pt>
          <cx:pt idx="2375">5.7000000000000002</cx:pt>
          <cx:pt idx="2376">5.2000000000000002</cx:pt>
          <cx:pt idx="2377">6.9000000000000004</cx:pt>
          <cx:pt idx="2378">7.7000000000000002</cx:pt>
          <cx:pt idx="2379">6.7000000000000002</cx:pt>
          <cx:pt idx="2380">7.7999999999999998</cx:pt>
          <cx:pt idx="2381">7.2999999999999998</cx:pt>
          <cx:pt idx="2382">5.7999999999999998</cx:pt>
          <cx:pt idx="2383">6.2999999999999998</cx:pt>
          <cx:pt idx="2384">7.2000000000000002</cx:pt>
          <cx:pt idx="2385">3.7999999999999998</cx:pt>
          <cx:pt idx="2386">4.5999999999999996</cx:pt>
          <cx:pt idx="2387">5.9000000000000004</cx:pt>
          <cx:pt idx="2388">6.5</cx:pt>
          <cx:pt idx="2389">6.7999999999999998</cx:pt>
          <cx:pt idx="2390">5.4000000000000004</cx:pt>
          <cx:pt idx="2391">7</cx:pt>
          <cx:pt idx="2392">6.7999999999999998</cx:pt>
          <cx:pt idx="2393">6.5999999999999996</cx:pt>
          <cx:pt idx="2394">7.2000000000000002</cx:pt>
          <cx:pt idx="2395">5.9000000000000004</cx:pt>
          <cx:pt idx="2396">6.2999999999999998</cx:pt>
          <cx:pt idx="2397">6.5</cx:pt>
          <cx:pt idx="2398">7.7000000000000002</cx:pt>
          <cx:pt idx="2399">7.9000000000000004</cx:pt>
          <cx:pt idx="2400">6.4000000000000004</cx:pt>
          <cx:pt idx="2401">7.2000000000000002</cx:pt>
          <cx:pt idx="2402">6.2000000000000002</cx:pt>
          <cx:pt idx="2403">5.5</cx:pt>
          <cx:pt idx="2404">5.4000000000000004</cx:pt>
          <cx:pt idx="2405">5.7000000000000002</cx:pt>
          <cx:pt idx="2406">5.7999999999999998</cx:pt>
          <cx:pt idx="2407">7.2000000000000002</cx:pt>
          <cx:pt idx="2408">6.2999999999999998</cx:pt>
          <cx:pt idx="2409">6.9000000000000004</cx:pt>
          <cx:pt idx="2410">3</cx:pt>
          <cx:pt idx="2411">7</cx:pt>
          <cx:pt idx="2412">4</cx:pt>
          <cx:pt idx="2413">8</cx:pt>
          <cx:pt idx="2414">7.5</cx:pt>
          <cx:pt idx="2415">6.7999999999999998</cx:pt>
          <cx:pt idx="2416">5.2999999999999998</cx:pt>
          <cx:pt idx="2417">6.2000000000000002</cx:pt>
          <cx:pt idx="2418">5.7999999999999998</cx:pt>
          <cx:pt idx="2419">4.2000000000000002</cx:pt>
          <cx:pt idx="2420">8.5</cx:pt>
          <cx:pt idx="2421">7.2999999999999998</cx:pt>
          <cx:pt idx="2422">6.7999999999999998</cx:pt>
          <cx:pt idx="2423">4.9000000000000004</cx:pt>
          <cx:pt idx="2424">7.5</cx:pt>
          <cx:pt idx="2425">7</cx:pt>
          <cx:pt idx="2426">8.4000000000000004</cx:pt>
          <cx:pt idx="2427">5.7999999999999998</cx:pt>
          <cx:pt idx="2428">6.7000000000000002</cx:pt>
          <cx:pt idx="2429">6.4000000000000004</cx:pt>
          <cx:pt idx="2430">5.7000000000000002</cx:pt>
          <cx:pt idx="2431">5.9000000000000004</cx:pt>
          <cx:pt idx="2432">6</cx:pt>
          <cx:pt idx="2433">7.7000000000000002</cx:pt>
          <cx:pt idx="2434">5.5999999999999996</cx:pt>
          <cx:pt idx="2435">4.5999999999999996</cx:pt>
          <cx:pt idx="2436">6.2000000000000002</cx:pt>
          <cx:pt idx="2437">5.7999999999999998</cx:pt>
          <cx:pt idx="2438">6.2000000000000002</cx:pt>
          <cx:pt idx="2439">5.2000000000000002</cx:pt>
          <cx:pt idx="2440">7.2000000000000002</cx:pt>
          <cx:pt idx="2441">4.5999999999999996</cx:pt>
          <cx:pt idx="2442">7.5</cx:pt>
          <cx:pt idx="2443">7.5999999999999996</cx:pt>
          <cx:pt idx="2444">4.7999999999999998</cx:pt>
          <cx:pt idx="2445">3.6000000000000001</cx:pt>
          <cx:pt idx="2446">7</cx:pt>
          <cx:pt idx="2447">6.2000000000000002</cx:pt>
          <cx:pt idx="2448">7.9000000000000004</cx:pt>
          <cx:pt idx="2449">7</cx:pt>
          <cx:pt idx="2450">6.5</cx:pt>
          <cx:pt idx="2451">6.5999999999999996</cx:pt>
          <cx:pt idx="2452">6.7000000000000002</cx:pt>
          <cx:pt idx="2453">7.5</cx:pt>
          <cx:pt idx="2454">7</cx:pt>
          <cx:pt idx="2455">5.4000000000000004</cx:pt>
          <cx:pt idx="2456">5.7000000000000002</cx:pt>
          <cx:pt idx="2457">5.7000000000000002</cx:pt>
          <cx:pt idx="2458">6.5999999999999996</cx:pt>
          <cx:pt idx="2459">5.9000000000000004</cx:pt>
          <cx:pt idx="2460">7.7999999999999998</cx:pt>
          <cx:pt idx="2461">7.5</cx:pt>
          <cx:pt idx="2462">7</cx:pt>
          <cx:pt idx="2463">7.4000000000000004</cx:pt>
          <cx:pt idx="2464">6.5999999999999996</cx:pt>
          <cx:pt idx="2465">6.2000000000000002</cx:pt>
          <cx:pt idx="2466">6</cx:pt>
          <cx:pt idx="2467">4.5</cx:pt>
          <cx:pt idx="2468">7</cx:pt>
          <cx:pt idx="2469">2.2999999999999998</cx:pt>
          <cx:pt idx="2470">8.5999999999999996</cx:pt>
          <cx:pt idx="2471">6.2000000000000002</cx:pt>
          <cx:pt idx="2472">6.2000000000000002</cx:pt>
          <cx:pt idx="2473">5.9000000000000004</cx:pt>
          <cx:pt idx="2474">7.5</cx:pt>
          <cx:pt idx="2475">5.4000000000000004</cx:pt>
          <cx:pt idx="2476">6.4000000000000004</cx:pt>
          <cx:pt idx="2477">6.0999999999999996</cx:pt>
          <cx:pt idx="2478">7.7000000000000002</cx:pt>
          <cx:pt idx="2479">3.2000000000000002</cx:pt>
          <cx:pt idx="2480">6.7000000000000002</cx:pt>
          <cx:pt idx="2481">5.5999999999999996</cx:pt>
          <cx:pt idx="2482">7.0999999999999996</cx:pt>
          <cx:pt idx="2483">7.2999999999999998</cx:pt>
          <cx:pt idx="2484">6.5</cx:pt>
          <cx:pt idx="2485">5.7000000000000002</cx:pt>
          <cx:pt idx="2486">5.2999999999999998</cx:pt>
          <cx:pt idx="2487">6.5999999999999996</cx:pt>
          <cx:pt idx="2488">5.7000000000000002</cx:pt>
          <cx:pt idx="2489">4.4000000000000004</cx:pt>
          <cx:pt idx="2490">7.2999999999999998</cx:pt>
          <cx:pt idx="2491">5.5</cx:pt>
          <cx:pt idx="2492">4.4000000000000004</cx:pt>
          <cx:pt idx="2493">5</cx:pt>
          <cx:pt idx="2494">7.7000000000000002</cx:pt>
          <cx:pt idx="2495">5.4000000000000004</cx:pt>
          <cx:pt idx="2496">7.5999999999999996</cx:pt>
          <cx:pt idx="2497">6.7000000000000002</cx:pt>
          <cx:pt idx="2498">6.5999999999999996</cx:pt>
          <cx:pt idx="2499">5.4000000000000004</cx:pt>
          <cx:pt idx="2500">7.9000000000000004</cx:pt>
          <cx:pt idx="2501">6.2999999999999998</cx:pt>
          <cx:pt idx="2502">6.7999999999999998</cx:pt>
          <cx:pt idx="2503">4</cx:pt>
          <cx:pt idx="2504">6.5</cx:pt>
          <cx:pt idx="2505">7.2999999999999998</cx:pt>
          <cx:pt idx="2506">6.5999999999999996</cx:pt>
          <cx:pt idx="2507">6.9000000000000004</cx:pt>
          <cx:pt idx="2508">6.2000000000000002</cx:pt>
          <cx:pt idx="2509">6.9000000000000004</cx:pt>
          <cx:pt idx="2510">6</cx:pt>
          <cx:pt idx="2511">8.5</cx:pt>
          <cx:pt idx="2512">7.5</cx:pt>
          <cx:pt idx="2513">6.5</cx:pt>
          <cx:pt idx="2514">6.5</cx:pt>
          <cx:pt idx="2515">7</cx:pt>
          <cx:pt idx="2516">5.5999999999999996</cx:pt>
          <cx:pt idx="2517">6.9000000000000004</cx:pt>
          <cx:pt idx="2518">5.0999999999999996</cx:pt>
          <cx:pt idx="2519">5.7999999999999998</cx:pt>
          <cx:pt idx="2520">7.9000000000000004</cx:pt>
          <cx:pt idx="2521">6.2999999999999998</cx:pt>
          <cx:pt idx="2522">7.5999999999999996</cx:pt>
          <cx:pt idx="2523">6.5999999999999996</cx:pt>
          <cx:pt idx="2524">5.5</cx:pt>
          <cx:pt idx="2525">7.0999999999999996</cx:pt>
          <cx:pt idx="2526">6.7999999999999998</cx:pt>
          <cx:pt idx="2527">6</cx:pt>
          <cx:pt idx="2528">6.4000000000000004</cx:pt>
          <cx:pt idx="2529">5.7999999999999998</cx:pt>
          <cx:pt idx="2530">4.2999999999999998</cx:pt>
          <cx:pt idx="2531">7.5999999999999996</cx:pt>
          <cx:pt idx="2532">4.9000000000000004</cx:pt>
          <cx:pt idx="2533">6.2000000000000002</cx:pt>
          <cx:pt idx="2534">5.5</cx:pt>
          <cx:pt idx="2535">6.4000000000000004</cx:pt>
          <cx:pt idx="2536">6.2000000000000002</cx:pt>
          <cx:pt idx="2537">4.5</cx:pt>
          <cx:pt idx="2538">7.5999999999999996</cx:pt>
          <cx:pt idx="2539">6.9000000000000004</cx:pt>
          <cx:pt idx="2540">7.0999999999999996</cx:pt>
          <cx:pt idx="2541">7.2000000000000002</cx:pt>
          <cx:pt idx="2542">6.4000000000000004</cx:pt>
          <cx:pt idx="2543">6.4000000000000004</cx:pt>
          <cx:pt idx="2544">6.5</cx:pt>
          <cx:pt idx="2545">5.5999999999999996</cx:pt>
          <cx:pt idx="2546">7.2000000000000002</cx:pt>
          <cx:pt idx="2547">6.5999999999999996</cx:pt>
          <cx:pt idx="2548">7.2000000000000002</cx:pt>
          <cx:pt idx="2549">5.9000000000000004</cx:pt>
          <cx:pt idx="2550">7.0999999999999996</cx:pt>
          <cx:pt idx="2551">6.5999999999999996</cx:pt>
          <cx:pt idx="2552">7.2000000000000002</cx:pt>
          <cx:pt idx="2553">6.2000000000000002</cx:pt>
          <cx:pt idx="2554">6.5</cx:pt>
          <cx:pt idx="2555">7.2999999999999998</cx:pt>
          <cx:pt idx="2556">8</cx:pt>
          <cx:pt idx="2557">6.0999999999999996</cx:pt>
          <cx:pt idx="2558">7.7000000000000002</cx:pt>
          <cx:pt idx="2559">5.7999999999999998</cx:pt>
          <cx:pt idx="2560">5.9000000000000004</cx:pt>
          <cx:pt idx="2561">7.4000000000000004</cx:pt>
          <cx:pt idx="2562">7.0999999999999996</cx:pt>
          <cx:pt idx="2563">6.7999999999999998</cx:pt>
          <cx:pt idx="2564">6.4000000000000004</cx:pt>
          <cx:pt idx="2565">7.0999999999999996</cx:pt>
          <cx:pt idx="2566">6.5</cx:pt>
          <cx:pt idx="2567">5.4000000000000004</cx:pt>
          <cx:pt idx="2568">6</cx:pt>
          <cx:pt idx="2569">6.2000000000000002</cx:pt>
          <cx:pt idx="2570">6.2000000000000002</cx:pt>
          <cx:pt idx="2571">6.2000000000000002</cx:pt>
          <cx:pt idx="2572">4.2000000000000002</cx:pt>
          <cx:pt idx="2573">5.4000000000000004</cx:pt>
          <cx:pt idx="2574">6</cx:pt>
          <cx:pt idx="2575">6.5999999999999996</cx:pt>
          <cx:pt idx="2576">7.2000000000000002</cx:pt>
          <cx:pt idx="2577">7.2999999999999998</cx:pt>
          <cx:pt idx="2578">5.7999999999999998</cx:pt>
          <cx:pt idx="2579">5.5</cx:pt>
          <cx:pt idx="2580">6.5</cx:pt>
          <cx:pt idx="2581">3.8999999999999999</cx:pt>
          <cx:pt idx="2582">4.7000000000000002</cx:pt>
          <cx:pt idx="2583">6</cx:pt>
          <cx:pt idx="2584">6.7000000000000002</cx:pt>
          <cx:pt idx="2585">7.2999999999999998</cx:pt>
          <cx:pt idx="2586">7.2999999999999998</cx:pt>
          <cx:pt idx="2587">6.7000000000000002</cx:pt>
          <cx:pt idx="2588">8.1999999999999993</cx:pt>
          <cx:pt idx="2589">6.0999999999999996</cx:pt>
          <cx:pt idx="2590">8.0999999999999996</cx:pt>
          <cx:pt idx="2591">6.2999999999999998</cx:pt>
          <cx:pt idx="2592">2.2999999999999998</cx:pt>
          <cx:pt idx="2593">5.2999999999999998</cx:pt>
          <cx:pt idx="2594">2.2000000000000002</cx:pt>
          <cx:pt idx="2595">6.5</cx:pt>
          <cx:pt idx="2596">6.9000000000000004</cx:pt>
          <cx:pt idx="2597">6.7000000000000002</cx:pt>
          <cx:pt idx="2598">5.9000000000000004</cx:pt>
          <cx:pt idx="2599">6.5</cx:pt>
          <cx:pt idx="2600">7.2999999999999998</cx:pt>
          <cx:pt idx="2601">6</cx:pt>
          <cx:pt idx="2602">6.2999999999999998</cx:pt>
          <cx:pt idx="2603">7.2000000000000002</cx:pt>
          <cx:pt idx="2604">7.0999999999999996</cx:pt>
          <cx:pt idx="2605">4.5999999999999996</cx:pt>
          <cx:pt idx="2606">7</cx:pt>
          <cx:pt idx="2607">6.2000000000000002</cx:pt>
          <cx:pt idx="2608">6.2000000000000002</cx:pt>
          <cx:pt idx="2609">6.0999999999999996</cx:pt>
          <cx:pt idx="2610">3.8999999999999999</cx:pt>
          <cx:pt idx="2611">7.5</cx:pt>
          <cx:pt idx="2612">7.7000000000000002</cx:pt>
          <cx:pt idx="2613">5.4000000000000004</cx:pt>
          <cx:pt idx="2614">6.9000000000000004</cx:pt>
          <cx:pt idx="2615">7.2999999999999998</cx:pt>
          <cx:pt idx="2616">6.5</cx:pt>
          <cx:pt idx="2617">5.0999999999999996</cx:pt>
          <cx:pt idx="2618">5</cx:pt>
          <cx:pt idx="2619">5.7999999999999998</cx:pt>
          <cx:pt idx="2620">7.0999999999999996</cx:pt>
          <cx:pt idx="2621">6.7000000000000002</cx:pt>
          <cx:pt idx="2622">6.7000000000000002</cx:pt>
          <cx:pt idx="2623">5.2000000000000002</cx:pt>
          <cx:pt idx="2624">5.7000000000000002</cx:pt>
          <cx:pt idx="2625">3.6000000000000001</cx:pt>
          <cx:pt idx="2626">6.0999999999999996</cx:pt>
          <cx:pt idx="2627">6.2999999999999998</cx:pt>
          <cx:pt idx="2628">8.1999999999999993</cx:pt>
          <cx:pt idx="2629">4.5999999999999996</cx:pt>
          <cx:pt idx="2630">6.2999999999999998</cx:pt>
          <cx:pt idx="2631">7.5999999999999996</cx:pt>
          <cx:pt idx="2632">7.5</cx:pt>
          <cx:pt idx="2633">6.7999999999999998</cx:pt>
          <cx:pt idx="2634">5.7000000000000002</cx:pt>
          <cx:pt idx="2635">6.2000000000000002</cx:pt>
          <cx:pt idx="2637">3.5</cx:pt>
          <cx:pt idx="2638">6.5</cx:pt>
          <cx:pt idx="2639">7.2000000000000002</cx:pt>
          <cx:pt idx="2640">6.0999999999999996</cx:pt>
          <cx:pt idx="2641">6.5999999999999996</cx:pt>
          <cx:pt idx="2642">6.7999999999999998</cx:pt>
          <cx:pt idx="2643">7.5999999999999996</cx:pt>
          <cx:pt idx="2644">5.0999999999999996</cx:pt>
          <cx:pt idx="2645">7.4000000000000004</cx:pt>
          <cx:pt idx="2646">3.7000000000000002</cx:pt>
          <cx:pt idx="2647">7.2000000000000002</cx:pt>
          <cx:pt idx="2648">9</cx:pt>
          <cx:pt idx="2650">4.7999999999999998</cx:pt>
          <cx:pt idx="2651">7.5</cx:pt>
          <cx:pt idx="2652">7.2999999999999998</cx:pt>
          <cx:pt idx="2653">5.7000000000000002</cx:pt>
          <cx:pt idx="2654">6.9000000000000004</cx:pt>
          <cx:pt idx="2655">5.0999999999999996</cx:pt>
          <cx:pt idx="2656">6.9000000000000004</cx:pt>
          <cx:pt idx="2657">6.5</cx:pt>
          <cx:pt idx="2658">4.5</cx:pt>
          <cx:pt idx="2659">5.9000000000000004</cx:pt>
          <cx:pt idx="2660">5.7000000000000002</cx:pt>
          <cx:pt idx="2661">4.9000000000000004</cx:pt>
          <cx:pt idx="2662">5.7999999999999998</cx:pt>
          <cx:pt idx="2663">5.4000000000000004</cx:pt>
          <cx:pt idx="2664">7.7000000000000002</cx:pt>
          <cx:pt idx="2665">7.2000000000000002</cx:pt>
          <cx:pt idx="2666">6.7000000000000002</cx:pt>
          <cx:pt idx="2667">5.9000000000000004</cx:pt>
          <cx:pt idx="2668">7.9000000000000004</cx:pt>
          <cx:pt idx="2669">7.5999999999999996</cx:pt>
          <cx:pt idx="2670">7.0999999999999996</cx:pt>
          <cx:pt idx="2671">7</cx:pt>
          <cx:pt idx="2672">4.7000000000000002</cx:pt>
          <cx:pt idx="2673">3.8999999999999999</cx:pt>
          <cx:pt idx="2674">5</cx:pt>
          <cx:pt idx="2675">6.9000000000000004</cx:pt>
          <cx:pt idx="2676">3.8999999999999999</cx:pt>
          <cx:pt idx="2677">6</cx:pt>
          <cx:pt idx="2678">8.5999999999999996</cx:pt>
          <cx:pt idx="2679">6.2000000000000002</cx:pt>
          <cx:pt idx="2680">6.0999999999999996</cx:pt>
          <cx:pt idx="2681">6.2999999999999998</cx:pt>
          <cx:pt idx="2682">7.7000000000000002</cx:pt>
          <cx:pt idx="2683">6.0999999999999996</cx:pt>
          <cx:pt idx="2684">4.7000000000000002</cx:pt>
          <cx:pt idx="2685">5.5</cx:pt>
          <cx:pt idx="2686">5.2000000000000002</cx:pt>
          <cx:pt idx="2687">6.0999999999999996</cx:pt>
          <cx:pt idx="2688">4.7999999999999998</cx:pt>
          <cx:pt idx="2689">6.0999999999999996</cx:pt>
          <cx:pt idx="2690">4.7999999999999998</cx:pt>
          <cx:pt idx="2691">6.2000000000000002</cx:pt>
          <cx:pt idx="2692">6.5</cx:pt>
          <cx:pt idx="2693">6.5999999999999996</cx:pt>
          <cx:pt idx="2694">6.7000000000000002</cx:pt>
          <cx:pt idx="2695">5</cx:pt>
          <cx:pt idx="2697">7.2000000000000002</cx:pt>
          <cx:pt idx="2698">7.9000000000000004</cx:pt>
          <cx:pt idx="2699">7.5</cx:pt>
          <cx:pt idx="2700">6.9000000000000004</cx:pt>
          <cx:pt idx="2701">7.7999999999999998</cx:pt>
          <cx:pt idx="2702">7.9000000000000004</cx:pt>
          <cx:pt idx="2703">6.9000000000000004</cx:pt>
          <cx:pt idx="2704">6.4000000000000004</cx:pt>
          <cx:pt idx="2705">7.9000000000000004</cx:pt>
          <cx:pt idx="2706">6.0999999999999996</cx:pt>
          <cx:pt idx="2707">6.5999999999999996</cx:pt>
          <cx:pt idx="2708">5.7999999999999998</cx:pt>
          <cx:pt idx="2709">7.4000000000000004</cx:pt>
          <cx:pt idx="2710">6.7000000000000002</cx:pt>
          <cx:pt idx="2711">6.5999999999999996</cx:pt>
          <cx:pt idx="2712">5.4000000000000004</cx:pt>
          <cx:pt idx="2713">6.5999999999999996</cx:pt>
          <cx:pt idx="2714">5.9000000000000004</cx:pt>
          <cx:pt idx="2715">7.4000000000000004</cx:pt>
          <cx:pt idx="2716">6.4000000000000004</cx:pt>
          <cx:pt idx="2717">6.7999999999999998</cx:pt>
          <cx:pt idx="2718">3.8999999999999999</cx:pt>
          <cx:pt idx="2719">4.7000000000000002</cx:pt>
          <cx:pt idx="2720">6.2000000000000002</cx:pt>
          <cx:pt idx="2721">7.4000000000000004</cx:pt>
          <cx:pt idx="2722">5.5999999999999996</cx:pt>
          <cx:pt idx="2723">8</cx:pt>
          <cx:pt idx="2724">6.7000000000000002</cx:pt>
          <cx:pt idx="2725">5.5</cx:pt>
          <cx:pt idx="2726">5.5999999999999996</cx:pt>
          <cx:pt idx="2727">7.0999999999999996</cx:pt>
          <cx:pt idx="2728">6.4000000000000004</cx:pt>
          <cx:pt idx="2729">6.0999999999999996</cx:pt>
          <cx:pt idx="2730">6.7000000000000002</cx:pt>
          <cx:pt idx="2731">4.5999999999999996</cx:pt>
          <cx:pt idx="2732">6.4000000000000004</cx:pt>
          <cx:pt idx="2733">6.2000000000000002</cx:pt>
          <cx:pt idx="2734">6.5999999999999996</cx:pt>
          <cx:pt idx="2735">6.5999999999999996</cx:pt>
          <cx:pt idx="2736">7.2999999999999998</cx:pt>
          <cx:pt idx="2737">5.5999999999999996</cx:pt>
          <cx:pt idx="2738">6.7999999999999998</cx:pt>
          <cx:pt idx="2739">7.2999999999999998</cx:pt>
          <cx:pt idx="2740">4.9000000000000004</cx:pt>
          <cx:pt idx="2741">5.4000000000000004</cx:pt>
          <cx:pt idx="2742">5.2000000000000002</cx:pt>
          <cx:pt idx="2743">6.9000000000000004</cx:pt>
          <cx:pt idx="2744">2.2999999999999998</cx:pt>
          <cx:pt idx="2745">6.7000000000000002</cx:pt>
          <cx:pt idx="2746">7.7999999999999998</cx:pt>
          <cx:pt idx="2747">4.2999999999999998</cx:pt>
          <cx:pt idx="2748">6.7999999999999998</cx:pt>
          <cx:pt idx="2749">6.5999999999999996</cx:pt>
          <cx:pt idx="2750">6.7999999999999998</cx:pt>
          <cx:pt idx="2751">7.2000000000000002</cx:pt>
          <cx:pt idx="2752">6.0999999999999996</cx:pt>
          <cx:pt idx="2753">4.5</cx:pt>
          <cx:pt idx="2754">6</cx:pt>
          <cx:pt idx="2755">6.9000000000000004</cx:pt>
          <cx:pt idx="2756">8.4000000000000004</cx:pt>
          <cx:pt idx="2757">8.1999999999999993</cx:pt>
          <cx:pt idx="2758">6.7999999999999998</cx:pt>
          <cx:pt idx="2759">6.5</cx:pt>
          <cx:pt idx="2760">4.9000000000000004</cx:pt>
          <cx:pt idx="2761">5.7999999999999998</cx:pt>
          <cx:pt idx="2762">7.5</cx:pt>
          <cx:pt idx="2763">6.5</cx:pt>
          <cx:pt idx="2764">8.5</cx:pt>
          <cx:pt idx="2765">7</cx:pt>
          <cx:pt idx="2766">6.7999999999999998</cx:pt>
          <cx:pt idx="2767">6.5</cx:pt>
          <cx:pt idx="2768">5.7000000000000002</cx:pt>
          <cx:pt idx="2769">5.5999999999999996</cx:pt>
          <cx:pt idx="2770">5.7000000000000002</cx:pt>
          <cx:pt idx="2771">5.4000000000000004</cx:pt>
          <cx:pt idx="2772">6.5999999999999996</cx:pt>
          <cx:pt idx="2773">7.2999999999999998</cx:pt>
          <cx:pt idx="2774">5.4000000000000004</cx:pt>
          <cx:pt idx="2775">7.5999999999999996</cx:pt>
          <cx:pt idx="2776">6.5</cx:pt>
          <cx:pt idx="2777">7.7999999999999998</cx:pt>
          <cx:pt idx="2778">7.0999999999999996</cx:pt>
          <cx:pt idx="2779">6.2000000000000002</cx:pt>
          <cx:pt idx="2780">5.5</cx:pt>
          <cx:pt idx="2781">7</cx:pt>
          <cx:pt idx="2782">6.4000000000000004</cx:pt>
          <cx:pt idx="2783">6.2999999999999998</cx:pt>
          <cx:pt idx="2784">6.7000000000000002</cx:pt>
          <cx:pt idx="2785">4.4000000000000004</cx:pt>
          <cx:pt idx="2786">4.4000000000000004</cx:pt>
          <cx:pt idx="2787">4.2999999999999998</cx:pt>
          <cx:pt idx="2788">6.5999999999999996</cx:pt>
          <cx:pt idx="2789">6.5999999999999996</cx:pt>
          <cx:pt idx="2790">5.7000000000000002</cx:pt>
          <cx:pt idx="2791">4.7000000000000002</cx:pt>
          <cx:pt idx="2792">5.9000000000000004</cx:pt>
          <cx:pt idx="2793">4.7000000000000002</cx:pt>
          <cx:pt idx="2794">6.2000000000000002</cx:pt>
          <cx:pt idx="2795">4.7000000000000002</cx:pt>
          <cx:pt idx="2796">5.5999999999999996</cx:pt>
          <cx:pt idx="2797">6.7999999999999998</cx:pt>
          <cx:pt idx="2798">4.9000000000000004</cx:pt>
          <cx:pt idx="2799">7.7999999999999998</cx:pt>
          <cx:pt idx="2800">7.2000000000000002</cx:pt>
          <cx:pt idx="2801">6.5999999999999996</cx:pt>
          <cx:pt idx="2802">5.2000000000000002</cx:pt>
          <cx:pt idx="2803">7</cx:pt>
          <cx:pt idx="2804">6.7000000000000002</cx:pt>
          <cx:pt idx="2805">5.7000000000000002</cx:pt>
          <cx:pt idx="2806">7.4000000000000004</cx:pt>
          <cx:pt idx="2807">5.7999999999999998</cx:pt>
          <cx:pt idx="2808">6.2000000000000002</cx:pt>
          <cx:pt idx="2809">5.7000000000000002</cx:pt>
          <cx:pt idx="2810">6</cx:pt>
          <cx:pt idx="2811">5.9000000000000004</cx:pt>
          <cx:pt idx="2812">7.5</cx:pt>
          <cx:pt idx="2813">5.7999999999999998</cx:pt>
          <cx:pt idx="2814">6.2999999999999998</cx:pt>
          <cx:pt idx="2815">6.9000000000000004</cx:pt>
          <cx:pt idx="2816">5.5999999999999996</cx:pt>
          <cx:pt idx="2817">6</cx:pt>
          <cx:pt idx="2818">3.3999999999999999</cx:pt>
          <cx:pt idx="2819">7.2999999999999998</cx:pt>
          <cx:pt idx="2820">4.0999999999999996</cx:pt>
          <cx:pt idx="2821">6.0999999999999996</cx:pt>
          <cx:pt idx="2822">7.2000000000000002</cx:pt>
          <cx:pt idx="2823">5.5</cx:pt>
          <cx:pt idx="2824">7.7000000000000002</cx:pt>
          <cx:pt idx="2825">6.5999999999999996</cx:pt>
          <cx:pt idx="2826">6.2000000000000002</cx:pt>
          <cx:pt idx="2827">7.2999999999999998</cx:pt>
          <cx:pt idx="2828">5.4000000000000004</cx:pt>
          <cx:pt idx="2829">3.6000000000000001</cx:pt>
          <cx:pt idx="2830">6.2999999999999998</cx:pt>
          <cx:pt idx="2831">6.0999999999999996</cx:pt>
          <cx:pt idx="2832">5.2000000000000002</cx:pt>
          <cx:pt idx="2833">7.0999999999999996</cx:pt>
          <cx:pt idx="2834">6.7000000000000002</cx:pt>
          <cx:pt idx="2835">6.2000000000000002</cx:pt>
          <cx:pt idx="2836">7.4000000000000004</cx:pt>
          <cx:pt idx="2837">3.7000000000000002</cx:pt>
          <cx:pt idx="2838">5.5999999999999996</cx:pt>
          <cx:pt idx="2839">5.7000000000000002</cx:pt>
          <cx:pt idx="2840">5.5999999999999996</cx:pt>
          <cx:pt idx="2841">6.5</cx:pt>
          <cx:pt idx="2842">6.0999999999999996</cx:pt>
          <cx:pt idx="2843">7.7000000000000002</cx:pt>
          <cx:pt idx="2844">3.6000000000000001</cx:pt>
          <cx:pt idx="2845">7.2999999999999998</cx:pt>
          <cx:pt idx="2846">6.2000000000000002</cx:pt>
          <cx:pt idx="2847">6.7999999999999998</cx:pt>
          <cx:pt idx="2848">7.5</cx:pt>
          <cx:pt idx="2849">5.9000000000000004</cx:pt>
          <cx:pt idx="2850">5.7999999999999998</cx:pt>
          <cx:pt idx="2851">6.4000000000000004</cx:pt>
          <cx:pt idx="2852">5.5999999999999996</cx:pt>
          <cx:pt idx="2853">6.0999999999999996</cx:pt>
          <cx:pt idx="2854">6.7999999999999998</cx:pt>
          <cx:pt idx="2855">3.3999999999999999</cx:pt>
          <cx:pt idx="2856">3.7999999999999998</cx:pt>
          <cx:pt idx="2857">6.7999999999999998</cx:pt>
          <cx:pt idx="2858">6.5</cx:pt>
          <cx:pt idx="2859">4</cx:pt>
          <cx:pt idx="2860">6.0999999999999996</cx:pt>
          <cx:pt idx="2861">6.5999999999999996</cx:pt>
          <cx:pt idx="2862">7.7999999999999998</cx:pt>
          <cx:pt idx="2863">5.7000000000000002</cx:pt>
          <cx:pt idx="2864">7.4000000000000004</cx:pt>
          <cx:pt idx="2865">8.5999999999999996</cx:pt>
          <cx:pt idx="2866">5.0999999999999996</cx:pt>
          <cx:pt idx="2867">4.7999999999999998</cx:pt>
          <cx:pt idx="2868">4</cx:pt>
          <cx:pt idx="2869">6.2000000000000002</cx:pt>
          <cx:pt idx="2870">5.5</cx:pt>
          <cx:pt idx="2871">7.2999999999999998</cx:pt>
          <cx:pt idx="2872">4.9000000000000004</cx:pt>
          <cx:pt idx="2873">6.5999999999999996</cx:pt>
          <cx:pt idx="2874">5.9000000000000004</cx:pt>
          <cx:pt idx="2875">6.7000000000000002</cx:pt>
          <cx:pt idx="2876">6.5999999999999996</cx:pt>
          <cx:pt idx="2877">6</cx:pt>
          <cx:pt idx="2878">6.2999999999999998</cx:pt>
          <cx:pt idx="2879">6.2000000000000002</cx:pt>
          <cx:pt idx="2880">6.2999999999999998</cx:pt>
          <cx:pt idx="2881">4.5999999999999996</cx:pt>
          <cx:pt idx="2882">6.4000000000000004</cx:pt>
          <cx:pt idx="2883">6.7999999999999998</cx:pt>
          <cx:pt idx="2884">5</cx:pt>
          <cx:pt idx="2885">4.4000000000000004</cx:pt>
          <cx:pt idx="2886">4.7999999999999998</cx:pt>
          <cx:pt idx="2887">6.2999999999999998</cx:pt>
          <cx:pt idx="2888">7.5999999999999996</cx:pt>
          <cx:pt idx="2889">5.2000000000000002</cx:pt>
          <cx:pt idx="2890">7.5999999999999996</cx:pt>
          <cx:pt idx="2891">6.2999999999999998</cx:pt>
          <cx:pt idx="2892">7.2000000000000002</cx:pt>
          <cx:pt idx="2893">7.4000000000000004</cx:pt>
          <cx:pt idx="2894">5.0999999999999996</cx:pt>
          <cx:pt idx="2895">7.7999999999999998</cx:pt>
          <cx:pt idx="2896">5.0999999999999996</cx:pt>
          <cx:pt idx="2897">5.7000000000000002</cx:pt>
          <cx:pt idx="2898">5.9000000000000004</cx:pt>
          <cx:pt idx="2899">5.5</cx:pt>
          <cx:pt idx="2900">7</cx:pt>
          <cx:pt idx="2901">7.2000000000000002</cx:pt>
          <cx:pt idx="2902">4.2000000000000002</cx:pt>
          <cx:pt idx="2903">6.5999999999999996</cx:pt>
          <cx:pt idx="2904">5.0999999999999996</cx:pt>
          <cx:pt idx="2905">6.2000000000000002</cx:pt>
          <cx:pt idx="2906">6.5</cx:pt>
          <cx:pt idx="2907">5.2999999999999998</cx:pt>
          <cx:pt idx="2908">6.5</cx:pt>
          <cx:pt idx="2909">4.2000000000000002</cx:pt>
          <cx:pt idx="2911">5.2999999999999998</cx:pt>
          <cx:pt idx="2912">6.2999999999999998</cx:pt>
          <cx:pt idx="2913">6.2999999999999998</cx:pt>
          <cx:pt idx="2914">6.9000000000000004</cx:pt>
          <cx:pt idx="2915">5.0999999999999996</cx:pt>
          <cx:pt idx="2916">6.4000000000000004</cx:pt>
          <cx:pt idx="2917">7.9000000000000004</cx:pt>
          <cx:pt idx="2918">6.7999999999999998</cx:pt>
          <cx:pt idx="2919">6.0999999999999996</cx:pt>
          <cx:pt idx="2920">6.7999999999999998</cx:pt>
          <cx:pt idx="2921">4.5999999999999996</cx:pt>
          <cx:pt idx="2922">5.9000000000000004</cx:pt>
          <cx:pt idx="2923">4.5999999999999996</cx:pt>
          <cx:pt idx="2924">5.9000000000000004</cx:pt>
          <cx:pt idx="2925">5.7999999999999998</cx:pt>
          <cx:pt idx="2926">6.4000000000000004</cx:pt>
          <cx:pt idx="2927">7.5</cx:pt>
          <cx:pt idx="2928">5.5</cx:pt>
          <cx:pt idx="2929">6.7000000000000002</cx:pt>
          <cx:pt idx="2930">6.4000000000000004</cx:pt>
          <cx:pt idx="2931">4.9000000000000004</cx:pt>
          <cx:pt idx="2932">6.9000000000000004</cx:pt>
          <cx:pt idx="2933">4.2999999999999998</cx:pt>
          <cx:pt idx="2934">7</cx:pt>
          <cx:pt idx="2935">7.0999999999999996</cx:pt>
          <cx:pt idx="2936">6.9000000000000004</cx:pt>
          <cx:pt idx="2937">7</cx:pt>
          <cx:pt idx="2938">5.4000000000000004</cx:pt>
          <cx:pt idx="2939">5.7999999999999998</cx:pt>
          <cx:pt idx="2940">7</cx:pt>
          <cx:pt idx="2941">6.4000000000000004</cx:pt>
          <cx:pt idx="2942">6.2999999999999998</cx:pt>
          <cx:pt idx="2943">5.5999999999999996</cx:pt>
          <cx:pt idx="2944">4</cx:pt>
          <cx:pt idx="2945">4.4000000000000004</cx:pt>
          <cx:pt idx="2946">5.9000000000000004</cx:pt>
          <cx:pt idx="2947">7.2000000000000002</cx:pt>
          <cx:pt idx="2948">5.0999999999999996</cx:pt>
          <cx:pt idx="2949">7.2999999999999998</cx:pt>
          <cx:pt idx="2950">6.2999999999999998</cx:pt>
          <cx:pt idx="2951">5.4000000000000004</cx:pt>
          <cx:pt idx="2952">7.4000000000000004</cx:pt>
          <cx:pt idx="2953">5.7000000000000002</cx:pt>
          <cx:pt idx="2954">5.4000000000000004</cx:pt>
          <cx:pt idx="2955">5.2999999999999998</cx:pt>
          <cx:pt idx="2956">4.5</cx:pt>
          <cx:pt idx="2957">6.2000000000000002</cx:pt>
          <cx:pt idx="2958">7.4000000000000004</cx:pt>
          <cx:pt idx="2959">6.7000000000000002</cx:pt>
          <cx:pt idx="2960">4.7999999999999998</cx:pt>
          <cx:pt idx="2961">6.9000000000000004</cx:pt>
          <cx:pt idx="2962">7</cx:pt>
          <cx:pt idx="2963">7.7999999999999998</cx:pt>
          <cx:pt idx="2964">7.7999999999999998</cx:pt>
          <cx:pt idx="2965">7.2999999999999998</cx:pt>
          <cx:pt idx="2966">8.6999999999999993</cx:pt>
          <cx:pt idx="2967">8.3000000000000007</cx:pt>
          <cx:pt idx="2968">8.5</cx:pt>
          <cx:pt idx="2969">8.4000000000000004</cx:pt>
          <cx:pt idx="2970">8</cx:pt>
          <cx:pt idx="2971">8.1999999999999993</cx:pt>
          <cx:pt idx="2972">5.7000000000000002</cx:pt>
          <cx:pt idx="2973">7.4000000000000004</cx:pt>
          <cx:pt idx="2974">6.7000000000000002</cx:pt>
          <cx:pt idx="2975">8.5999999999999996</cx:pt>
          <cx:pt idx="2976">3.2999999999999998</cx:pt>
          <cx:pt idx="2977">8.5999999999999996</cx:pt>
          <cx:pt idx="2978">6.5</cx:pt>
          <cx:pt idx="2979">8</cx:pt>
          <cx:pt idx="2980">7.9000000000000004</cx:pt>
          <cx:pt idx="2981">9.0999999999999996</cx:pt>
          <cx:pt idx="2982">7.2999999999999998</cx:pt>
          <cx:pt idx="2983">6.9000000000000004</cx:pt>
          <cx:pt idx="2984">8.4000000000000004</cx:pt>
          <cx:pt idx="2985">6.7999999999999998</cx:pt>
          <cx:pt idx="2986">7.5</cx:pt>
          <cx:pt idx="2987">7.4000000000000004</cx:pt>
          <cx:pt idx="2988">7.5</cx:pt>
          <cx:pt idx="2989">7.4000000000000004</cx:pt>
          <cx:pt idx="2990">6.0999999999999996</cx:pt>
          <cx:pt idx="2991">7.2999999999999998</cx:pt>
          <cx:pt idx="2992">6.7000000000000002</cx:pt>
          <cx:pt idx="2993">7.2999999999999998</cx:pt>
          <cx:pt idx="2994">7.0999999999999996</cx:pt>
          <cx:pt idx="2995">6.5999999999999996</cx:pt>
          <cx:pt idx="2996">7.7000000000000002</cx:pt>
          <cx:pt idx="2997">6.7999999999999998</cx:pt>
          <cx:pt idx="2998">7.0999999999999996</cx:pt>
          <cx:pt idx="2999">7.2999999999999998</cx:pt>
          <cx:pt idx="3000">8.0999999999999996</cx:pt>
          <cx:pt idx="3001">7.7999999999999998</cx:pt>
          <cx:pt idx="3002">6.2000000000000002</cx:pt>
          <cx:pt idx="3003">6.7000000000000002</cx:pt>
          <cx:pt idx="3004">7.5</cx:pt>
          <cx:pt idx="3005">6.5999999999999996</cx:pt>
          <cx:pt idx="3006">6.0999999999999996</cx:pt>
          <cx:pt idx="3007">7.9000000000000004</cx:pt>
          <cx:pt idx="3008">7.7000000000000002</cx:pt>
          <cx:pt idx="3009">7.0999999999999996</cx:pt>
          <cx:pt idx="3010">7.5999999999999996</cx:pt>
          <cx:pt idx="3011">7.7999999999999998</cx:pt>
          <cx:pt idx="3012">7.2000000000000002</cx:pt>
          <cx:pt idx="3013">7.2999999999999998</cx:pt>
          <cx:pt idx="3014">6.5</cx:pt>
          <cx:pt idx="3015">7.0999999999999996</cx:pt>
          <cx:pt idx="3016">5.2999999999999998</cx:pt>
          <cx:pt idx="3017">7.2999999999999998</cx:pt>
          <cx:pt idx="3018">6.2000000000000002</cx:pt>
          <cx:pt idx="3019">7.5999999999999996</cx:pt>
          <cx:pt idx="3020">7.0999999999999996</cx:pt>
          <cx:pt idx="3021">7</cx:pt>
          <cx:pt idx="3022">8.3000000000000007</cx:pt>
          <cx:pt idx="3023">7.5999999999999996</cx:pt>
          <cx:pt idx="3024">6.5</cx:pt>
          <cx:pt idx="3025">7.4000000000000004</cx:pt>
          <cx:pt idx="3026">8.4000000000000004</cx:pt>
          <cx:pt idx="3027">6.7999999999999998</cx:pt>
          <cx:pt idx="3028">6.7999999999999998</cx:pt>
          <cx:pt idx="3029">6.0999999999999996</cx:pt>
          <cx:pt idx="3030">6.2999999999999998</cx:pt>
          <cx:pt idx="3031">6.5</cx:pt>
          <cx:pt idx="3032">8.4000000000000004</cx:pt>
          <cx:pt idx="3033">8.9000000000000004</cx:pt>
          <cx:pt idx="3034">4.9000000000000004</cx:pt>
          <cx:pt idx="3035">5.2000000000000002</cx:pt>
          <cx:pt idx="3036">7.2000000000000002</cx:pt>
          <cx:pt idx="3037">7.5999999999999996</cx:pt>
          <cx:pt idx="3038">7.7999999999999998</cx:pt>
          <cx:pt idx="3039">8</cx:pt>
          <cx:pt idx="3040">7.0999999999999996</cx:pt>
          <cx:pt idx="3041">6.5999999999999996</cx:pt>
          <cx:pt idx="3042">6.2000000000000002</cx:pt>
          <cx:pt idx="3043">7.0999999999999996</cx:pt>
          <cx:pt idx="3044">6.4000000000000004</cx:pt>
          <cx:pt idx="3045">6</cx:pt>
          <cx:pt idx="3046">5.5999999999999996</cx:pt>
          <cx:pt idx="3047">7.2999999999999998</cx:pt>
          <cx:pt idx="3048">7.2000000000000002</cx:pt>
          <cx:pt idx="3049">6.7000000000000002</cx:pt>
          <cx:pt idx="3050">7.4000000000000004</cx:pt>
          <cx:pt idx="3051">7.2999999999999998</cx:pt>
          <cx:pt idx="3052">6.2000000000000002</cx:pt>
          <cx:pt idx="3053">6.5999999999999996</cx:pt>
          <cx:pt idx="3054">7.5</cx:pt>
          <cx:pt idx="3055">6.7999999999999998</cx:pt>
          <cx:pt idx="3056">5.7999999999999998</cx:pt>
          <cx:pt idx="3057">7.2000000000000002</cx:pt>
          <cx:pt idx="3058">6.9000000000000004</cx:pt>
          <cx:pt idx="3059">7</cx:pt>
          <cx:pt idx="3060">5.5999999999999996</cx:pt>
          <cx:pt idx="3061">7.7999999999999998</cx:pt>
          <cx:pt idx="3062">6.7000000000000002</cx:pt>
          <cx:pt idx="3063">7.5</cx:pt>
          <cx:pt idx="3064">7.5</cx:pt>
          <cx:pt idx="3065">6.2999999999999998</cx:pt>
          <cx:pt idx="3066">8</cx:pt>
          <cx:pt idx="3067">5.4000000000000004</cx:pt>
          <cx:pt idx="3068">6.9000000000000004</cx:pt>
          <cx:pt idx="3069">5.2000000000000002</cx:pt>
          <cx:pt idx="3070">7.2000000000000002</cx:pt>
          <cx:pt idx="3071">6.7999999999999998</cx:pt>
          <cx:pt idx="3072">7.5</cx:pt>
          <cx:pt idx="3073">6.7000000000000002</cx:pt>
          <cx:pt idx="3074">7.2000000000000002</cx:pt>
          <cx:pt idx="3075">6.2999999999999998</cx:pt>
          <cx:pt idx="3076">7</cx:pt>
          <cx:pt idx="3077">8.5999999999999996</cx:pt>
          <cx:pt idx="3078">6.0999999999999996</cx:pt>
          <cx:pt idx="3079">2.8999999999999999</cx:pt>
          <cx:pt idx="3080">6.5</cx:pt>
          <cx:pt idx="3081">6.5999999999999996</cx:pt>
          <cx:pt idx="3082">5.5</cx:pt>
          <cx:pt idx="3083">7.7000000000000002</cx:pt>
          <cx:pt idx="3084">7.2000000000000002</cx:pt>
          <cx:pt idx="3085">6.2000000000000002</cx:pt>
          <cx:pt idx="3086">6</cx:pt>
          <cx:pt idx="3087">5.4000000000000004</cx:pt>
          <cx:pt idx="3088">6</cx:pt>
          <cx:pt idx="3089">7.5</cx:pt>
          <cx:pt idx="3090">7</cx:pt>
          <cx:pt idx="3091">8.8000000000000007</cx:pt>
          <cx:pt idx="3092">7.2000000000000002</cx:pt>
          <cx:pt idx="3093">6.4000000000000004</cx:pt>
          <cx:pt idx="3094">6.5</cx:pt>
          <cx:pt idx="3095">9.3000000000000007</cx:pt>
          <cx:pt idx="3096">6.4000000000000004</cx:pt>
          <cx:pt idx="3097">7.9000000000000004</cx:pt>
          <cx:pt idx="3098">6.7000000000000002</cx:pt>
          <cx:pt idx="3099">6.9000000000000004</cx:pt>
          <cx:pt idx="3100">7.0999999999999996</cx:pt>
          <cx:pt idx="3101">8.1999999999999993</cx:pt>
          <cx:pt idx="3102">6.9000000000000004</cx:pt>
          <cx:pt idx="3103">5.4000000000000004</cx:pt>
          <cx:pt idx="3104">7.4000000000000004</cx:pt>
          <cx:pt idx="3105">7.5999999999999996</cx:pt>
          <cx:pt idx="3107">4.5999999999999996</cx:pt>
          <cx:pt idx="3108">5.5</cx:pt>
          <cx:pt idx="3109">6.9000000000000004</cx:pt>
          <cx:pt idx="3110">7.2000000000000002</cx:pt>
          <cx:pt idx="3111">6.2999999999999998</cx:pt>
          <cx:pt idx="3112">7.2000000000000002</cx:pt>
          <cx:pt idx="3113">6.0999999999999996</cx:pt>
          <cx:pt idx="3114">5.9000000000000004</cx:pt>
          <cx:pt idx="3115">6.5</cx:pt>
          <cx:pt idx="3116">7.2999999999999998</cx:pt>
          <cx:pt idx="3117">5.2000000000000002</cx:pt>
          <cx:pt idx="3118">6.2000000000000002</cx:pt>
          <cx:pt idx="3119">7.0999999999999996</cx:pt>
          <cx:pt idx="3120">6.2000000000000002</cx:pt>
          <cx:pt idx="3121">5.7999999999999998</cx:pt>
          <cx:pt idx="3122">6.2999999999999998</cx:pt>
          <cx:pt idx="3123">5.7000000000000002</cx:pt>
          <cx:pt idx="3124">9</cx:pt>
          <cx:pt idx="3125">4.7000000000000002</cx:pt>
          <cx:pt idx="3126">6.2999999999999998</cx:pt>
          <cx:pt idx="3127">8.5999999999999996</cx:pt>
          <cx:pt idx="3128">7</cx:pt>
          <cx:pt idx="3129">6.2999999999999998</cx:pt>
          <cx:pt idx="3130">7.5999999999999996</cx:pt>
          <cx:pt idx="3131">7.5999999999999996</cx:pt>
          <cx:pt idx="3132">7.7000000000000002</cx:pt>
          <cx:pt idx="3133">8.0999999999999996</cx:pt>
          <cx:pt idx="3134">7.7999999999999998</cx:pt>
          <cx:pt idx="3135">4.7000000000000002</cx:pt>
          <cx:pt idx="3136">6.5</cx:pt>
          <cx:pt idx="3137">5.7000000000000002</cx:pt>
          <cx:pt idx="3138">7.0999999999999996</cx:pt>
          <cx:pt idx="3139">8.0999999999999996</cx:pt>
          <cx:pt idx="3140">6.4000000000000004</cx:pt>
          <cx:pt idx="3141">5.2999999999999998</cx:pt>
          <cx:pt idx="3142">6.4000000000000004</cx:pt>
          <cx:pt idx="3143">8.6999999999999993</cx:pt>
          <cx:pt idx="3144">6.4000000000000004</cx:pt>
          <cx:pt idx="3145">6.7000000000000002</cx:pt>
          <cx:pt idx="3146">6.5999999999999996</cx:pt>
          <cx:pt idx="3147">8.0999999999999996</cx:pt>
          <cx:pt idx="3148">7.7000000000000002</cx:pt>
          <cx:pt idx="3149">7.4000000000000004</cx:pt>
          <cx:pt idx="3150">7.5</cx:pt>
          <cx:pt idx="3151">5.9000000000000004</cx:pt>
          <cx:pt idx="3152">8.1999999999999993</cx:pt>
          <cx:pt idx="3153">8</cx:pt>
          <cx:pt idx="3154">5.4000000000000004</cx:pt>
          <cx:pt idx="3155">6.0999999999999996</cx:pt>
          <cx:pt idx="3156">6.5</cx:pt>
          <cx:pt idx="3157">7.0999999999999996</cx:pt>
          <cx:pt idx="3158">6.9000000000000004</cx:pt>
          <cx:pt idx="3159">5.2999999999999998</cx:pt>
          <cx:pt idx="3160">6</cx:pt>
          <cx:pt idx="3161">6.0999999999999996</cx:pt>
          <cx:pt idx="3162">6.5</cx:pt>
          <cx:pt idx="3163">6.7999999999999998</cx:pt>
          <cx:pt idx="3164">6.4000000000000004</cx:pt>
          <cx:pt idx="3165">6.7999999999999998</cx:pt>
          <cx:pt idx="3166">7.5</cx:pt>
          <cx:pt idx="3167">6.5999999999999996</cx:pt>
          <cx:pt idx="3168">6.7000000000000002</cx:pt>
          <cx:pt idx="3169">7.7000000000000002</cx:pt>
          <cx:pt idx="3170">7.5999999999999996</cx:pt>
          <cx:pt idx="3171">5.5999999999999996</cx:pt>
          <cx:pt idx="3172">6.2000000000000002</cx:pt>
          <cx:pt idx="3173">3.7000000000000002</cx:pt>
          <cx:pt idx="3174">6.0999999999999996</cx:pt>
          <cx:pt idx="3175">6.4000000000000004</cx:pt>
          <cx:pt idx="3176">7.0999999999999996</cx:pt>
          <cx:pt idx="3177">4.7000000000000002</cx:pt>
          <cx:pt idx="3178">5.9000000000000004</cx:pt>
          <cx:pt idx="3179">7.0999999999999996</cx:pt>
          <cx:pt idx="3180">7.4000000000000004</cx:pt>
          <cx:pt idx="3181">6.9000000000000004</cx:pt>
          <cx:pt idx="3182">6.5999999999999996</cx:pt>
          <cx:pt idx="3183">7</cx:pt>
          <cx:pt idx="3184">6.5999999999999996</cx:pt>
          <cx:pt idx="3185">5</cx:pt>
          <cx:pt idx="3186">7.5999999999999996</cx:pt>
          <cx:pt idx="3187">8.0999999999999996</cx:pt>
          <cx:pt idx="3188">6.7000000000000002</cx:pt>
          <cx:pt idx="3189">5.4000000000000004</cx:pt>
          <cx:pt idx="3190">6.5</cx:pt>
          <cx:pt idx="3191">5.2999999999999998</cx:pt>
          <cx:pt idx="3192">7.4000000000000004</cx:pt>
          <cx:pt idx="3193">7.2000000000000002</cx:pt>
          <cx:pt idx="3194">5.9000000000000004</cx:pt>
          <cx:pt idx="3195">8.5999999999999996</cx:pt>
          <cx:pt idx="3197">7.5</cx:pt>
          <cx:pt idx="3198">5.7999999999999998</cx:pt>
          <cx:pt idx="3199">7.5</cx:pt>
          <cx:pt idx="3200">7.0999999999999996</cx:pt>
          <cx:pt idx="3201">7.5999999999999996</cx:pt>
          <cx:pt idx="3202">8.0999999999999996</cx:pt>
          <cx:pt idx="3203">7.9000000000000004</cx:pt>
          <cx:pt idx="3204">6.5999999999999996</cx:pt>
          <cx:pt idx="3205">6.2999999999999998</cx:pt>
          <cx:pt idx="3206">7.0999999999999996</cx:pt>
          <cx:pt idx="3207">5.5999999999999996</cx:pt>
          <cx:pt idx="3208">7.4000000000000004</cx:pt>
          <cx:pt idx="3209">4.2999999999999998</cx:pt>
          <cx:pt idx="3210">8.3000000000000007</cx:pt>
          <cx:pt idx="3211">7.5999999999999996</cx:pt>
          <cx:pt idx="3212">6.2999999999999998</cx:pt>
          <cx:pt idx="3213">5.7000000000000002</cx:pt>
          <cx:pt idx="3214">5.7000000000000002</cx:pt>
          <cx:pt idx="3215">7.2000000000000002</cx:pt>
          <cx:pt idx="3216">7.4000000000000004</cx:pt>
          <cx:pt idx="3217">7.5</cx:pt>
          <cx:pt idx="3218">6.5</cx:pt>
          <cx:pt idx="3219">7.4000000000000004</cx:pt>
          <cx:pt idx="3220">7.7999999999999998</cx:pt>
          <cx:pt idx="3221">6.5999999999999996</cx:pt>
          <cx:pt idx="3222">6.5</cx:pt>
          <cx:pt idx="3223">6.5999999999999996</cx:pt>
          <cx:pt idx="3224">6.2999999999999998</cx:pt>
          <cx:pt idx="3225">8</cx:pt>
          <cx:pt idx="3226">7.4000000000000004</cx:pt>
          <cx:pt idx="3227">5.9000000000000004</cx:pt>
          <cx:pt idx="3228">5.2999999999999998</cx:pt>
          <cx:pt idx="3229">5.7999999999999998</cx:pt>
          <cx:pt idx="3230">8.0999999999999996</cx:pt>
          <cx:pt idx="3231">6.5999999999999996</cx:pt>
          <cx:pt idx="3232">8</cx:pt>
          <cx:pt idx="3233">4.9000000000000004</cx:pt>
          <cx:pt idx="3234">7.7999999999999998</cx:pt>
          <cx:pt idx="3235">6.7999999999999998</cx:pt>
          <cx:pt idx="3236">6.7000000000000002</cx:pt>
          <cx:pt idx="3237">6.0999999999999996</cx:pt>
          <cx:pt idx="3238">4.7000000000000002</cx:pt>
          <cx:pt idx="3239">7.5</cx:pt>
          <cx:pt idx="3240">7.5999999999999996</cx:pt>
          <cx:pt idx="3241">8.3000000000000007</cx:pt>
          <cx:pt idx="3242">4.5999999999999996</cx:pt>
          <cx:pt idx="3243">7.4000000000000004</cx:pt>
          <cx:pt idx="3244">7.0999999999999996</cx:pt>
          <cx:pt idx="3245">7.9000000000000004</cx:pt>
          <cx:pt idx="3246">4.2999999999999998</cx:pt>
          <cx:pt idx="3247">5.7000000000000002</cx:pt>
          <cx:pt idx="3248">7.4000000000000004</cx:pt>
          <cx:pt idx="3249">6.4000000000000004</cx:pt>
          <cx:pt idx="3250">8</cx:pt>
          <cx:pt idx="3251">8.1999999999999993</cx:pt>
          <cx:pt idx="3252">6.9000000000000004</cx:pt>
          <cx:pt idx="3253">7.9000000000000004</cx:pt>
          <cx:pt idx="3254">7.2999999999999998</cx:pt>
          <cx:pt idx="3255">5.2999999999999998</cx:pt>
          <cx:pt idx="3256">6.7999999999999998</cx:pt>
          <cx:pt idx="3257">7.2999999999999998</cx:pt>
          <cx:pt idx="3258">7.9000000000000004</cx:pt>
          <cx:pt idx="3259">6.4000000000000004</cx:pt>
          <cx:pt idx="3260">6.4000000000000004</cx:pt>
          <cx:pt idx="3261">6.7999999999999998</cx:pt>
          <cx:pt idx="3262">5.5</cx:pt>
          <cx:pt idx="3263">6</cx:pt>
          <cx:pt idx="3264">7.0999999999999996</cx:pt>
          <cx:pt idx="3265">7.2999999999999998</cx:pt>
          <cx:pt idx="3266">8.1999999999999993</cx:pt>
          <cx:pt idx="3267">7.5</cx:pt>
          <cx:pt idx="3268">7.7000000000000002</cx:pt>
          <cx:pt idx="3269">5.2000000000000002</cx:pt>
          <cx:pt idx="3270">6.9000000000000004</cx:pt>
          <cx:pt idx="3271">6.5</cx:pt>
          <cx:pt idx="3272">4.4000000000000004</cx:pt>
          <cx:pt idx="3273">6.5999999999999996</cx:pt>
          <cx:pt idx="3274">5.7999999999999998</cx:pt>
          <cx:pt idx="3275">7.2999999999999998</cx:pt>
          <cx:pt idx="3276">7.7000000000000002</cx:pt>
          <cx:pt idx="3277">7.5</cx:pt>
          <cx:pt idx="3278">6.9000000000000004</cx:pt>
          <cx:pt idx="3279">5.2000000000000002</cx:pt>
          <cx:pt idx="3280">6.4000000000000004</cx:pt>
          <cx:pt idx="3281">4.4000000000000004</cx:pt>
          <cx:pt idx="3282">6.0999999999999996</cx:pt>
          <cx:pt idx="3283">7.5</cx:pt>
          <cx:pt idx="3285">7</cx:pt>
          <cx:pt idx="3286">5.0999999999999996</cx:pt>
          <cx:pt idx="3287">5.7000000000000002</cx:pt>
          <cx:pt idx="3288">7.5999999999999996</cx:pt>
          <cx:pt idx="3289">6.2999999999999998</cx:pt>
          <cx:pt idx="3290">8.1999999999999993</cx:pt>
          <cx:pt idx="3291">5.2000000000000002</cx:pt>
          <cx:pt idx="3292">7.0999999999999996</cx:pt>
          <cx:pt idx="3293">6.5999999999999996</cx:pt>
          <cx:pt idx="3294">5.2999999999999998</cx:pt>
          <cx:pt idx="3295">7</cx:pt>
          <cx:pt idx="3296">7.4000000000000004</cx:pt>
          <cx:pt idx="3297">8.4000000000000004</cx:pt>
          <cx:pt idx="3298">5.7999999999999998</cx:pt>
          <cx:pt idx="3299">6</cx:pt>
          <cx:pt idx="3300">7.2000000000000002</cx:pt>
          <cx:pt idx="3301">6.2999999999999998</cx:pt>
          <cx:pt idx="3302">5.5999999999999996</cx:pt>
          <cx:pt idx="3303">6.2999999999999998</cx:pt>
          <cx:pt idx="3304">8</cx:pt>
          <cx:pt idx="3305">1.7</cx:pt>
          <cx:pt idx="3306">7.0999999999999996</cx:pt>
          <cx:pt idx="3307">7.4000000000000004</cx:pt>
          <cx:pt idx="3308">5.2000000000000002</cx:pt>
          <cx:pt idx="3309">8.0999999999999996</cx:pt>
          <cx:pt idx="3310">8.5</cx:pt>
          <cx:pt idx="3311">6.2000000000000002</cx:pt>
          <cx:pt idx="3312">6.7000000000000002</cx:pt>
          <cx:pt idx="3313">7.5999999999999996</cx:pt>
          <cx:pt idx="3314">6.7999999999999998</cx:pt>
          <cx:pt idx="3315">7.5999999999999996</cx:pt>
          <cx:pt idx="3316">7.5999999999999996</cx:pt>
          <cx:pt idx="3317">6.5</cx:pt>
          <cx:pt idx="3318">7.4000000000000004</cx:pt>
          <cx:pt idx="3319">6.2000000000000002</cx:pt>
          <cx:pt idx="3320">6.7000000000000002</cx:pt>
          <cx:pt idx="3321">6.2000000000000002</cx:pt>
          <cx:pt idx="3322">7.0999999999999996</cx:pt>
          <cx:pt idx="3323">6.7999999999999998</cx:pt>
          <cx:pt idx="3324">5.9000000000000004</cx:pt>
          <cx:pt idx="3325">6.5</cx:pt>
          <cx:pt idx="3326">8.4000000000000004</cx:pt>
          <cx:pt idx="3327">5.5</cx:pt>
          <cx:pt idx="3328">6.5</cx:pt>
          <cx:pt idx="3329">6.2999999999999998</cx:pt>
          <cx:pt idx="3330">6.7000000000000002</cx:pt>
          <cx:pt idx="3331">5.7999999999999998</cx:pt>
          <cx:pt idx="3332">3</cx:pt>
          <cx:pt idx="3333">5.7999999999999998</cx:pt>
          <cx:pt idx="3334">8</cx:pt>
          <cx:pt idx="3335">5.4000000000000004</cx:pt>
          <cx:pt idx="3336">7.5999999999999996</cx:pt>
          <cx:pt idx="3337">7.2999999999999998</cx:pt>
          <cx:pt idx="3338">6.0999999999999996</cx:pt>
          <cx:pt idx="3339">7.7000000000000002</cx:pt>
          <cx:pt idx="3340">4.4000000000000004</cx:pt>
          <cx:pt idx="3341">6</cx:pt>
          <cx:pt idx="3343">7.2999999999999998</cx:pt>
          <cx:pt idx="3344">5.9000000000000004</cx:pt>
          <cx:pt idx="3345">5.7000000000000002</cx:pt>
          <cx:pt idx="3346">6.7999999999999998</cx:pt>
          <cx:pt idx="3347">7.7000000000000002</cx:pt>
          <cx:pt idx="3348">6.5999999999999996</cx:pt>
          <cx:pt idx="3349">5.9000000000000004</cx:pt>
          <cx:pt idx="3350">7.2999999999999998</cx:pt>
          <cx:pt idx="3351">8</cx:pt>
          <cx:pt idx="3352">6</cx:pt>
          <cx:pt idx="3353">7.7000000000000002</cx:pt>
          <cx:pt idx="3354">7.7999999999999998</cx:pt>
          <cx:pt idx="3355">6.5999999999999996</cx:pt>
          <cx:pt idx="3356">3.2999999999999998</cx:pt>
          <cx:pt idx="3357">7.2000000000000002</cx:pt>
          <cx:pt idx="3358">7.9000000000000004</cx:pt>
          <cx:pt idx="3359">6.2999999999999998</cx:pt>
          <cx:pt idx="3360">7.5999999999999996</cx:pt>
          <cx:pt idx="3361">7.0999999999999996</cx:pt>
          <cx:pt idx="3362">7.2999999999999998</cx:pt>
          <cx:pt idx="3363">5.7000000000000002</cx:pt>
          <cx:pt idx="3364">6.7999999999999998</cx:pt>
          <cx:pt idx="3365">4.7000000000000002</cx:pt>
          <cx:pt idx="3366">6.7999999999999998</cx:pt>
          <cx:pt idx="3367">7.0999999999999996</cx:pt>
          <cx:pt idx="3368">7.4000000000000004</cx:pt>
          <cx:pt idx="3369">8.3000000000000007</cx:pt>
          <cx:pt idx="3370">5.7999999999999998</cx:pt>
          <cx:pt idx="3371">6</cx:pt>
          <cx:pt idx="3372">6.7999999999999998</cx:pt>
          <cx:pt idx="3373">8.1999999999999993</cx:pt>
          <cx:pt idx="3374">5.7999999999999998</cx:pt>
          <cx:pt idx="3375">6.2000000000000002</cx:pt>
          <cx:pt idx="3376">6.7999999999999998</cx:pt>
          <cx:pt idx="3377">6.0999999999999996</cx:pt>
          <cx:pt idx="3378">5.4000000000000004</cx:pt>
          <cx:pt idx="3379">7.7999999999999998</cx:pt>
          <cx:pt idx="3380">5.5999999999999996</cx:pt>
          <cx:pt idx="3381">6.7999999999999998</cx:pt>
          <cx:pt idx="3382">7.4000000000000004</cx:pt>
          <cx:pt idx="3383">7.2000000000000002</cx:pt>
          <cx:pt idx="3384">7.5999999999999996</cx:pt>
          <cx:pt idx="3385">7.5999999999999996</cx:pt>
          <cx:pt idx="3386">7.2999999999999998</cx:pt>
          <cx:pt idx="3387">6.4000000000000004</cx:pt>
          <cx:pt idx="3388">5.5999999999999996</cx:pt>
          <cx:pt idx="3389">7.4000000000000004</cx:pt>
          <cx:pt idx="3390">7.2000000000000002</cx:pt>
          <cx:pt idx="3391">8.6999999999999993</cx:pt>
          <cx:pt idx="3392">7.0999999999999996</cx:pt>
          <cx:pt idx="3393">6.2000000000000002</cx:pt>
          <cx:pt idx="3394">6.0999999999999996</cx:pt>
          <cx:pt idx="3395">5.7000000000000002</cx:pt>
          <cx:pt idx="3396">7</cx:pt>
          <cx:pt idx="3397">7.0999999999999996</cx:pt>
          <cx:pt idx="3398">6.0999999999999996</cx:pt>
          <cx:pt idx="3399">5.7999999999999998</cx:pt>
          <cx:pt idx="3401">6.9000000000000004</cx:pt>
          <cx:pt idx="3402">6.4000000000000004</cx:pt>
          <cx:pt idx="3403">7.7000000000000002</cx:pt>
          <cx:pt idx="3404">7.7000000000000002</cx:pt>
          <cx:pt idx="3405">7.2000000000000002</cx:pt>
          <cx:pt idx="3406">8.1999999999999993</cx:pt>
          <cx:pt idx="3407">7.4000000000000004</cx:pt>
          <cx:pt idx="3408">5.4000000000000004</cx:pt>
          <cx:pt idx="3409">6.0999999999999996</cx:pt>
          <cx:pt idx="3410">5.2999999999999998</cx:pt>
          <cx:pt idx="3411">6.5</cx:pt>
          <cx:pt idx="3412">7.5</cx:pt>
          <cx:pt idx="3413">7.4000000000000004</cx:pt>
          <cx:pt idx="3414">7.7000000000000002</cx:pt>
          <cx:pt idx="3415">8.8000000000000007</cx:pt>
          <cx:pt idx="3417">6.5</cx:pt>
          <cx:pt idx="3418">5.2999999999999998</cx:pt>
          <cx:pt idx="3419">7</cx:pt>
          <cx:pt idx="3420">5.5999999999999996</cx:pt>
          <cx:pt idx="3421">5.5</cx:pt>
          <cx:pt idx="3422">6.7999999999999998</cx:pt>
          <cx:pt idx="3423">5.7000000000000002</cx:pt>
          <cx:pt idx="3424">6.2999999999999998</cx:pt>
          <cx:pt idx="3425">6.7999999999999998</cx:pt>
          <cx:pt idx="3426">5.9000000000000004</cx:pt>
          <cx:pt idx="3427">6.0999999999999996</cx:pt>
          <cx:pt idx="3428">5.7000000000000002</cx:pt>
          <cx:pt idx="3429">6.7999999999999998</cx:pt>
          <cx:pt idx="3430">6.4000000000000004</cx:pt>
          <cx:pt idx="3431">5.5999999999999996</cx:pt>
          <cx:pt idx="3432">7.5999999999999996</cx:pt>
          <cx:pt idx="3434">5.2999999999999998</cx:pt>
          <cx:pt idx="3435">7.7000000000000002</cx:pt>
          <cx:pt idx="3436">6.2999999999999998</cx:pt>
          <cx:pt idx="3437">7.7999999999999998</cx:pt>
          <cx:pt idx="3438">5.9000000000000004</cx:pt>
          <cx:pt idx="3439">5.5999999999999996</cx:pt>
          <cx:pt idx="3440">7.4000000000000004</cx:pt>
          <cx:pt idx="3441">4.7999999999999998</cx:pt>
          <cx:pt idx="3442">4.7999999999999998</cx:pt>
          <cx:pt idx="3443">7.4000000000000004</cx:pt>
          <cx:pt idx="3444">6.5999999999999996</cx:pt>
          <cx:pt idx="3446">7.0999999999999996</cx:pt>
          <cx:pt idx="3447">7.0999999999999996</cx:pt>
          <cx:pt idx="3448">7.5</cx:pt>
          <cx:pt idx="3449">7.2000000000000002</cx:pt>
          <cx:pt idx="3450">7.2999999999999998</cx:pt>
          <cx:pt idx="3451">6.5</cx:pt>
          <cx:pt idx="3452">7.2999999999999998</cx:pt>
          <cx:pt idx="3453">8.0999999999999996</cx:pt>
          <cx:pt idx="3454">7.4000000000000004</cx:pt>
          <cx:pt idx="3455">5.2000000000000002</cx:pt>
          <cx:pt idx="3456">7.4000000000000004</cx:pt>
          <cx:pt idx="3457">6.9000000000000004</cx:pt>
          <cx:pt idx="3458">6.7000000000000002</cx:pt>
          <cx:pt idx="3459">6.7000000000000002</cx:pt>
          <cx:pt idx="3460">7.0999999999999996</cx:pt>
          <cx:pt idx="3461">5.4000000000000004</cx:pt>
          <cx:pt idx="3462">6.7999999999999998</cx:pt>
          <cx:pt idx="3463">7.2000000000000002</cx:pt>
          <cx:pt idx="3464">6.2999999999999998</cx:pt>
          <cx:pt idx="3465">6.5999999999999996</cx:pt>
          <cx:pt idx="3466">6.7999999999999998</cx:pt>
          <cx:pt idx="3467">7.0999999999999996</cx:pt>
          <cx:pt idx="3468">6.5999999999999996</cx:pt>
          <cx:pt idx="3469">5.5</cx:pt>
          <cx:pt idx="3470">7.0999999999999996</cx:pt>
          <cx:pt idx="3471">7.7999999999999998</cx:pt>
          <cx:pt idx="3472">6.2999999999999998</cx:pt>
          <cx:pt idx="3473">7.7999999999999998</cx:pt>
          <cx:pt idx="3474">7.4000000000000004</cx:pt>
          <cx:pt idx="3475">7.4000000000000004</cx:pt>
          <cx:pt idx="3476">7.2999999999999998</cx:pt>
          <cx:pt idx="3477">6.0999999999999996</cx:pt>
          <cx:pt idx="3478">7.7000000000000002</cx:pt>
          <cx:pt idx="3479">5.7000000000000002</cx:pt>
          <cx:pt idx="3480">8.3000000000000007</cx:pt>
          <cx:pt idx="3481">7.7999999999999998</cx:pt>
          <cx:pt idx="3482">6.7000000000000002</cx:pt>
          <cx:pt idx="3483">7.4000000000000004</cx:pt>
          <cx:pt idx="3484">5.7000000000000002</cx:pt>
          <cx:pt idx="3485">5.5</cx:pt>
          <cx:pt idx="3486">7.7999999999999998</cx:pt>
          <cx:pt idx="3487">7.7999999999999998</cx:pt>
          <cx:pt idx="3488">6.5999999999999996</cx:pt>
          <cx:pt idx="3489">7.4000000000000004</cx:pt>
          <cx:pt idx="3490">4.0999999999999996</cx:pt>
          <cx:pt idx="3491">7.2999999999999998</cx:pt>
          <cx:pt idx="3492">6.7999999999999998</cx:pt>
          <cx:pt idx="3493">6.9000000000000004</cx:pt>
          <cx:pt idx="3494">5.7999999999999998</cx:pt>
          <cx:pt idx="3495">5.9000000000000004</cx:pt>
          <cx:pt idx="3496">7.7999999999999998</cx:pt>
          <cx:pt idx="3497">5.9000000000000004</cx:pt>
          <cx:pt idx="3498">6.5999999999999996</cx:pt>
          <cx:pt idx="3499">6.4000000000000004</cx:pt>
          <cx:pt idx="3500">8</cx:pt>
          <cx:pt idx="3501">7.0999999999999996</cx:pt>
          <cx:pt idx="3502">3.3999999999999999</cx:pt>
          <cx:pt idx="3503">5.5999999999999996</cx:pt>
          <cx:pt idx="3504">7.2999999999999998</cx:pt>
          <cx:pt idx="3505">3.7000000000000002</cx:pt>
          <cx:pt idx="3506">5.4000000000000004</cx:pt>
          <cx:pt idx="3507">5.9000000000000004</cx:pt>
          <cx:pt idx="3508">6.7999999999999998</cx:pt>
          <cx:pt idx="3509">5.0999999999999996</cx:pt>
          <cx:pt idx="3510">5.7999999999999998</cx:pt>
          <cx:pt idx="3511">4.5</cx:pt>
          <cx:pt idx="3512">6.0999999999999996</cx:pt>
          <cx:pt idx="3513">6.5</cx:pt>
          <cx:pt idx="3514">6.5999999999999996</cx:pt>
          <cx:pt idx="3515">7</cx:pt>
          <cx:pt idx="3516">7.4000000000000004</cx:pt>
          <cx:pt idx="3517">7.2000000000000002</cx:pt>
          <cx:pt idx="3518">4.4000000000000004</cx:pt>
          <cx:pt idx="3519">5</cx:pt>
          <cx:pt idx="3520">5.7000000000000002</cx:pt>
          <cx:pt idx="3521">8</cx:pt>
          <cx:pt idx="3522">6.5</cx:pt>
          <cx:pt idx="3523">7</cx:pt>
          <cx:pt idx="3524">7</cx:pt>
          <cx:pt idx="3525">5.0999999999999996</cx:pt>
          <cx:pt idx="3526">8.5999999999999996</cx:pt>
          <cx:pt idx="3527">7.5999999999999996</cx:pt>
          <cx:pt idx="3528">6.2999999999999998</cx:pt>
          <cx:pt idx="3529">5.9000000000000004</cx:pt>
          <cx:pt idx="3530">5.7000000000000002</cx:pt>
          <cx:pt idx="3531">7.7000000000000002</cx:pt>
          <cx:pt idx="3532">8</cx:pt>
          <cx:pt idx="3533">6.4000000000000004</cx:pt>
          <cx:pt idx="3534">8.1999999999999993</cx:pt>
          <cx:pt idx="3535">5.7999999999999998</cx:pt>
          <cx:pt idx="3536">7</cx:pt>
          <cx:pt idx="3537">5.2999999999999998</cx:pt>
          <cx:pt idx="3538">8</cx:pt>
          <cx:pt idx="3539">5.5999999999999996</cx:pt>
          <cx:pt idx="3540">6.5</cx:pt>
          <cx:pt idx="3541">3.3999999999999999</cx:pt>
          <cx:pt idx="3542">7.2999999999999998</cx:pt>
          <cx:pt idx="3543">7.5999999999999996</cx:pt>
          <cx:pt idx="3544">9.3000000000000007</cx:pt>
          <cx:pt idx="3545">7.5</cx:pt>
          <cx:pt idx="3546">6.4000000000000004</cx:pt>
          <cx:pt idx="3547">6.0999999999999996</cx:pt>
          <cx:pt idx="3548">6.2000000000000002</cx:pt>
          <cx:pt idx="3549">7.4000000000000004</cx:pt>
          <cx:pt idx="3550">5.5</cx:pt>
          <cx:pt idx="3551">7.7999999999999998</cx:pt>
          <cx:pt idx="3552">6.7999999999999998</cx:pt>
          <cx:pt idx="3553">4.7999999999999998</cx:pt>
          <cx:pt idx="3554">6.5</cx:pt>
          <cx:pt idx="3555">6.4000000000000004</cx:pt>
          <cx:pt idx="3556">7.0999999999999996</cx:pt>
          <cx:pt idx="3557">6.2999999999999998</cx:pt>
          <cx:pt idx="3558">5.7000000000000002</cx:pt>
          <cx:pt idx="3559">6.9000000000000004</cx:pt>
          <cx:pt idx="3560">6.5</cx:pt>
          <cx:pt idx="3561">5.0999999999999996</cx:pt>
          <cx:pt idx="3562">6.9000000000000004</cx:pt>
          <cx:pt idx="3563">6.4000000000000004</cx:pt>
          <cx:pt idx="3564">7.2999999999999998</cx:pt>
          <cx:pt idx="3565">7.2999999999999998</cx:pt>
          <cx:pt idx="3566">6.2000000000000002</cx:pt>
          <cx:pt idx="3567">6.4000000000000004</cx:pt>
          <cx:pt idx="3568">6.5999999999999996</cx:pt>
          <cx:pt idx="3570">6.5999999999999996</cx:pt>
          <cx:pt idx="3571">6.9000000000000004</cx:pt>
          <cx:pt idx="3572">7</cx:pt>
          <cx:pt idx="3573">5.7999999999999998</cx:pt>
          <cx:pt idx="3574">6.7999999999999998</cx:pt>
          <cx:pt idx="3575">5.5999999999999996</cx:pt>
          <cx:pt idx="3576">6.5999999999999996</cx:pt>
          <cx:pt idx="3577">6.9000000000000004</cx:pt>
          <cx:pt idx="3578">7.0999999999999996</cx:pt>
          <cx:pt idx="3579">3.5</cx:pt>
          <cx:pt idx="3580">5.2999999999999998</cx:pt>
          <cx:pt idx="3581">7.5</cx:pt>
          <cx:pt idx="3582">5.4000000000000004</cx:pt>
          <cx:pt idx="3583">6.7000000000000002</cx:pt>
          <cx:pt idx="3584">5.7999999999999998</cx:pt>
          <cx:pt idx="3585">6.2999999999999998</cx:pt>
          <cx:pt idx="3586">7.5999999999999996</cx:pt>
          <cx:pt idx="3587">7.5999999999999996</cx:pt>
          <cx:pt idx="3588">5.9000000000000004</cx:pt>
          <cx:pt idx="3589">6.5</cx:pt>
          <cx:pt idx="3590">7.0999999999999996</cx:pt>
          <cx:pt idx="3591">5.0999999999999996</cx:pt>
          <cx:pt idx="3592">7.2999999999999998</cx:pt>
          <cx:pt idx="3593">6.7000000000000002</cx:pt>
          <cx:pt idx="3594">6.5999999999999996</cx:pt>
          <cx:pt idx="3595">7.4000000000000004</cx:pt>
          <cx:pt idx="3596">7.5</cx:pt>
          <cx:pt idx="3597">8.4000000000000004</cx:pt>
          <cx:pt idx="3598">6.2000000000000002</cx:pt>
          <cx:pt idx="3599">7.5</cx:pt>
          <cx:pt idx="3600">6.2999999999999998</cx:pt>
          <cx:pt idx="3601">5.9000000000000004</cx:pt>
          <cx:pt idx="3602">4.7999999999999998</cx:pt>
          <cx:pt idx="3604">6</cx:pt>
          <cx:pt idx="3605">5.5999999999999996</cx:pt>
          <cx:pt idx="3606">7.4000000000000004</cx:pt>
          <cx:pt idx="3607">8.1999999999999993</cx:pt>
          <cx:pt idx="3608">8.5</cx:pt>
          <cx:pt idx="3609">6.5999999999999996</cx:pt>
          <cx:pt idx="3610">7.4000000000000004</cx:pt>
          <cx:pt idx="3611">7.5999999999999996</cx:pt>
          <cx:pt idx="3612">6.2000000000000002</cx:pt>
          <cx:pt idx="3613">7.5999999999999996</cx:pt>
          <cx:pt idx="3614">5</cx:pt>
          <cx:pt idx="3615">6.5</cx:pt>
          <cx:pt idx="3616">7.4000000000000004</cx:pt>
          <cx:pt idx="3617">5.9000000000000004</cx:pt>
          <cx:pt idx="3618">7.4000000000000004</cx:pt>
          <cx:pt idx="3619">6.2000000000000002</cx:pt>
          <cx:pt idx="3620">7.2999999999999998</cx:pt>
          <cx:pt idx="3621">5.5</cx:pt>
          <cx:pt idx="3622">6.5999999999999996</cx:pt>
          <cx:pt idx="3623">8.1999999999999993</cx:pt>
          <cx:pt idx="3624">7.0999999999999996</cx:pt>
          <cx:pt idx="3625">7.2000000000000002</cx:pt>
          <cx:pt idx="3626">7.9000000000000004</cx:pt>
          <cx:pt idx="3627">5.2999999999999998</cx:pt>
          <cx:pt idx="3628">7</cx:pt>
          <cx:pt idx="3629">6.7000000000000002</cx:pt>
          <cx:pt idx="3630">5.5</cx:pt>
          <cx:pt idx="3631">7</cx:pt>
          <cx:pt idx="3632">7.2000000000000002</cx:pt>
          <cx:pt idx="3633">7.5999999999999996</cx:pt>
          <cx:pt idx="3634">6.7999999999999998</cx:pt>
          <cx:pt idx="3635">5.4000000000000004</cx:pt>
          <cx:pt idx="3636">7</cx:pt>
          <cx:pt idx="3637">5.2999999999999998</cx:pt>
          <cx:pt idx="3638">6.9000000000000004</cx:pt>
          <cx:pt idx="3639">5.7999999999999998</cx:pt>
          <cx:pt idx="3640">5.7999999999999998</cx:pt>
          <cx:pt idx="3641">7.2000000000000002</cx:pt>
          <cx:pt idx="3642">6.7000000000000002</cx:pt>
          <cx:pt idx="3643">8.0999999999999996</cx:pt>
          <cx:pt idx="3644">6.2999999999999998</cx:pt>
          <cx:pt idx="3645">6.0999999999999996</cx:pt>
          <cx:pt idx="3646">7.2999999999999998</cx:pt>
          <cx:pt idx="3647">7.2999999999999998</cx:pt>
          <cx:pt idx="3648">7.7000000000000002</cx:pt>
          <cx:pt idx="3649">7.0999999999999996</cx:pt>
          <cx:pt idx="3650">4.7999999999999998</cx:pt>
          <cx:pt idx="3651">7.9000000000000004</cx:pt>
          <cx:pt idx="3652">6.5999999999999996</cx:pt>
          <cx:pt idx="3653">6.5</cx:pt>
          <cx:pt idx="3654">7.2999999999999998</cx:pt>
          <cx:pt idx="3655">4.7000000000000002</cx:pt>
          <cx:pt idx="3656">7.4000000000000004</cx:pt>
          <cx:pt idx="3657">5.7999999999999998</cx:pt>
          <cx:pt idx="3658">6.4000000000000004</cx:pt>
          <cx:pt idx="3659">5.5999999999999996</cx:pt>
          <cx:pt idx="3660">7.2000000000000002</cx:pt>
          <cx:pt idx="3661">6.5</cx:pt>
          <cx:pt idx="3662">5.5999999999999996</cx:pt>
          <cx:pt idx="3663">5.7999999999999998</cx:pt>
          <cx:pt idx="3664">4.5999999999999996</cx:pt>
          <cx:pt idx="3665">5.4000000000000004</cx:pt>
          <cx:pt idx="3666">6.2000000000000002</cx:pt>
          <cx:pt idx="3667">6.7999999999999998</cx:pt>
          <cx:pt idx="3668">6.7000000000000002</cx:pt>
          <cx:pt idx="3669">6</cx:pt>
          <cx:pt idx="3670">6.2999999999999998</cx:pt>
          <cx:pt idx="3671">7.4000000000000004</cx:pt>
          <cx:pt idx="3672">6</cx:pt>
          <cx:pt idx="3673">6.5</cx:pt>
          <cx:pt idx="3674">5.2000000000000002</cx:pt>
          <cx:pt idx="3675">7</cx:pt>
          <cx:pt idx="3676">6.4000000000000004</cx:pt>
          <cx:pt idx="3677">7.0999999999999996</cx:pt>
          <cx:pt idx="3678">6.7000000000000002</cx:pt>
          <cx:pt idx="3679">7.9000000000000004</cx:pt>
          <cx:pt idx="3680">5.7999999999999998</cx:pt>
          <cx:pt idx="3681">7.9000000000000004</cx:pt>
          <cx:pt idx="3682">8.0999999999999996</cx:pt>
          <cx:pt idx="3683">4.5</cx:pt>
          <cx:pt idx="3684">6.7000000000000002</cx:pt>
          <cx:pt idx="3685">4.2000000000000002</cx:pt>
          <cx:pt idx="3686">6.4000000000000004</cx:pt>
          <cx:pt idx="3687">6.4000000000000004</cx:pt>
          <cx:pt idx="3688">6</cx:pt>
          <cx:pt idx="3689">3.8999999999999999</cx:pt>
          <cx:pt idx="3690">6.7000000000000002</cx:pt>
          <cx:pt idx="3691">5.5</cx:pt>
          <cx:pt idx="3692">8</cx:pt>
          <cx:pt idx="3693">5.2999999999999998</cx:pt>
          <cx:pt idx="3694">6.7999999999999998</cx:pt>
          <cx:pt idx="3695">6.2000000000000002</cx:pt>
          <cx:pt idx="3696">5.9000000000000004</cx:pt>
          <cx:pt idx="3697">3.7000000000000002</cx:pt>
          <cx:pt idx="3698">7.5999999999999996</cx:pt>
          <cx:pt idx="3699">6.5999999999999996</cx:pt>
          <cx:pt idx="3700">7.4000000000000004</cx:pt>
          <cx:pt idx="3701">6.2999999999999998</cx:pt>
          <cx:pt idx="3702">6</cx:pt>
          <cx:pt idx="3703">6.2000000000000002</cx:pt>
          <cx:pt idx="3704">6.2000000000000002</cx:pt>
          <cx:pt idx="3705">6</cx:pt>
          <cx:pt idx="3706">6.9000000000000004</cx:pt>
          <cx:pt idx="3707">5.7999999999999998</cx:pt>
          <cx:pt idx="3708">5.7999999999999998</cx:pt>
          <cx:pt idx="3709">3.8999999999999999</cx:pt>
          <cx:pt idx="3710">5.9000000000000004</cx:pt>
          <cx:pt idx="3711">7</cx:pt>
          <cx:pt idx="3712">7.4000000000000004</cx:pt>
          <cx:pt idx="3714">7.2000000000000002</cx:pt>
          <cx:pt idx="3715">7.2000000000000002</cx:pt>
          <cx:pt idx="3716">7.2999999999999998</cx:pt>
          <cx:pt idx="3717">4.9000000000000004</cx:pt>
          <cx:pt idx="3718">7.0999999999999996</cx:pt>
          <cx:pt idx="3719">8.0999999999999996</cx:pt>
          <cx:pt idx="3720">7.7999999999999998</cx:pt>
          <cx:pt idx="3721">5.9000000000000004</cx:pt>
          <cx:pt idx="3722">6.5</cx:pt>
          <cx:pt idx="3723">7.4000000000000004</cx:pt>
          <cx:pt idx="3724">7.5</cx:pt>
          <cx:pt idx="3725">4.5</cx:pt>
          <cx:pt idx="3726">7.2000000000000002</cx:pt>
          <cx:pt idx="3727">6.5999999999999996</cx:pt>
          <cx:pt idx="3728">7</cx:pt>
          <cx:pt idx="3729">5.2000000000000002</cx:pt>
          <cx:pt idx="3730">5.4000000000000004</cx:pt>
          <cx:pt idx="3731">7.5999999999999996</cx:pt>
          <cx:pt idx="3732">7.0999999999999996</cx:pt>
          <cx:pt idx="3733">5.5999999999999996</cx:pt>
          <cx:pt idx="3734">5.5999999999999996</cx:pt>
          <cx:pt idx="3735">4.9000000000000004</cx:pt>
          <cx:pt idx="3736">4.4000000000000004</cx:pt>
          <cx:pt idx="3737">4.9000000000000004</cx:pt>
          <cx:pt idx="3738">5.2000000000000002</cx:pt>
          <cx:pt idx="3739">7.2999999999999998</cx:pt>
          <cx:pt idx="3740">7</cx:pt>
          <cx:pt idx="3741">5.0999999999999996</cx:pt>
          <cx:pt idx="3742">6.0999999999999996</cx:pt>
          <cx:pt idx="3743">6.7999999999999998</cx:pt>
          <cx:pt idx="3744">6.7999999999999998</cx:pt>
          <cx:pt idx="3745">7.2999999999999998</cx:pt>
          <cx:pt idx="3746">7.0999999999999996</cx:pt>
          <cx:pt idx="3747">6</cx:pt>
          <cx:pt idx="3748">5.2999999999999998</cx:pt>
          <cx:pt idx="3749">5.0999999999999996</cx:pt>
          <cx:pt idx="3750">5.5</cx:pt>
          <cx:pt idx="3751">6.2999999999999998</cx:pt>
          <cx:pt idx="3752">6.2999999999999998</cx:pt>
          <cx:pt idx="3753">5.2000000000000002</cx:pt>
          <cx:pt idx="3754">7.7000000000000002</cx:pt>
          <cx:pt idx="3755">4.2999999999999998</cx:pt>
          <cx:pt idx="3756">5.7999999999999998</cx:pt>
          <cx:pt idx="3757">7.0999999999999996</cx:pt>
          <cx:pt idx="3758">5</cx:pt>
          <cx:pt idx="3759">6.4000000000000004</cx:pt>
          <cx:pt idx="3760">5.4000000000000004</cx:pt>
          <cx:pt idx="3761">7.7000000000000002</cx:pt>
          <cx:pt idx="3763">3.7999999999999998</cx:pt>
          <cx:pt idx="3764">6.0999999999999996</cx:pt>
          <cx:pt idx="3765">7.2000000000000002</cx:pt>
          <cx:pt idx="3766">2.6000000000000001</cx:pt>
          <cx:pt idx="3767">7.2000000000000002</cx:pt>
          <cx:pt idx="3768">7.5</cx:pt>
          <cx:pt idx="3769">5.7000000000000002</cx:pt>
          <cx:pt idx="3770">6.2999999999999998</cx:pt>
          <cx:pt idx="3771">6.7999999999999998</cx:pt>
          <cx:pt idx="3772">7.7999999999999998</cx:pt>
          <cx:pt idx="3773">7.5</cx:pt>
          <cx:pt idx="3774">5.5999999999999996</cx:pt>
          <cx:pt idx="3775">4.9000000000000004</cx:pt>
          <cx:pt idx="3776">8.0999999999999996</cx:pt>
          <cx:pt idx="3777">6.7999999999999998</cx:pt>
          <cx:pt idx="3778">7</cx:pt>
          <cx:pt idx="3779">6.7999999999999998</cx:pt>
          <cx:pt idx="3780">3.3999999999999999</cx:pt>
          <cx:pt idx="3781">6.9000000000000004</cx:pt>
          <cx:pt idx="3782">5.0999999999999996</cx:pt>
          <cx:pt idx="3783">6.5</cx:pt>
          <cx:pt idx="3784">7.2999999999999998</cx:pt>
          <cx:pt idx="3785">6.4000000000000004</cx:pt>
          <cx:pt idx="3786">5.5999999999999996</cx:pt>
          <cx:pt idx="3787">5.9000000000000004</cx:pt>
          <cx:pt idx="3788">7.9000000000000004</cx:pt>
          <cx:pt idx="3789">7.2999999999999998</cx:pt>
          <cx:pt idx="3790">5.2999999999999998</cx:pt>
          <cx:pt idx="3791">2.7999999999999998</cx:pt>
          <cx:pt idx="3792">7.5</cx:pt>
          <cx:pt idx="3793">5.9000000000000004</cx:pt>
          <cx:pt idx="3794">6.2999999999999998</cx:pt>
          <cx:pt idx="3795">5.9000000000000004</cx:pt>
          <cx:pt idx="3796">6.4000000000000004</cx:pt>
          <cx:pt idx="3797">5.4000000000000004</cx:pt>
          <cx:pt idx="3798">6</cx:pt>
          <cx:pt idx="3799">4.5999999999999996</cx:pt>
          <cx:pt idx="3800">4.5999999999999996</cx:pt>
          <cx:pt idx="3801">7.5</cx:pt>
          <cx:pt idx="3802">8.5</cx:pt>
          <cx:pt idx="3803">6.2999999999999998</cx:pt>
          <cx:pt idx="3804">7.2000000000000002</cx:pt>
          <cx:pt idx="3805">5.5999999999999996</cx:pt>
          <cx:pt idx="3806">5.5</cx:pt>
          <cx:pt idx="3807">5.4000000000000004</cx:pt>
          <cx:pt idx="3808">6.0999999999999996</cx:pt>
          <cx:pt idx="3809">6.7000000000000002</cx:pt>
          <cx:pt idx="3810">6.2999999999999998</cx:pt>
          <cx:pt idx="3811">7.0999999999999996</cx:pt>
          <cx:pt idx="3812">5.4000000000000004</cx:pt>
          <cx:pt idx="3813">6.7999999999999998</cx:pt>
          <cx:pt idx="3814">7.5999999999999996</cx:pt>
          <cx:pt idx="3815">5.5</cx:pt>
          <cx:pt idx="3816">6.7000000000000002</cx:pt>
          <cx:pt idx="3817">8.3000000000000007</cx:pt>
          <cx:pt idx="3818">6.5</cx:pt>
          <cx:pt idx="3819">6.7000000000000002</cx:pt>
          <cx:pt idx="3820">2.3999999999999999</cx:pt>
          <cx:pt idx="3821">5.7000000000000002</cx:pt>
          <cx:pt idx="3822">5.7000000000000002</cx:pt>
          <cx:pt idx="3823">7.5</cx:pt>
          <cx:pt idx="3824">7.5</cx:pt>
          <cx:pt idx="3826">6.7000000000000002</cx:pt>
          <cx:pt idx="3827">6.4000000000000004</cx:pt>
          <cx:pt idx="3828">7.2000000000000002</cx:pt>
          <cx:pt idx="3829">5.4000000000000004</cx:pt>
          <cx:pt idx="3830">5.2000000000000002</cx:pt>
          <cx:pt idx="3831">5.0999999999999996</cx:pt>
          <cx:pt idx="3832">2.7000000000000002</cx:pt>
          <cx:pt idx="3833">7.2000000000000002</cx:pt>
          <cx:pt idx="3834">5.7999999999999998</cx:pt>
          <cx:pt idx="3835">5.2000000000000002</cx:pt>
          <cx:pt idx="3836">7.7000000000000002</cx:pt>
          <cx:pt idx="3837">6.7000000000000002</cx:pt>
          <cx:pt idx="3838">4.5</cx:pt>
          <cx:pt idx="3839">7.5999999999999996</cx:pt>
          <cx:pt idx="3840">5.2999999999999998</cx:pt>
          <cx:pt idx="3841">4.9000000000000004</cx:pt>
          <cx:pt idx="3842">4.5999999999999996</cx:pt>
          <cx:pt idx="3843">3.3999999999999999</cx:pt>
          <cx:pt idx="3844">5.5999999999999996</cx:pt>
          <cx:pt idx="3845">8.1999999999999993</cx:pt>
          <cx:pt idx="3846">5</cx:pt>
          <cx:pt idx="3847">7.5999999999999996</cx:pt>
          <cx:pt idx="3848">7.2999999999999998</cx:pt>
          <cx:pt idx="3849">7.7000000000000002</cx:pt>
          <cx:pt idx="3850">6.5</cx:pt>
          <cx:pt idx="3851">7.2999999999999998</cx:pt>
          <cx:pt idx="3852">6.7999999999999998</cx:pt>
          <cx:pt idx="3853">5.0999999999999996</cx:pt>
          <cx:pt idx="3854">5.5999999999999996</cx:pt>
          <cx:pt idx="3855">8.4000000000000004</cx:pt>
          <cx:pt idx="3856">7.4000000000000004</cx:pt>
          <cx:pt idx="3857">3.7999999999999998</cx:pt>
          <cx:pt idx="3858">5</cx:pt>
          <cx:pt idx="3859">4.7999999999999998</cx:pt>
          <cx:pt idx="3860">5.7999999999999998</cx:pt>
          <cx:pt idx="3861">6</cx:pt>
          <cx:pt idx="3862">4.9000000000000004</cx:pt>
          <cx:pt idx="3863">6.5</cx:pt>
          <cx:pt idx="3864">3.8999999999999999</cx:pt>
          <cx:pt idx="3865">6.5999999999999996</cx:pt>
          <cx:pt idx="3866">5.7999999999999998</cx:pt>
          <cx:pt idx="3867">5.0999999999999996</cx:pt>
          <cx:pt idx="3868">5.7999999999999998</cx:pt>
          <cx:pt idx="3869">5.2999999999999998</cx:pt>
          <cx:pt idx="3870">6.5</cx:pt>
          <cx:pt idx="3871">5.2000000000000002</cx:pt>
          <cx:pt idx="3872">6.2999999999999998</cx:pt>
          <cx:pt idx="3873">6.5999999999999996</cx:pt>
          <cx:pt idx="3874">4.2999999999999998</cx:pt>
          <cx:pt idx="3875">4.9000000000000004</cx:pt>
          <cx:pt idx="3876">7.2000000000000002</cx:pt>
          <cx:pt idx="3877">4.7999999999999998</cx:pt>
          <cx:pt idx="3878">6.2999999999999998</cx:pt>
          <cx:pt idx="3879">5.2999999999999998</cx:pt>
          <cx:pt idx="3880">7.2999999999999998</cx:pt>
          <cx:pt idx="3881">5.0999999999999996</cx:pt>
          <cx:pt idx="3882">6.5</cx:pt>
          <cx:pt idx="3883">5.0999999999999996</cx:pt>
          <cx:pt idx="3884">7.2000000000000002</cx:pt>
          <cx:pt idx="3885">3.2999999999999998</cx:pt>
          <cx:pt idx="3886">6.5999999999999996</cx:pt>
          <cx:pt idx="3887">8.6999999999999993</cx:pt>
          <cx:pt idx="3888">5.9000000000000004</cx:pt>
          <cx:pt idx="3889">4.5</cx:pt>
          <cx:pt idx="3890">6.7999999999999998</cx:pt>
          <cx:pt idx="3891">6.0999999999999996</cx:pt>
          <cx:pt idx="3892">6.2000000000000002</cx:pt>
          <cx:pt idx="3893">7.2999999999999998</cx:pt>
          <cx:pt idx="3894">6.0999999999999996</cx:pt>
          <cx:pt idx="3895">5.7000000000000002</cx:pt>
          <cx:pt idx="3896">6.9000000000000004</cx:pt>
          <cx:pt idx="3897">6.5</cx:pt>
          <cx:pt idx="3898">3.5</cx:pt>
          <cx:pt idx="3899">6.7999999999999998</cx:pt>
          <cx:pt idx="3900">5.5999999999999996</cx:pt>
          <cx:pt idx="3901">6.9000000000000004</cx:pt>
          <cx:pt idx="3902">5.2999999999999998</cx:pt>
          <cx:pt idx="3903">2.5</cx:pt>
          <cx:pt idx="3905">6.0999999999999996</cx:pt>
          <cx:pt idx="3906">8.1999999999999993</cx:pt>
          <cx:pt idx="3907">5.5999999999999996</cx:pt>
          <cx:pt idx="3908">5</cx:pt>
          <cx:pt idx="3909">7.4000000000000004</cx:pt>
          <cx:pt idx="3910">5</cx:pt>
          <cx:pt idx="3911">6.2999999999999998</cx:pt>
          <cx:pt idx="3912">7.7999999999999998</cx:pt>
          <cx:pt idx="3913">3.3999999999999999</cx:pt>
          <cx:pt idx="3914">8</cx:pt>
          <cx:pt idx="3915">7.0999999999999996</cx:pt>
          <cx:pt idx="3916">6.9000000000000004</cx:pt>
          <cx:pt idx="3917">6.5999999999999996</cx:pt>
          <cx:pt idx="3918">6</cx:pt>
          <cx:pt idx="3919">5.2000000000000002</cx:pt>
          <cx:pt idx="3920">5.2999999999999998</cx:pt>
          <cx:pt idx="3921">6.5999999999999996</cx:pt>
          <cx:pt idx="3922">6.5999999999999996</cx:pt>
          <cx:pt idx="3923">4.5999999999999996</cx:pt>
          <cx:pt idx="3924">6.7999999999999998</cx:pt>
          <cx:pt idx="3925">6.4000000000000004</cx:pt>
          <cx:pt idx="3926">7.9000000000000004</cx:pt>
          <cx:pt idx="3927">8.1999999999999993</cx:pt>
          <cx:pt idx="3928">7.2000000000000002</cx:pt>
          <cx:pt idx="3929">6.7999999999999998</cx:pt>
          <cx:pt idx="3930">7.5999999999999996</cx:pt>
          <cx:pt idx="3931">6.7000000000000002</cx:pt>
          <cx:pt idx="3932">4.7000000000000002</cx:pt>
          <cx:pt idx="3933">7.5</cx:pt>
          <cx:pt idx="3934">6.5999999999999996</cx:pt>
          <cx:pt idx="3935">5.2000000000000002</cx:pt>
          <cx:pt idx="3936">7.2000000000000002</cx:pt>
          <cx:pt idx="3937">7</cx:pt>
          <cx:pt idx="3938">5</cx:pt>
          <cx:pt idx="3939">2.6000000000000001</cx:pt>
          <cx:pt idx="3940">5.0999999999999996</cx:pt>
          <cx:pt idx="3941">6.9000000000000004</cx:pt>
          <cx:pt idx="3942">6.4000000000000004</cx:pt>
          <cx:pt idx="3943">6.4000000000000004</cx:pt>
          <cx:pt idx="3944">7.9000000000000004</cx:pt>
          <cx:pt idx="3945">6.2000000000000002</cx:pt>
          <cx:pt idx="3946">7.5</cx:pt>
          <cx:pt idx="3947">4.5999999999999996</cx:pt>
          <cx:pt idx="3948">6.4000000000000004</cx:pt>
          <cx:pt idx="3949">4</cx:pt>
          <cx:pt idx="3950">6.5999999999999996</cx:pt>
          <cx:pt idx="3951">7.2000000000000002</cx:pt>
          <cx:pt idx="3952">3.6000000000000001</cx:pt>
          <cx:pt idx="3953">6.5</cx:pt>
          <cx:pt idx="3954">6.9000000000000004</cx:pt>
          <cx:pt idx="3955">8</cx:pt>
          <cx:pt idx="3956">7.5999999999999996</cx:pt>
          <cx:pt idx="3957">6.5</cx:pt>
          <cx:pt idx="3958">5.4000000000000004</cx:pt>
          <cx:pt idx="3959">5.4000000000000004</cx:pt>
          <cx:pt idx="3960">6.2000000000000002</cx:pt>
          <cx:pt idx="3961">5.7000000000000002</cx:pt>
          <cx:pt idx="3962">5.5999999999999996</cx:pt>
          <cx:pt idx="3963">5.7000000000000002</cx:pt>
          <cx:pt idx="3964">6.4000000000000004</cx:pt>
          <cx:pt idx="3965">6.4000000000000004</cx:pt>
          <cx:pt idx="3966">7</cx:pt>
          <cx:pt idx="3967">6.5</cx:pt>
          <cx:pt idx="3968">7.2000000000000002</cx:pt>
          <cx:pt idx="3969">6.5999999999999996</cx:pt>
          <cx:pt idx="3970">7.0999999999999996</cx:pt>
          <cx:pt idx="3971">5.5</cx:pt>
          <cx:pt idx="3972">6.0999999999999996</cx:pt>
          <cx:pt idx="3973">7.2999999999999998</cx:pt>
          <cx:pt idx="3974">6.2999999999999998</cx:pt>
          <cx:pt idx="3975">5.9000000000000004</cx:pt>
          <cx:pt idx="3976">7.0999999999999996</cx:pt>
          <cx:pt idx="3977">5.0999999999999996</cx:pt>
          <cx:pt idx="3978">6.7999999999999998</cx:pt>
          <cx:pt idx="3979">5.0999999999999996</cx:pt>
          <cx:pt idx="3980">6.7000000000000002</cx:pt>
          <cx:pt idx="3981">5.5</cx:pt>
          <cx:pt idx="3982">6.2000000000000002</cx:pt>
          <cx:pt idx="3983">4.2999999999999998</cx:pt>
          <cx:pt idx="3984">5.9000000000000004</cx:pt>
          <cx:pt idx="3985">6.9000000000000004</cx:pt>
          <cx:pt idx="3986">7.5999999999999996</cx:pt>
          <cx:pt idx="3987">6.9000000000000004</cx:pt>
          <cx:pt idx="3988">4.5999999999999996</cx:pt>
          <cx:pt idx="3989">5.2000000000000002</cx:pt>
          <cx:pt idx="3990">3.8999999999999999</cx:pt>
          <cx:pt idx="3991">6.2999999999999998</cx:pt>
          <cx:pt idx="3992">3.7999999999999998</cx:pt>
          <cx:pt idx="3993">6.7999999999999998</cx:pt>
          <cx:pt idx="3995">5.4000000000000004</cx:pt>
          <cx:pt idx="3996">7.0999999999999996</cx:pt>
          <cx:pt idx="3997">4</cx:pt>
          <cx:pt idx="3998">6.4000000000000004</cx:pt>
          <cx:pt idx="3999">3</cx:pt>
          <cx:pt idx="4000">6.7000000000000002</cx:pt>
          <cx:pt idx="4001">3.1000000000000001</cx:pt>
          <cx:pt idx="4002">7</cx:pt>
          <cx:pt idx="4003">3.7000000000000002</cx:pt>
          <cx:pt idx="4004">4.7000000000000002</cx:pt>
          <cx:pt idx="4005">8.0999999999999996</cx:pt>
          <cx:pt idx="4006">5.9000000000000004</cx:pt>
          <cx:pt idx="4007">5.7000000000000002</cx:pt>
          <cx:pt idx="4008">4.2999999999999998</cx:pt>
          <cx:pt idx="4009">7.0999999999999996</cx:pt>
          <cx:pt idx="4010">5.2999999999999998</cx:pt>
          <cx:pt idx="4011">6.5999999999999996</cx:pt>
          <cx:pt idx="4012">6.2000000000000002</cx:pt>
          <cx:pt idx="4013">7.2999999999999998</cx:pt>
          <cx:pt idx="4014">6</cx:pt>
          <cx:pt idx="4015">6.2999999999999998</cx:pt>
          <cx:pt idx="4016">5.7999999999999998</cx:pt>
          <cx:pt idx="4017">6.4000000000000004</cx:pt>
          <cx:pt idx="4018">6.0999999999999996</cx:pt>
          <cx:pt idx="4019">4.2999999999999998</cx:pt>
          <cx:pt idx="4020">6.4000000000000004</cx:pt>
          <cx:pt idx="4021">7.5</cx:pt>
          <cx:pt idx="4022">5.7999999999999998</cx:pt>
          <cx:pt idx="4023">6.5</cx:pt>
          <cx:pt idx="4024">8</cx:pt>
          <cx:pt idx="4025">7</cx:pt>
          <cx:pt idx="4026">4.2999999999999998</cx:pt>
          <cx:pt idx="4027">3.7999999999999998</cx:pt>
          <cx:pt idx="4028">4.7999999999999998</cx:pt>
          <cx:pt idx="4029">5.5</cx:pt>
          <cx:pt idx="4030">6.2000000000000002</cx:pt>
          <cx:pt idx="4031">7.5999999999999996</cx:pt>
          <cx:pt idx="4032">6.9000000000000004</cx:pt>
          <cx:pt idx="4033">7.2000000000000002</cx:pt>
          <cx:pt idx="4034">6.5</cx:pt>
          <cx:pt idx="4035">5.7999999999999998</cx:pt>
          <cx:pt idx="4036">6</cx:pt>
          <cx:pt idx="4037">5.2999999999999998</cx:pt>
          <cx:pt idx="4038">3.5</cx:pt>
          <cx:pt idx="4039">5.5</cx:pt>
          <cx:pt idx="4040">8</cx:pt>
          <cx:pt idx="4041">5.4000000000000004</cx:pt>
          <cx:pt idx="4042">8.0999999999999996</cx:pt>
          <cx:pt idx="4043">7.2000000000000002</cx:pt>
          <cx:pt idx="4044">6.9000000000000004</cx:pt>
          <cx:pt idx="4045">5.7000000000000002</cx:pt>
          <cx:pt idx="4046">6.5</cx:pt>
          <cx:pt idx="4047">6.9000000000000004</cx:pt>
          <cx:pt idx="4048">7.2000000000000002</cx:pt>
          <cx:pt idx="4049">5.9000000000000004</cx:pt>
          <cx:pt idx="4050">6.5</cx:pt>
          <cx:pt idx="4051">6.2000000000000002</cx:pt>
          <cx:pt idx="4052">5</cx:pt>
          <cx:pt idx="4053">6.4000000000000004</cx:pt>
          <cx:pt idx="4054">6.2000000000000002</cx:pt>
          <cx:pt idx="4055">6</cx:pt>
          <cx:pt idx="4056">8</cx:pt>
          <cx:pt idx="4057">5.7999999999999998</cx:pt>
          <cx:pt idx="4058">6.5</cx:pt>
          <cx:pt idx="4059">7.5</cx:pt>
          <cx:pt idx="4060">5.9000000000000004</cx:pt>
          <cx:pt idx="4061">6.2999999999999998</cx:pt>
          <cx:pt idx="4062">4.7999999999999998</cx:pt>
          <cx:pt idx="4063">4.7000000000000002</cx:pt>
          <cx:pt idx="4064">6</cx:pt>
          <cx:pt idx="4065">7.2000000000000002</cx:pt>
          <cx:pt idx="4066">6.7000000000000002</cx:pt>
          <cx:pt idx="4067">5.0999999999999996</cx:pt>
          <cx:pt idx="4068">6.0999999999999996</cx:pt>
          <cx:pt idx="4069">6.7999999999999998</cx:pt>
          <cx:pt idx="4070">7.2999999999999998</cx:pt>
          <cx:pt idx="4071">7</cx:pt>
          <cx:pt idx="4072">6.2000000000000002</cx:pt>
          <cx:pt idx="4073">6.4000000000000004</cx:pt>
          <cx:pt idx="4074">5.7000000000000002</cx:pt>
          <cx:pt idx="4075">5.5</cx:pt>
          <cx:pt idx="4076">7.2000000000000002</cx:pt>
          <cx:pt idx="4077">6</cx:pt>
          <cx:pt idx="4078">5.5</cx:pt>
          <cx:pt idx="4079">4.4000000000000004</cx:pt>
          <cx:pt idx="4080">4.4000000000000004</cx:pt>
          <cx:pt idx="4081">7.5999999999999996</cx:pt>
          <cx:pt idx="4082">6.2000000000000002</cx:pt>
          <cx:pt idx="4083">3.2000000000000002</cx:pt>
          <cx:pt idx="4084">5.7000000000000002</cx:pt>
          <cx:pt idx="4085">7.7999999999999998</cx:pt>
          <cx:pt idx="4086">7.2000000000000002</cx:pt>
          <cx:pt idx="4087">7.0999999999999996</cx:pt>
          <cx:pt idx="4088">7</cx:pt>
          <cx:pt idx="4089">7.4000000000000004</cx:pt>
          <cx:pt idx="4090">5.7999999999999998</cx:pt>
          <cx:pt idx="4091">6.7000000000000002</cx:pt>
          <cx:pt idx="4092">3.7999999999999998</cx:pt>
          <cx:pt idx="4093">7.2999999999999998</cx:pt>
          <cx:pt idx="4094">6.7000000000000002</cx:pt>
          <cx:pt idx="4095">6.5999999999999996</cx:pt>
          <cx:pt idx="4096">6.5</cx:pt>
          <cx:pt idx="4097">5</cx:pt>
          <cx:pt idx="4098">8.3000000000000007</cx:pt>
          <cx:pt idx="4099">5.7000000000000002</cx:pt>
          <cx:pt idx="4100">5.2000000000000002</cx:pt>
          <cx:pt idx="4101">5.7999999999999998</cx:pt>
          <cx:pt idx="4102">5.7999999999999998</cx:pt>
          <cx:pt idx="4103">4</cx:pt>
          <cx:pt idx="4104">7.7000000000000002</cx:pt>
          <cx:pt idx="4105">4.7000000000000002</cx:pt>
          <cx:pt idx="4106">5.2999999999999998</cx:pt>
          <cx:pt idx="4107">6.7999999999999998</cx:pt>
          <cx:pt idx="4108">4</cx:pt>
          <cx:pt idx="4109">7</cx:pt>
          <cx:pt idx="4110">5.7999999999999998</cx:pt>
          <cx:pt idx="4111">5</cx:pt>
          <cx:pt idx="4112">7.5</cx:pt>
          <cx:pt idx="4113">6.2000000000000002</cx:pt>
          <cx:pt idx="4114">6.7999999999999998</cx:pt>
          <cx:pt idx="4115">7.7000000000000002</cx:pt>
          <cx:pt idx="4116">6.7999999999999998</cx:pt>
          <cx:pt idx="4117">4.5</cx:pt>
          <cx:pt idx="4118">6.2000000000000002</cx:pt>
          <cx:pt idx="4119">6.9000000000000004</cx:pt>
          <cx:pt idx="4120">3</cx:pt>
          <cx:pt idx="4121">6.5</cx:pt>
          <cx:pt idx="4122">5.9000000000000004</cx:pt>
          <cx:pt idx="4123">6.7000000000000002</cx:pt>
          <cx:pt idx="4124">6.2000000000000002</cx:pt>
          <cx:pt idx="4125">5.5</cx:pt>
          <cx:pt idx="4126">4.7000000000000002</cx:pt>
          <cx:pt idx="4127">7.2000000000000002</cx:pt>
          <cx:pt idx="4128">4.2000000000000002</cx:pt>
          <cx:pt idx="4129">6.7999999999999998</cx:pt>
          <cx:pt idx="4130">8</cx:pt>
          <cx:pt idx="4131">4.5999999999999996</cx:pt>
          <cx:pt idx="4132">7.5</cx:pt>
          <cx:pt idx="4133">7.2999999999999998</cx:pt>
          <cx:pt idx="4134">6.5999999999999996</cx:pt>
          <cx:pt idx="4135">5.2999999999999998</cx:pt>
          <cx:pt idx="4136">2.7000000000000002</cx:pt>
          <cx:pt idx="4137">7</cx:pt>
          <cx:pt idx="4138">6.0999999999999996</cx:pt>
          <cx:pt idx="4139">4.9000000000000004</cx:pt>
          <cx:pt idx="4140">4.5</cx:pt>
          <cx:pt idx="4141">7.4000000000000004</cx:pt>
          <cx:pt idx="4142">6.4000000000000004</cx:pt>
          <cx:pt idx="4143">7</cx:pt>
          <cx:pt idx="4144">7</cx:pt>
          <cx:pt idx="4145">6.9000000000000004</cx:pt>
          <cx:pt idx="4146">5.7000000000000002</cx:pt>
          <cx:pt idx="4147">7.5999999999999996</cx:pt>
          <cx:pt idx="4148">5.5</cx:pt>
          <cx:pt idx="4149">5.9000000000000004</cx:pt>
          <cx:pt idx="4150">4.2999999999999998</cx:pt>
          <cx:pt idx="4151">4.2999999999999998</cx:pt>
          <cx:pt idx="4152">7.9000000000000004</cx:pt>
          <cx:pt idx="4153">6.4000000000000004</cx:pt>
          <cx:pt idx="4154">6.7000000000000002</cx:pt>
          <cx:pt idx="4155">8.5</cx:pt>
          <cx:pt idx="4156">4.5999999999999996</cx:pt>
          <cx:pt idx="4157">6.5</cx:pt>
          <cx:pt idx="4158">2.8999999999999999</cx:pt>
          <cx:pt idx="4159">4.9000000000000004</cx:pt>
          <cx:pt idx="4160">6.5</cx:pt>
          <cx:pt idx="4161">6.2999999999999998</cx:pt>
          <cx:pt idx="4162">7.7000000000000002</cx:pt>
          <cx:pt idx="4163">8.0999999999999996</cx:pt>
          <cx:pt idx="4164">6.7999999999999998</cx:pt>
          <cx:pt idx="4165">6.7999999999999998</cx:pt>
          <cx:pt idx="4166">3.7000000000000002</cx:pt>
          <cx:pt idx="4167">6.7000000000000002</cx:pt>
          <cx:pt idx="4168">8.0999999999999996</cx:pt>
          <cx:pt idx="4169">5.7999999999999998</cx:pt>
          <cx:pt idx="4170">8.4000000000000004</cx:pt>
          <cx:pt idx="4171">7.7999999999999998</cx:pt>
          <cx:pt idx="4172">8.3000000000000007</cx:pt>
          <cx:pt idx="4173">6.9000000000000004</cx:pt>
          <cx:pt idx="4174">5.7999999999999998</cx:pt>
          <cx:pt idx="4175">5.5</cx:pt>
          <cx:pt idx="4176">7.4000000000000004</cx:pt>
          <cx:pt idx="4177">5.9000000000000004</cx:pt>
          <cx:pt idx="4178">5.2999999999999998</cx:pt>
          <cx:pt idx="4179">3.2999999999999998</cx:pt>
          <cx:pt idx="4180">5.5</cx:pt>
          <cx:pt idx="4181">7.4000000000000004</cx:pt>
          <cx:pt idx="4182">7.5</cx:pt>
          <cx:pt idx="4183">6.2000000000000002</cx:pt>
          <cx:pt idx="4184">5.7000000000000002</cx:pt>
          <cx:pt idx="4185">8.0999999999999996</cx:pt>
          <cx:pt idx="4186">7.2999999999999998</cx:pt>
          <cx:pt idx="4187">6.7999999999999998</cx:pt>
          <cx:pt idx="4188">4.2000000000000002</cx:pt>
          <cx:pt idx="4189">7.0999999999999996</cx:pt>
          <cx:pt idx="4190">7</cx:pt>
          <cx:pt idx="4191">5.5</cx:pt>
          <cx:pt idx="4192">4.7000000000000002</cx:pt>
          <cx:pt idx="4193">6.4000000000000004</cx:pt>
          <cx:pt idx="4194">5.2000000000000002</cx:pt>
          <cx:pt idx="4195">6.4000000000000004</cx:pt>
          <cx:pt idx="4196">6.2000000000000002</cx:pt>
          <cx:pt idx="4197">6.5</cx:pt>
          <cx:pt idx="4198">6.2000000000000002</cx:pt>
          <cx:pt idx="4199">7</cx:pt>
          <cx:pt idx="4200">6.5999999999999996</cx:pt>
          <cx:pt idx="4202">5.7000000000000002</cx:pt>
          <cx:pt idx="4203">4.9000000000000004</cx:pt>
          <cx:pt idx="4204">6.0999999999999996</cx:pt>
          <cx:pt idx="4205">5.9000000000000004</cx:pt>
          <cx:pt idx="4206">5.2999999999999998</cx:pt>
          <cx:pt idx="4207">5.5999999999999996</cx:pt>
          <cx:pt idx="4208">5.9000000000000004</cx:pt>
          <cx:pt idx="4210">7.2000000000000002</cx:pt>
          <cx:pt idx="4211">6.4000000000000004</cx:pt>
          <cx:pt idx="4212">4.7999999999999998</cx:pt>
          <cx:pt idx="4213">4.7000000000000002</cx:pt>
          <cx:pt idx="4214">6.9000000000000004</cx:pt>
          <cx:pt idx="4216">6.5999999999999996</cx:pt>
          <cx:pt idx="4217">6.4000000000000004</cx:pt>
          <cx:pt idx="4218">5.5</cx:pt>
          <cx:pt idx="4219">6.9000000000000004</cx:pt>
          <cx:pt idx="4220">5.2000000000000002</cx:pt>
          <cx:pt idx="4221">7.0999999999999996</cx:pt>
          <cx:pt idx="4222">5.9000000000000004</cx:pt>
          <cx:pt idx="4223">7.2000000000000002</cx:pt>
          <cx:pt idx="4224">3.7000000000000002</cx:pt>
          <cx:pt idx="4225">5</cx:pt>
          <cx:pt idx="4227">5.5</cx:pt>
          <cx:pt idx="4228">7</cx:pt>
          <cx:pt idx="4229">5</cx:pt>
          <cx:pt idx="4230">6.2999999999999998</cx:pt>
          <cx:pt idx="4231">7.2000000000000002</cx:pt>
          <cx:pt idx="4232">6.2000000000000002</cx:pt>
          <cx:pt idx="4233">5.0999999999999996</cx:pt>
          <cx:pt idx="4235">7</cx:pt>
          <cx:pt idx="4236">6.2999999999999998</cx:pt>
          <cx:pt idx="4237">6.5999999999999996</cx:pt>
          <cx:pt idx="4238">6.5999999999999996</cx:pt>
          <cx:pt idx="4239">6.0999999999999996</cx:pt>
          <cx:pt idx="4240">5.2000000000000002</cx:pt>
          <cx:pt idx="4241">4.5</cx:pt>
          <cx:pt idx="4242">5.7999999999999998</cx:pt>
          <cx:pt idx="4243">5</cx:pt>
          <cx:pt idx="4244">5.5999999999999996</cx:pt>
          <cx:pt idx="4245">2.5</cx:pt>
          <cx:pt idx="4246">5.7999999999999998</cx:pt>
          <cx:pt idx="4247">7.0999999999999996</cx:pt>
          <cx:pt idx="4248">8.4000000000000004</cx:pt>
          <cx:pt idx="4249">5.0999999999999996</cx:pt>
          <cx:pt idx="4250">4.2999999999999998</cx:pt>
          <cx:pt idx="4251">5.5999999999999996</cx:pt>
          <cx:pt idx="4252">7</cx:pt>
          <cx:pt idx="4253">6.5999999999999996</cx:pt>
          <cx:pt idx="4254">5.5999999999999996</cx:pt>
          <cx:pt idx="4255">6.2000000000000002</cx:pt>
          <cx:pt idx="4256">6.2000000000000002</cx:pt>
          <cx:pt idx="4257">7.5</cx:pt>
          <cx:pt idx="4258">8</cx:pt>
          <cx:pt idx="4259">5.4000000000000004</cx:pt>
          <cx:pt idx="4260">4.9000000000000004</cx:pt>
          <cx:pt idx="4261">7.7000000000000002</cx:pt>
          <cx:pt idx="4262">7.7999999999999998</cx:pt>
          <cx:pt idx="4263">5.9000000000000004</cx:pt>
          <cx:pt idx="4264">7.7999999999999998</cx:pt>
          <cx:pt idx="4267">7.4000000000000004</cx:pt>
          <cx:pt idx="4268">6.7999999999999998</cx:pt>
          <cx:pt idx="4269">6.2000000000000002</cx:pt>
          <cx:pt idx="4270">7.4000000000000004</cx:pt>
          <cx:pt idx="4271">6.2999999999999998</cx:pt>
          <cx:pt idx="4272">7.4000000000000004</cx:pt>
          <cx:pt idx="4273">6.0999999999999996</cx:pt>
          <cx:pt idx="4274">7.0999999999999996</cx:pt>
          <cx:pt idx="4275">6.7999999999999998</cx:pt>
          <cx:pt idx="4276">7.7999999999999998</cx:pt>
          <cx:pt idx="4277">6.7999999999999998</cx:pt>
          <cx:pt idx="4278">5.9000000000000004</cx:pt>
          <cx:pt idx="4279">6.9000000000000004</cx:pt>
          <cx:pt idx="4280">2.7999999999999998</cx:pt>
          <cx:pt idx="4281">5.7000000000000002</cx:pt>
          <cx:pt idx="4282">2.6000000000000001</cx:pt>
          <cx:pt idx="4283">7.0999999999999996</cx:pt>
          <cx:pt idx="4284">6.4000000000000004</cx:pt>
          <cx:pt idx="4285">5.5</cx:pt>
          <cx:pt idx="4286">6.4000000000000004</cx:pt>
          <cx:pt idx="4287">4.4000000000000004</cx:pt>
          <cx:pt idx="4288">5</cx:pt>
          <cx:pt idx="4289">7</cx:pt>
          <cx:pt idx="4290">8.9000000000000004</cx:pt>
          <cx:pt idx="4291">6.0999999999999996</cx:pt>
          <cx:pt idx="4293">6.7999999999999998</cx:pt>
          <cx:pt idx="4294">6.7000000000000002</cx:pt>
          <cx:pt idx="4295">6.9000000000000004</cx:pt>
          <cx:pt idx="4296">6.9000000000000004</cx:pt>
          <cx:pt idx="4297">6.4000000000000004</cx:pt>
          <cx:pt idx="4298">4.7000000000000002</cx:pt>
          <cx:pt idx="4299">6.7000000000000002</cx:pt>
          <cx:pt idx="4300">7.2000000000000002</cx:pt>
          <cx:pt idx="4301">4.7000000000000002</cx:pt>
          <cx:pt idx="4302">5.5999999999999996</cx:pt>
          <cx:pt idx="4303">7</cx:pt>
          <cx:pt idx="4304">7.0999999999999996</cx:pt>
          <cx:pt idx="4305">9.0999999999999996</cx:pt>
          <cx:pt idx="4306">5.7000000000000002</cx:pt>
          <cx:pt idx="4307">7.5</cx:pt>
          <cx:pt idx="4308">6.0999999999999996</cx:pt>
          <cx:pt idx="4309">5.7999999999999998</cx:pt>
          <cx:pt idx="4310">7.7000000000000002</cx:pt>
          <cx:pt idx="4311">7.2000000000000002</cx:pt>
          <cx:pt idx="4312">6.9000000000000004</cx:pt>
          <cx:pt idx="4313">7.5</cx:pt>
          <cx:pt idx="4314">5.4000000000000004</cx:pt>
          <cx:pt idx="4315">7.2999999999999998</cx:pt>
          <cx:pt idx="4316">6.0999999999999996</cx:pt>
          <cx:pt idx="4317">6.2999999999999998</cx:pt>
          <cx:pt idx="4318">7.2999999999999998</cx:pt>
          <cx:pt idx="4319">6.2000000000000002</cx:pt>
          <cx:pt idx="4320">6.7000000000000002</cx:pt>
          <cx:pt idx="4321">8</cx:pt>
          <cx:pt idx="4322">6.2000000000000002</cx:pt>
          <cx:pt idx="4323">5.5999999999999996</cx:pt>
          <cx:pt idx="4324">6.0999999999999996</cx:pt>
          <cx:pt idx="4325">6.5</cx:pt>
          <cx:pt idx="4326">6.7000000000000002</cx:pt>
          <cx:pt idx="4327">2.5</cx:pt>
          <cx:pt idx="4328">4.9000000000000004</cx:pt>
          <cx:pt idx="4329">7.5999999999999996</cx:pt>
          <cx:pt idx="4330">6.2999999999999998</cx:pt>
          <cx:pt idx="4331">6.9000000000000004</cx:pt>
          <cx:pt idx="4332">8.4000000000000004</cx:pt>
          <cx:pt idx="4333">6.2999999999999998</cx:pt>
          <cx:pt idx="4334">7</cx:pt>
          <cx:pt idx="4335">7.5999999999999996</cx:pt>
          <cx:pt idx="4336">7.5</cx:pt>
          <cx:pt idx="4337">8</cx:pt>
          <cx:pt idx="4338">6.5</cx:pt>
          <cx:pt idx="4339">6.5</cx:pt>
          <cx:pt idx="4340">7.0999999999999996</cx:pt>
          <cx:pt idx="4341">7.2000000000000002</cx:pt>
          <cx:pt idx="4342">7.5</cx:pt>
          <cx:pt idx="4343">7</cx:pt>
          <cx:pt idx="4344">6.7999999999999998</cx:pt>
          <cx:pt idx="4345">7.2999999999999998</cx:pt>
          <cx:pt idx="4346">5.5999999999999996</cx:pt>
          <cx:pt idx="4347">7.2000000000000002</cx:pt>
          <cx:pt idx="4348">7</cx:pt>
          <cx:pt idx="4349">5.7000000000000002</cx:pt>
          <cx:pt idx="4350">6</cx:pt>
          <cx:pt idx="4351">7.7000000000000002</cx:pt>
          <cx:pt idx="4352">5.4000000000000004</cx:pt>
          <cx:pt idx="4353">7.0999999999999996</cx:pt>
          <cx:pt idx="4354">7.5</cx:pt>
          <cx:pt idx="4355">5.7000000000000002</cx:pt>
          <cx:pt idx="4356">4.2999999999999998</cx:pt>
          <cx:pt idx="4357">7.4000000000000004</cx:pt>
          <cx:pt idx="4358">7.5</cx:pt>
          <cx:pt idx="4359">7.0999999999999996</cx:pt>
          <cx:pt idx="4360">6.2999999999999998</cx:pt>
          <cx:pt idx="4361">5.7000000000000002</cx:pt>
          <cx:pt idx="4362">7.2000000000000002</cx:pt>
          <cx:pt idx="4363">6.9000000000000004</cx:pt>
          <cx:pt idx="4364">7.7999999999999998</cx:pt>
          <cx:pt idx="4365">5.7999999999999998</cx:pt>
          <cx:pt idx="4366">7.2000000000000002</cx:pt>
          <cx:pt idx="4367">8.0999999999999996</cx:pt>
          <cx:pt idx="4368">6.5999999999999996</cx:pt>
          <cx:pt idx="4369">6.2000000000000002</cx:pt>
          <cx:pt idx="4370">6.0999999999999996</cx:pt>
          <cx:pt idx="4371">7.7999999999999998</cx:pt>
          <cx:pt idx="4372">7.7000000000000002</cx:pt>
          <cx:pt idx="4374">6.7999999999999998</cx:pt>
          <cx:pt idx="4375">7.4000000000000004</cx:pt>
          <cx:pt idx="4376">4.7999999999999998</cx:pt>
          <cx:pt idx="4377">6.7000000000000002</cx:pt>
          <cx:pt idx="4378">7.4000000000000004</cx:pt>
          <cx:pt idx="4379">7.5999999999999996</cx:pt>
          <cx:pt idx="4380">7.2999999999999998</cx:pt>
          <cx:pt idx="4381">5.5999999999999996</cx:pt>
          <cx:pt idx="4382">6.4000000000000004</cx:pt>
          <cx:pt idx="4383">6</cx:pt>
          <cx:pt idx="4384">5.5</cx:pt>
          <cx:pt idx="4385">7.7999999999999998</cx:pt>
          <cx:pt idx="4386">7.2000000000000002</cx:pt>
          <cx:pt idx="4387">6.9000000000000004</cx:pt>
          <cx:pt idx="4388">7.7000000000000002</cx:pt>
          <cx:pt idx="4389">6.9000000000000004</cx:pt>
          <cx:pt idx="4390">5.7000000000000002</cx:pt>
          <cx:pt idx="4391">8.4000000000000004</cx:pt>
          <cx:pt idx="4392">8.0999999999999996</cx:pt>
          <cx:pt idx="4393">7.5</cx:pt>
          <cx:pt idx="4394">7.7999999999999998</cx:pt>
          <cx:pt idx="4395">7.5</cx:pt>
          <cx:pt idx="4396">6.7999999999999998</cx:pt>
          <cx:pt idx="4397">8.6999999999999993</cx:pt>
          <cx:pt idx="4398">8.3000000000000007</cx:pt>
          <cx:pt idx="4399">6.5</cx:pt>
          <cx:pt idx="4400">7.2999999999999998</cx:pt>
          <cx:pt idx="4401">5.7999999999999998</cx:pt>
          <cx:pt idx="4402">7.7000000000000002</cx:pt>
          <cx:pt idx="4403">7.5999999999999996</cx:pt>
          <cx:pt idx="4404">7.9000000000000004</cx:pt>
          <cx:pt idx="4405">7.0999999999999996</cx:pt>
          <cx:pt idx="4408">5.4000000000000004</cx:pt>
          <cx:pt idx="4409">6.2999999999999998</cx:pt>
          <cx:pt idx="4410">7</cx:pt>
          <cx:pt idx="4411">6.2000000000000002</cx:pt>
          <cx:pt idx="4412">6.7999999999999998</cx:pt>
          <cx:pt idx="4413">7</cx:pt>
          <cx:pt idx="4414">5</cx:pt>
          <cx:pt idx="4415">5.5</cx:pt>
          <cx:pt idx="4416">7</cx:pt>
          <cx:pt idx="4417">8.6999999999999993</cx:pt>
          <cx:pt idx="4418">6.2000000000000002</cx:pt>
          <cx:pt idx="4419">5.7000000000000002</cx:pt>
          <cx:pt idx="4420">7.4000000000000004</cx:pt>
          <cx:pt idx="4421">6.2000000000000002</cx:pt>
          <cx:pt idx="4422">8</cx:pt>
          <cx:pt idx="4423">5</cx:pt>
          <cx:pt idx="4424">5.2999999999999998</cx:pt>
          <cx:pt idx="4425">5.2999999999999998</cx:pt>
          <cx:pt idx="4426">5.7000000000000002</cx:pt>
          <cx:pt idx="4427">6.9000000000000004</cx:pt>
          <cx:pt idx="4428">4.7000000000000002</cx:pt>
          <cx:pt idx="4429">5.7999999999999998</cx:pt>
          <cx:pt idx="4430">8.1999999999999993</cx:pt>
          <cx:pt idx="4431">6</cx:pt>
          <cx:pt idx="4432">7</cx:pt>
          <cx:pt idx="4433">7</cx:pt>
          <cx:pt idx="4434">5.9000000000000004</cx:pt>
          <cx:pt idx="4435">4.5999999999999996</cx:pt>
          <cx:pt idx="4436">7.7999999999999998</cx:pt>
          <cx:pt idx="4437">5.2999999999999998</cx:pt>
          <cx:pt idx="4438">8</cx:pt>
          <cx:pt idx="4439">6.2000000000000002</cx:pt>
          <cx:pt idx="4440">6.4000000000000004</cx:pt>
          <cx:pt idx="4441">7.4000000000000004</cx:pt>
          <cx:pt idx="4442">4.5999999999999996</cx:pt>
          <cx:pt idx="4443">6.4000000000000004</cx:pt>
          <cx:pt idx="4444">7.7999999999999998</cx:pt>
          <cx:pt idx="4445">5.2000000000000002</cx:pt>
          <cx:pt idx="4446">7.0999999999999996</cx:pt>
          <cx:pt idx="4447">8.0999999999999996</cx:pt>
          <cx:pt idx="4448">5.2999999999999998</cx:pt>
          <cx:pt idx="4449">7.5</cx:pt>
          <cx:pt idx="4450">6.2999999999999998</cx:pt>
          <cx:pt idx="4451">6.5999999999999996</cx:pt>
          <cx:pt idx="4452">7.2000000000000002</cx:pt>
          <cx:pt idx="4453">7.2999999999999998</cx:pt>
          <cx:pt idx="4454">4.7999999999999998</cx:pt>
          <cx:pt idx="4455">4.9000000000000004</cx:pt>
          <cx:pt idx="4456">8.4000000000000004</cx:pt>
          <cx:pt idx="4457">6.0999999999999996</cx:pt>
          <cx:pt idx="4458">6.7999999999999998</cx:pt>
          <cx:pt idx="4459">6.2999999999999998</cx:pt>
          <cx:pt idx="4460">5.7000000000000002</cx:pt>
          <cx:pt idx="4461">5.2999999999999998</cx:pt>
          <cx:pt idx="4462">6.7999999999999998</cx:pt>
          <cx:pt idx="4463">2.5</cx:pt>
          <cx:pt idx="4464">7.0999999999999996</cx:pt>
          <cx:pt idx="4465">6.7999999999999998</cx:pt>
          <cx:pt idx="4466">6.7999999999999998</cx:pt>
          <cx:pt idx="4467">7.2000000000000002</cx:pt>
          <cx:pt idx="4468">6.7000000000000002</cx:pt>
          <cx:pt idx="4469">7.5</cx:pt>
          <cx:pt idx="4470">6.7000000000000002</cx:pt>
          <cx:pt idx="4471">5.5999999999999996</cx:pt>
          <cx:pt idx="4472">7.2000000000000002</cx:pt>
          <cx:pt idx="4473">6.2000000000000002</cx:pt>
          <cx:pt idx="4474">4</cx:pt>
          <cx:pt idx="4476">8.0999999999999996</cx:pt>
          <cx:pt idx="4477">5.4000000000000004</cx:pt>
          <cx:pt idx="4478">5.9000000000000004</cx:pt>
          <cx:pt idx="4479">6.5</cx:pt>
          <cx:pt idx="4480">7.0999999999999996</cx:pt>
          <cx:pt idx="4481">5.5</cx:pt>
          <cx:pt idx="4482">5.5999999999999996</cx:pt>
          <cx:pt idx="4483">7</cx:pt>
          <cx:pt idx="4484">3</cx:pt>
          <cx:pt idx="4485">7.0999999999999996</cx:pt>
          <cx:pt idx="4486">6.2999999999999998</cx:pt>
          <cx:pt idx="4487">7.9000000000000004</cx:pt>
          <cx:pt idx="4488">8.5</cx:pt>
          <cx:pt idx="4489">5.5999999999999996</cx:pt>
          <cx:pt idx="4490">5.2999999999999998</cx:pt>
          <cx:pt idx="4491">4.5</cx:pt>
          <cx:pt idx="4492">7.2000000000000002</cx:pt>
          <cx:pt idx="4493">7.0999999999999996</cx:pt>
          <cx:pt idx="4494">6.0999999999999996</cx:pt>
          <cx:pt idx="4495">6.5</cx:pt>
          <cx:pt idx="4496">6.5999999999999996</cx:pt>
          <cx:pt idx="4497">6</cx:pt>
          <cx:pt idx="4498">8</cx:pt>
          <cx:pt idx="4499">7.0999999999999996</cx:pt>
          <cx:pt idx="4500">6.7999999999999998</cx:pt>
          <cx:pt idx="4501">5.7000000000000002</cx:pt>
          <cx:pt idx="4502">6.2000000000000002</cx:pt>
          <cx:pt idx="4503">9.1999999999999993</cx:pt>
          <cx:pt idx="4504">7.9000000000000004</cx:pt>
          <cx:pt idx="4505">8</cx:pt>
          <cx:pt idx="4506">6.5</cx:pt>
          <cx:pt idx="4507">6.9000000000000004</cx:pt>
          <cx:pt idx="4508">4.5999999999999996</cx:pt>
          <cx:pt idx="4509">6.7000000000000002</cx:pt>
          <cx:pt idx="4510">6</cx:pt>
          <cx:pt idx="4511">7.0999999999999996</cx:pt>
          <cx:pt idx="4512">6.4000000000000004</cx:pt>
          <cx:pt idx="4513">7</cx:pt>
          <cx:pt idx="4514">8</cx:pt>
          <cx:pt idx="4515">4.7999999999999998</cx:pt>
          <cx:pt idx="4516">5.7999999999999998</cx:pt>
          <cx:pt idx="4517">6.5999999999999996</cx:pt>
          <cx:pt idx="4518">7.0999999999999996</cx:pt>
          <cx:pt idx="4519">8.0999999999999996</cx:pt>
          <cx:pt idx="4520">1.6000000000000001</cx:pt>
          <cx:pt idx="4521">6.5999999999999996</cx:pt>
          <cx:pt idx="4522">5.7999999999999998</cx:pt>
          <cx:pt idx="4523">6.7000000000000002</cx:pt>
          <cx:pt idx="4524">7.4000000000000004</cx:pt>
          <cx:pt idx="4525">6.4000000000000004</cx:pt>
          <cx:pt idx="4526">6.5</cx:pt>
          <cx:pt idx="4527">5.4000000000000004</cx:pt>
          <cx:pt idx="4528">7</cx:pt>
          <cx:pt idx="4529">6.5</cx:pt>
          <cx:pt idx="4530">6.5</cx:pt>
          <cx:pt idx="4531">7.2999999999999998</cx:pt>
          <cx:pt idx="4532">5.5999999999999996</cx:pt>
          <cx:pt idx="4533">6.2999999999999998</cx:pt>
          <cx:pt idx="4534">6.5999999999999996</cx:pt>
          <cx:pt idx="4536">6.2000000000000002</cx:pt>
          <cx:pt idx="4537">5.5</cx:pt>
          <cx:pt idx="4538">5.5999999999999996</cx:pt>
          <cx:pt idx="4539">5.5999999999999996</cx:pt>
          <cx:pt idx="4540">7.0999999999999996</cx:pt>
          <cx:pt idx="4541">6.9000000000000004</cx:pt>
          <cx:pt idx="4542">7.4000000000000004</cx:pt>
          <cx:pt idx="4543">7.2999999999999998</cx:pt>
          <cx:pt idx="4544">6.7999999999999998</cx:pt>
          <cx:pt idx="4545">7</cx:pt>
          <cx:pt idx="4546">5.2000000000000002</cx:pt>
          <cx:pt idx="4547">5.7000000000000002</cx:pt>
          <cx:pt idx="4548">8</cx:pt>
          <cx:pt idx="4549">6.2000000000000002</cx:pt>
          <cx:pt idx="4550">7.5999999999999996</cx:pt>
          <cx:pt idx="4552">5.4000000000000004</cx:pt>
          <cx:pt idx="4553">5.5999999999999996</cx:pt>
          <cx:pt idx="4554">5.2999999999999998</cx:pt>
          <cx:pt idx="4555">6.2999999999999998</cx:pt>
          <cx:pt idx="4556">6.2000000000000002</cx:pt>
          <cx:pt idx="4557">7.0999999999999996</cx:pt>
          <cx:pt idx="4558">7.4000000000000004</cx:pt>
          <cx:pt idx="4559">7.9000000000000004</cx:pt>
          <cx:pt idx="4560">5.2999999999999998</cx:pt>
          <cx:pt idx="4562">7.4000000000000004</cx:pt>
          <cx:pt idx="4563">5.7000000000000002</cx:pt>
          <cx:pt idx="4564">7.7000000000000002</cx:pt>
          <cx:pt idx="4565">5.5</cx:pt>
          <cx:pt idx="4566">6.5</cx:pt>
          <cx:pt idx="4567">5.5</cx:pt>
          <cx:pt idx="4568">5.7999999999999998</cx:pt>
          <cx:pt idx="4569">7.2000000000000002</cx:pt>
          <cx:pt idx="4570">6.4000000000000004</cx:pt>
          <cx:pt idx="4571">6.7000000000000002</cx:pt>
          <cx:pt idx="4572">6.5999999999999996</cx:pt>
          <cx:pt idx="4573">5.5</cx:pt>
          <cx:pt idx="4574">8</cx:pt>
          <cx:pt idx="4575">6.0999999999999996</cx:pt>
          <cx:pt idx="4576">7.7999999999999998</cx:pt>
          <cx:pt idx="4577">7.7000000000000002</cx:pt>
          <cx:pt idx="4578">6.4000000000000004</cx:pt>
          <cx:pt idx="4579">7.5999999999999996</cx:pt>
          <cx:pt idx="4580">5.7000000000000002</cx:pt>
          <cx:pt idx="4581">7.4000000000000004</cx:pt>
          <cx:pt idx="4582">7.2000000000000002</cx:pt>
          <cx:pt idx="4583">8.4000000000000004</cx:pt>
          <cx:pt idx="4584">6.7999999999999998</cx:pt>
          <cx:pt idx="4585">6.5999999999999996</cx:pt>
          <cx:pt idx="4586">6.5</cx:pt>
          <cx:pt idx="4587">7.5999999999999996</cx:pt>
          <cx:pt idx="4588">7.0999999999999996</cx:pt>
          <cx:pt idx="4589">7.2000000000000002</cx:pt>
          <cx:pt idx="4590">5.5999999999999996</cx:pt>
          <cx:pt idx="4591">5.2000000000000002</cx:pt>
          <cx:pt idx="4592">3.8999999999999999</cx:pt>
          <cx:pt idx="4594">6.7999999999999998</cx:pt>
          <cx:pt idx="4595">3.6000000000000001</cx:pt>
          <cx:pt idx="4596">7</cx:pt>
          <cx:pt idx="4597">6.5999999999999996</cx:pt>
          <cx:pt idx="4598">6.9000000000000004</cx:pt>
          <cx:pt idx="4599">7.0999999999999996</cx:pt>
          <cx:pt idx="4600">6.5999999999999996</cx:pt>
          <cx:pt idx="4601">7.2000000000000002</cx:pt>
          <cx:pt idx="4602">6.0999999999999996</cx:pt>
          <cx:pt idx="4603">7.2999999999999998</cx:pt>
          <cx:pt idx="4604">6.5999999999999996</cx:pt>
          <cx:pt idx="4605">8.0999999999999996</cx:pt>
          <cx:pt idx="4606">6.7000000000000002</cx:pt>
          <cx:pt idx="4607">6.0999999999999996</cx:pt>
          <cx:pt idx="4608">6.4000000000000004</cx:pt>
          <cx:pt idx="4609">6.2999999999999998</cx:pt>
          <cx:pt idx="4610">7.4000000000000004</cx:pt>
          <cx:pt idx="4611">4.2999999999999998</cx:pt>
          <cx:pt idx="4612">5.7999999999999998</cx:pt>
          <cx:pt idx="4613">6.7000000000000002</cx:pt>
          <cx:pt idx="4614">6.0999999999999996</cx:pt>
          <cx:pt idx="4615">3.8999999999999999</cx:pt>
          <cx:pt idx="4616">7.2999999999999998</cx:pt>
          <cx:pt idx="4617">7</cx:pt>
          <cx:pt idx="4618">6.5999999999999996</cx:pt>
          <cx:pt idx="4619">7.5</cx:pt>
          <cx:pt idx="4620">7</cx:pt>
          <cx:pt idx="4621">6.2999999999999998</cx:pt>
          <cx:pt idx="4622">8.0999999999999996</cx:pt>
          <cx:pt idx="4623">7.7000000000000002</cx:pt>
          <cx:pt idx="4624">4.2000000000000002</cx:pt>
          <cx:pt idx="4625">4.5999999999999996</cx:pt>
          <cx:pt idx="4626">6.4000000000000004</cx:pt>
          <cx:pt idx="4627">5.4000000000000004</cx:pt>
          <cx:pt idx="4628">4.2999999999999998</cx:pt>
          <cx:pt idx="4629">7.5999999999999996</cx:pt>
          <cx:pt idx="4630">7.2999999999999998</cx:pt>
          <cx:pt idx="4631">7.4000000000000004</cx:pt>
          <cx:pt idx="4632">6.7999999999999998</cx:pt>
          <cx:pt idx="4633">6.5</cx:pt>
          <cx:pt idx="4634">6.2000000000000002</cx:pt>
          <cx:pt idx="4635">8.6999999999999993</cx:pt>
          <cx:pt idx="4636">6.5</cx:pt>
          <cx:pt idx="4637">6.4000000000000004</cx:pt>
          <cx:pt idx="4639">6.2000000000000002</cx:pt>
          <cx:pt idx="4640">7.4000000000000004</cx:pt>
          <cx:pt idx="4642">6.5</cx:pt>
          <cx:pt idx="4643">7</cx:pt>
          <cx:pt idx="4644">6.7000000000000002</cx:pt>
          <cx:pt idx="4645">4.7000000000000002</cx:pt>
          <cx:pt idx="4646">5.7000000000000002</cx:pt>
          <cx:pt idx="4647">2.6000000000000001</cx:pt>
          <cx:pt idx="4648">6.5</cx:pt>
          <cx:pt idx="4649">6.7000000000000002</cx:pt>
          <cx:pt idx="4650">4.7999999999999998</cx:pt>
          <cx:pt idx="4651">7.4000000000000004</cx:pt>
          <cx:pt idx="4652">6.0999999999999996</cx:pt>
          <cx:pt idx="4653">4.5</cx:pt>
          <cx:pt idx="4654">5.5</cx:pt>
          <cx:pt idx="4655">4.4000000000000004</cx:pt>
          <cx:pt idx="4656">6.7000000000000002</cx:pt>
          <cx:pt idx="4657">7</cx:pt>
          <cx:pt idx="4658">6.4000000000000004</cx:pt>
          <cx:pt idx="4659">8.5999999999999996</cx:pt>
          <cx:pt idx="4660">7.2000000000000002</cx:pt>
          <cx:pt idx="4661">7.4000000000000004</cx:pt>
          <cx:pt idx="4662">7.2000000000000002</cx:pt>
          <cx:pt idx="4663">5.5</cx:pt>
          <cx:pt idx="4664">5.4000000000000004</cx:pt>
          <cx:pt idx="4665">6.2000000000000002</cx:pt>
          <cx:pt idx="4666">6.9000000000000004</cx:pt>
          <cx:pt idx="4667">8.3000000000000007</cx:pt>
          <cx:pt idx="4668">7.5</cx:pt>
          <cx:pt idx="4669">7</cx:pt>
          <cx:pt idx="4670">7.0999999999999996</cx:pt>
          <cx:pt idx="4671">6.5999999999999996</cx:pt>
          <cx:pt idx="4672">6.5999999999999996</cx:pt>
          <cx:pt idx="4673">7.4000000000000004</cx:pt>
          <cx:pt idx="4674">7.2000000000000002</cx:pt>
          <cx:pt idx="4675">7.0999999999999996</cx:pt>
          <cx:pt idx="4676">5.4000000000000004</cx:pt>
          <cx:pt idx="4677">7.9000000000000004</cx:pt>
          <cx:pt idx="4678">7</cx:pt>
          <cx:pt idx="4679">7.2999999999999998</cx:pt>
          <cx:pt idx="4680">6.7000000000000002</cx:pt>
          <cx:pt idx="4681">6.2999999999999998</cx:pt>
          <cx:pt idx="4682">6.7000000000000002</cx:pt>
          <cx:pt idx="4683">5.5</cx:pt>
          <cx:pt idx="4684">6.2999999999999998</cx:pt>
          <cx:pt idx="4685">6.7000000000000002</cx:pt>
          <cx:pt idx="4686">8.4000000000000004</cx:pt>
          <cx:pt idx="4687">6</cx:pt>
          <cx:pt idx="4688">6.4000000000000004</cx:pt>
          <cx:pt idx="4689">5.4000000000000004</cx:pt>
          <cx:pt idx="4690">5.9000000000000004</cx:pt>
          <cx:pt idx="4691">7.4000000000000004</cx:pt>
          <cx:pt idx="4692">4.7000000000000002</cx:pt>
          <cx:pt idx="4693">7.9000000000000004</cx:pt>
          <cx:pt idx="4694">5.7000000000000002</cx:pt>
          <cx:pt idx="4695">6.9000000000000004</cx:pt>
          <cx:pt idx="4696">7</cx:pt>
          <cx:pt idx="4697">7.2000000000000002</cx:pt>
          <cx:pt idx="4698">6.2999999999999998</cx:pt>
          <cx:pt idx="4699">4.2999999999999998</cx:pt>
          <cx:pt idx="4700">6.2000000000000002</cx:pt>
          <cx:pt idx="4701">7.5</cx:pt>
          <cx:pt idx="4702">6.4000000000000004</cx:pt>
          <cx:pt idx="4703">7.7000000000000002</cx:pt>
          <cx:pt idx="4704">7.2000000000000002</cx:pt>
          <cx:pt idx="4705">6.9000000000000004</cx:pt>
          <cx:pt idx="4706">5.5</cx:pt>
          <cx:pt idx="4707">7.7999999999999998</cx:pt>
          <cx:pt idx="4708">7.2000000000000002</cx:pt>
          <cx:pt idx="4709">6.5999999999999996</cx:pt>
          <cx:pt idx="4710">5.5</cx:pt>
          <cx:pt idx="4711">7.5</cx:pt>
          <cx:pt idx="4712">4.4000000000000004</cx:pt>
          <cx:pt idx="4713">5.0999999999999996</cx:pt>
          <cx:pt idx="4714">5.5</cx:pt>
          <cx:pt idx="4715">5.7000000000000002</cx:pt>
          <cx:pt idx="4716">6.5999999999999996</cx:pt>
          <cx:pt idx="4717">6.2000000000000002</cx:pt>
          <cx:pt idx="4718">7.4000000000000004</cx:pt>
          <cx:pt idx="4719">6.9000000000000004</cx:pt>
          <cx:pt idx="4720">6.5</cx:pt>
          <cx:pt idx="4721">8.0999999999999996</cx:pt>
          <cx:pt idx="4722">7.4000000000000004</cx:pt>
          <cx:pt idx="4723">7</cx:pt>
          <cx:pt idx="4724">6.0999999999999996</cx:pt>
          <cx:pt idx="4725">6.2000000000000002</cx:pt>
          <cx:pt idx="4726">7.4000000000000004</cx:pt>
          <cx:pt idx="4727">7.2999999999999998</cx:pt>
          <cx:pt idx="4728">4.5999999999999996</cx:pt>
          <cx:pt idx="4729">5.2999999999999998</cx:pt>
          <cx:pt idx="4730">6.5999999999999996</cx:pt>
          <cx:pt idx="4731">6.7999999999999998</cx:pt>
          <cx:pt idx="4732">6.9000000000000004</cx:pt>
          <cx:pt idx="4733">4.7000000000000002</cx:pt>
          <cx:pt idx="4734">7.9000000000000004</cx:pt>
          <cx:pt idx="4735">6.7999999999999998</cx:pt>
          <cx:pt idx="4736">7.4000000000000004</cx:pt>
          <cx:pt idx="4737">5.5</cx:pt>
          <cx:pt idx="4738">7.4000000000000004</cx:pt>
          <cx:pt idx="4739">5.5</cx:pt>
          <cx:pt idx="4740">6.9000000000000004</cx:pt>
          <cx:pt idx="4741">6.2999999999999998</cx:pt>
          <cx:pt idx="4742">6.7000000000000002</cx:pt>
          <cx:pt idx="4743">4.7999999999999998</cx:pt>
          <cx:pt idx="4744">3.8999999999999999</cx:pt>
          <cx:pt idx="4745">6.5999999999999996</cx:pt>
          <cx:pt idx="4746">4.2000000000000002</cx:pt>
          <cx:pt idx="4747">6.2999999999999998</cx:pt>
          <cx:pt idx="4748">5.4000000000000004</cx:pt>
          <cx:pt idx="4749">6.5999999999999996</cx:pt>
          <cx:pt idx="4750">6.2999999999999998</cx:pt>
          <cx:pt idx="4751">6.5</cx:pt>
          <cx:pt idx="4752">7</cx:pt>
          <cx:pt idx="4753">7.5</cx:pt>
          <cx:pt idx="4754">5.2999999999999998</cx:pt>
          <cx:pt idx="4755">7.5</cx:pt>
          <cx:pt idx="4756">7.7999999999999998</cx:pt>
          <cx:pt idx="4757">6.4000000000000004</cx:pt>
          <cx:pt idx="4758">5.0999999999999996</cx:pt>
          <cx:pt idx="4759">5.5999999999999996</cx:pt>
          <cx:pt idx="4760">7</cx:pt>
          <cx:pt idx="4761">5.2999999999999998</cx:pt>
          <cx:pt idx="4762">7.7000000000000002</cx:pt>
          <cx:pt idx="4763">7.5</cx:pt>
          <cx:pt idx="4764">6.0999999999999996</cx:pt>
          <cx:pt idx="4765">5.5999999999999996</cx:pt>
          <cx:pt idx="4766">6.0999999999999996</cx:pt>
          <cx:pt idx="4767">6.5</cx:pt>
          <cx:pt idx="4768">6.2000000000000002</cx:pt>
          <cx:pt idx="4769">6.5</cx:pt>
          <cx:pt idx="4770">4.7999999999999998</cx:pt>
          <cx:pt idx="4771">6.7000000000000002</cx:pt>
          <cx:pt idx="4772">4.4000000000000004</cx:pt>
          <cx:pt idx="4773">7</cx:pt>
          <cx:pt idx="4774">7</cx:pt>
          <cx:pt idx="4775">7.2999999999999998</cx:pt>
          <cx:pt idx="4776">7.7000000000000002</cx:pt>
          <cx:pt idx="4777">7.0999999999999996</cx:pt>
          <cx:pt idx="4778">4.2999999999999998</cx:pt>
          <cx:pt idx="4779">6.9000000000000004</cx:pt>
          <cx:pt idx="4780">7.2000000000000002</cx:pt>
          <cx:pt idx="4781">7.7000000000000002</cx:pt>
          <cx:pt idx="4782">5.4000000000000004</cx:pt>
          <cx:pt idx="4783">6.2000000000000002</cx:pt>
          <cx:pt idx="4784">5.4000000000000004</cx:pt>
          <cx:pt idx="4785">3.3999999999999999</cx:pt>
          <cx:pt idx="4786">6</cx:pt>
          <cx:pt idx="4787">6.5</cx:pt>
          <cx:pt idx="4788">5.7000000000000002</cx:pt>
          <cx:pt idx="4789">6.2999999999999998</cx:pt>
          <cx:pt idx="4790">6.5999999999999996</cx:pt>
          <cx:pt idx="4791">8.1999999999999993</cx:pt>
          <cx:pt idx="4792">6.2000000000000002</cx:pt>
          <cx:pt idx="4793">5.2000000000000002</cx:pt>
          <cx:pt idx="4794">6.0999999999999996</cx:pt>
          <cx:pt idx="4795">7.2000000000000002</cx:pt>
          <cx:pt idx="4796">5.9000000000000004</cx:pt>
          <cx:pt idx="4797">6.5</cx:pt>
          <cx:pt idx="4798">6.7000000000000002</cx:pt>
          <cx:pt idx="4799">5.2999999999999998</cx:pt>
          <cx:pt idx="4800">6.7999999999999998</cx:pt>
          <cx:pt idx="4801">7.5999999999999996</cx:pt>
          <cx:pt idx="4802">7.7000000000000002</cx:pt>
          <cx:pt idx="4803">7.2000000000000002</cx:pt>
          <cx:pt idx="4804">4.7000000000000002</cx:pt>
          <cx:pt idx="4805">6.5</cx:pt>
          <cx:pt idx="4806">6.0999999999999996</cx:pt>
          <cx:pt idx="4807">4.2000000000000002</cx:pt>
          <cx:pt idx="4808">5.2000000000000002</cx:pt>
          <cx:pt idx="4809">5.5999999999999996</cx:pt>
          <cx:pt idx="4810">5.2000000000000002</cx:pt>
          <cx:pt idx="4811">6.5</cx:pt>
          <cx:pt idx="4812">4.2999999999999998</cx:pt>
          <cx:pt idx="4813">7.5</cx:pt>
          <cx:pt idx="4814">6.5999999999999996</cx:pt>
          <cx:pt idx="4815">4.0999999999999996</cx:pt>
          <cx:pt idx="4816">7.7999999999999998</cx:pt>
          <cx:pt idx="4817">7.9000000000000004</cx:pt>
          <cx:pt idx="4818">6.2000000000000002</cx:pt>
          <cx:pt idx="4819">6.2999999999999998</cx:pt>
          <cx:pt idx="4820">8.0999999999999996</cx:pt>
          <cx:pt idx="4821">5.5</cx:pt>
          <cx:pt idx="4822">6.0999999999999996</cx:pt>
          <cx:pt idx="4823">5.5</cx:pt>
          <cx:pt idx="4824">5.7999999999999998</cx:pt>
          <cx:pt idx="4825">6.9000000000000004</cx:pt>
          <cx:pt idx="4826">6.9000000000000004</cx:pt>
          <cx:pt idx="4827">5.9000000000000004</cx:pt>
          <cx:pt idx="4829">5.2000000000000002</cx:pt>
          <cx:pt idx="4830">4.7999999999999998</cx:pt>
          <cx:pt idx="4831">7.7999999999999998</cx:pt>
          <cx:pt idx="4832">7.5999999999999996</cx:pt>
          <cx:pt idx="4833">5.4000000000000004</cx:pt>
          <cx:pt idx="4834">6.7999999999999998</cx:pt>
          <cx:pt idx="4835">5.5999999999999996</cx:pt>
          <cx:pt idx="4836">5.5</cx:pt>
          <cx:pt idx="4837">6.7999999999999998</cx:pt>
          <cx:pt idx="4838">6.0999999999999996</cx:pt>
          <cx:pt idx="4839">6.0999999999999996</cx:pt>
          <cx:pt idx="4840">4.4000000000000004</cx:pt>
          <cx:pt idx="4841">7.2999999999999998</cx:pt>
          <cx:pt idx="4842">7.2000000000000002</cx:pt>
          <cx:pt idx="4843">7.9000000000000004</cx:pt>
          <cx:pt idx="4844">6</cx:pt>
          <cx:pt idx="4845">6.4000000000000004</cx:pt>
          <cx:pt idx="4846">6.7999999999999998</cx:pt>
          <cx:pt idx="4847">6.5</cx:pt>
          <cx:pt idx="4848">5.0999999999999996</cx:pt>
          <cx:pt idx="4849">5.4000000000000004</cx:pt>
          <cx:pt idx="4850">5.5</cx:pt>
          <cx:pt idx="4851">5.4000000000000004</cx:pt>
          <cx:pt idx="4852">6.7999999999999998</cx:pt>
          <cx:pt idx="4853">8.8000000000000007</cx:pt>
          <cx:pt idx="4854">5.0999999999999996</cx:pt>
          <cx:pt idx="4856">4.5</cx:pt>
          <cx:pt idx="4857">2.2999999999999998</cx:pt>
          <cx:pt idx="4858">6.2999999999999998</cx:pt>
          <cx:pt idx="4859">7.2999999999999998</cx:pt>
          <cx:pt idx="4860">7</cx:pt>
          <cx:pt idx="4861">5.0999999999999996</cx:pt>
          <cx:pt idx="4862">5.5</cx:pt>
          <cx:pt idx="4863">6.5</cx:pt>
          <cx:pt idx="4864">7.5</cx:pt>
          <cx:pt idx="4865">5.5</cx:pt>
          <cx:pt idx="4866">6.0999999999999996</cx:pt>
          <cx:pt idx="4867">4.7000000000000002</cx:pt>
          <cx:pt idx="4868">6.7999999999999998</cx:pt>
          <cx:pt idx="4869">6.9000000000000004</cx:pt>
          <cx:pt idx="4870">5.9000000000000004</cx:pt>
          <cx:pt idx="4871">5.2000000000000002</cx:pt>
          <cx:pt idx="4872">6.9000000000000004</cx:pt>
          <cx:pt idx="4873">7.2000000000000002</cx:pt>
          <cx:pt idx="4874">6.7999999999999998</cx:pt>
          <cx:pt idx="4875">6.7999999999999998</cx:pt>
          <cx:pt idx="4876">6.7999999999999998</cx:pt>
          <cx:pt idx="4878">5.2000000000000002</cx:pt>
          <cx:pt idx="4879">5.7999999999999998</cx:pt>
          <cx:pt idx="4880">6.4000000000000004</cx:pt>
          <cx:pt idx="4881">5.0999999999999996</cx:pt>
          <cx:pt idx="4882">7.2000000000000002</cx:pt>
          <cx:pt idx="4883">6.7000000000000002</cx:pt>
          <cx:pt idx="4884">7.5</cx:pt>
          <cx:pt idx="4885">4.7000000000000002</cx:pt>
          <cx:pt idx="4886">7.0999999999999996</cx:pt>
          <cx:pt idx="4887">5.5</cx:pt>
          <cx:pt idx="4888">7</cx:pt>
          <cx:pt idx="4889">1.8</cx:pt>
          <cx:pt idx="4890">6.7999999999999998</cx:pt>
          <cx:pt idx="4891">6.2999999999999998</cx:pt>
          <cx:pt idx="4892">8</cx:pt>
          <cx:pt idx="4894">6.2000000000000002</cx:pt>
          <cx:pt idx="4895">6.2000000000000002</cx:pt>
          <cx:pt idx="4896">8.5999999999999996</cx:pt>
          <cx:pt idx="4897">6.5</cx:pt>
          <cx:pt idx="4898">6.5</cx:pt>
          <cx:pt idx="4899">6.5</cx:pt>
          <cx:pt idx="4900">5.7000000000000002</cx:pt>
          <cx:pt idx="4902">6.4000000000000004</cx:pt>
          <cx:pt idx="4903">6.2000000000000002</cx:pt>
          <cx:pt idx="4904">6.5</cx:pt>
          <cx:pt idx="4906">7.4000000000000004</cx:pt>
          <cx:pt idx="4907">7</cx:pt>
          <cx:pt idx="4908">6.7000000000000002</cx:pt>
          <cx:pt idx="4909">2.5</cx:pt>
          <cx:pt idx="4910">6.7000000000000002</cx:pt>
          <cx:pt idx="4911">7</cx:pt>
          <cx:pt idx="4912">4.4000000000000004</cx:pt>
          <cx:pt idx="4913">3.8999999999999999</cx:pt>
          <cx:pt idx="4914">5.2999999999999998</cx:pt>
          <cx:pt idx="4915">6.2000000000000002</cx:pt>
          <cx:pt idx="4916">5.5</cx:pt>
          <cx:pt idx="4917">6.7000000000000002</cx:pt>
          <cx:pt idx="4918">6.5999999999999996</cx:pt>
          <cx:pt idx="4919">8.3000000000000007</cx:pt>
          <cx:pt idx="4920">6.2000000000000002</cx:pt>
          <cx:pt idx="4921">3.3999999999999999</cx:pt>
          <cx:pt idx="4922">7.5</cx:pt>
          <cx:pt idx="4923">5.5999999999999996</cx:pt>
          <cx:pt idx="4924">7</cx:pt>
          <cx:pt idx="4925">5.0999999999999996</cx:pt>
          <cx:pt idx="4926">6.9000000000000004</cx:pt>
          <cx:pt idx="4927">5.7000000000000002</cx:pt>
          <cx:pt idx="4928">7.9000000000000004</cx:pt>
          <cx:pt idx="4929">5.7000000000000002</cx:pt>
          <cx:pt idx="4930">5.9000000000000004</cx:pt>
          <cx:pt idx="4931">5.5</cx:pt>
          <cx:pt idx="4932">6.2999999999999998</cx:pt>
          <cx:pt idx="4933">6.2000000000000002</cx:pt>
          <cx:pt idx="4934">4.9000000000000004</cx:pt>
          <cx:pt idx="4935">5.2999999999999998</cx:pt>
          <cx:pt idx="4936">6.4000000000000004</cx:pt>
          <cx:pt idx="4937">6.4000000000000004</cx:pt>
          <cx:pt idx="4938">6.2999999999999998</cx:pt>
          <cx:pt idx="4939">6</cx:pt>
          <cx:pt idx="4940">5.7999999999999998</cx:pt>
          <cx:pt idx="4941">4.9000000000000004</cx:pt>
          <cx:pt idx="4942">5.2000000000000002</cx:pt>
          <cx:pt idx="4943">5.2999999999999998</cx:pt>
          <cx:pt idx="4944">8.4000000000000004</cx:pt>
          <cx:pt idx="4945">7.0999999999999996</cx:pt>
          <cx:pt idx="4946">8.0999999999999996</cx:pt>
          <cx:pt idx="4947">5.7999999999999998</cx:pt>
          <cx:pt idx="4948">5.0999999999999996</cx:pt>
          <cx:pt idx="4949">4.4000000000000004</cx:pt>
          <cx:pt idx="4950">6.2000000000000002</cx:pt>
          <cx:pt idx="4951">5.9000000000000004</cx:pt>
          <cx:pt idx="4952">7.0999999999999996</cx:pt>
          <cx:pt idx="4953">5.5</cx:pt>
          <cx:pt idx="4954">6.9000000000000004</cx:pt>
          <cx:pt idx="4955">6.9000000000000004</cx:pt>
          <cx:pt idx="4956">6.2999999999999998</cx:pt>
          <cx:pt idx="4957">6.5999999999999996</cx:pt>
          <cx:pt idx="4958">6.9000000000000004</cx:pt>
          <cx:pt idx="4959">6.5</cx:pt>
          <cx:pt idx="4960">6.0999999999999996</cx:pt>
          <cx:pt idx="4961">8.3000000000000007</cx:pt>
          <cx:pt idx="4962">5</cx:pt>
          <cx:pt idx="4963">5.5</cx:pt>
          <cx:pt idx="4964">5.9000000000000004</cx:pt>
          <cx:pt idx="4965">5.7000000000000002</cx:pt>
          <cx:pt idx="4966">4.5999999999999996</cx:pt>
          <cx:pt idx="4967">6.7000000000000002</cx:pt>
          <cx:pt idx="4968">6.9000000000000004</cx:pt>
          <cx:pt idx="4969">7.4000000000000004</cx:pt>
          <cx:pt idx="4970">4.5</cx:pt>
          <cx:pt idx="4971">6.7000000000000002</cx:pt>
          <cx:pt idx="4972">7</cx:pt>
          <cx:pt idx="4973">5.2999999999999998</cx:pt>
          <cx:pt idx="4974">6.5</cx:pt>
          <cx:pt idx="4975">6.5</cx:pt>
          <cx:pt idx="4976">4.4000000000000004</cx:pt>
          <cx:pt idx="4977">7.5999999999999996</cx:pt>
          <cx:pt idx="4978">5.2999999999999998</cx:pt>
          <cx:pt idx="4979">5.5999999999999996</cx:pt>
          <cx:pt idx="4980">7.2000000000000002</cx:pt>
          <cx:pt idx="4981">5.2999999999999998</cx:pt>
          <cx:pt idx="4982">6.5999999999999996</cx:pt>
          <cx:pt idx="4983">7.7999999999999998</cx:pt>
          <cx:pt idx="4984">6</cx:pt>
          <cx:pt idx="4985">5</cx:pt>
          <cx:pt idx="4986">6.0999999999999996</cx:pt>
          <cx:pt idx="4987">7.2000000000000002</cx:pt>
          <cx:pt idx="4988">5.4000000000000004</cx:pt>
          <cx:pt idx="4989">5.5999999999999996</cx:pt>
          <cx:pt idx="4990">5.5999999999999996</cx:pt>
          <cx:pt idx="4991">4.2000000000000002</cx:pt>
          <cx:pt idx="4992">6</cx:pt>
          <cx:pt idx="4993">5.2999999999999998</cx:pt>
          <cx:pt idx="4994">7.5</cx:pt>
          <cx:pt idx="4995">5.2999999999999998</cx:pt>
          <cx:pt idx="4996">6.7999999999999998</cx:pt>
          <cx:pt idx="4997">4</cx:pt>
          <cx:pt idx="4998">6.4000000000000004</cx:pt>
          <cx:pt idx="4999">5.2999999999999998</cx:pt>
          <cx:pt idx="5000">7.5</cx:pt>
          <cx:pt idx="5001">6.5999999999999996</cx:pt>
          <cx:pt idx="5002">6.9000000000000004</cx:pt>
          <cx:pt idx="5003">6.7999999999999998</cx:pt>
          <cx:pt idx="5004">7.4000000000000004</cx:pt>
          <cx:pt idx="5005">5.4000000000000004</cx:pt>
          <cx:pt idx="5006">5.9000000000000004</cx:pt>
          <cx:pt idx="5007">6.0999999999999996</cx:pt>
          <cx:pt idx="5008">5.0999999999999996</cx:pt>
          <cx:pt idx="5009">4.4000000000000004</cx:pt>
          <cx:pt idx="5011">8</cx:pt>
          <cx:pt idx="5012">4.9000000000000004</cx:pt>
          <cx:pt idx="5013">6.7000000000000002</cx:pt>
          <cx:pt idx="5014">6.2999999999999998</cx:pt>
          <cx:pt idx="5015">6.5999999999999996</cx:pt>
          <cx:pt idx="5016">5.7999999999999998</cx:pt>
          <cx:pt idx="5017">4.2000000000000002</cx:pt>
          <cx:pt idx="5018">6.2000000000000002</cx:pt>
          <cx:pt idx="5019">6.7999999999999998</cx:pt>
          <cx:pt idx="5020">8.0999999999999996</cx:pt>
          <cx:pt idx="5021">3.8999999999999999</cx:pt>
          <cx:pt idx="5022">6.4000000000000004</cx:pt>
          <cx:pt idx="5023">7.4000000000000004</cx:pt>
          <cx:pt idx="5024">7.7000000000000002</cx:pt>
          <cx:pt idx="5025">5.7000000000000002</cx:pt>
          <cx:pt idx="5026">7.5</cx:pt>
          <cx:pt idx="5027">6.5</cx:pt>
          <cx:pt idx="5028">4.4000000000000004</cx:pt>
          <cx:pt idx="5029">8.1999999999999993</cx:pt>
          <cx:pt idx="5030">5.5999999999999996</cx:pt>
          <cx:pt idx="5031">7</cx:pt>
          <cx:pt idx="5032">7.0999999999999996</cx:pt>
          <cx:pt idx="5033">6.5999999999999996</cx:pt>
          <cx:pt idx="5034">6.5999999999999996</cx:pt>
          <cx:pt idx="5035">5.2999999999999998</cx:pt>
          <cx:pt idx="5036">5.7999999999999998</cx:pt>
          <cx:pt idx="5037">7.2000000000000002</cx:pt>
          <cx:pt idx="5038">5.2000000000000002</cx:pt>
          <cx:pt idx="5039">3</cx:pt>
          <cx:pt idx="5041">7.2000000000000002</cx:pt>
          <cx:pt idx="5042">5.2999999999999998</cx:pt>
          <cx:pt idx="5043">6.2000000000000002</cx:pt>
          <cx:pt idx="5044">6.2999999999999998</cx:pt>
          <cx:pt idx="5045">5.9000000000000004</cx:pt>
          <cx:pt idx="5046">7.0999999999999996</cx:pt>
          <cx:pt idx="5047">6.0999999999999996</cx:pt>
          <cx:pt idx="5048">6.2000000000000002</cx:pt>
          <cx:pt idx="5049">3.8999999999999999</cx:pt>
          <cx:pt idx="5050">5.4000000000000004</cx:pt>
          <cx:pt idx="5051">6.5</cx:pt>
          <cx:pt idx="5052">6.4000000000000004</cx:pt>
          <cx:pt idx="5053">7.2999999999999998</cx:pt>
          <cx:pt idx="5054">7</cx:pt>
          <cx:pt idx="5055">5.2999999999999998</cx:pt>
          <cx:pt idx="5057">7.5</cx:pt>
          <cx:pt idx="5058">6.5999999999999996</cx:pt>
          <cx:pt idx="5059">3.7000000000000002</cx:pt>
          <cx:pt idx="5060">6.0999999999999996</cx:pt>
          <cx:pt idx="5061">7</cx:pt>
          <cx:pt idx="5062">5</cx:pt>
          <cx:pt idx="5063">6.7000000000000002</cx:pt>
          <cx:pt idx="5064">4.2999999999999998</cx:pt>
          <cx:pt idx="5065">3.7999999999999998</cx:pt>
          <cx:pt idx="5066">6</cx:pt>
          <cx:pt idx="5067">6.7999999999999998</cx:pt>
          <cx:pt idx="5068">5.5</cx:pt>
          <cx:pt idx="5069">5.4000000000000004</cx:pt>
          <cx:pt idx="5070">6.9000000000000004</cx:pt>
          <cx:pt idx="5071">5.7000000000000002</cx:pt>
          <cx:pt idx="5072">5.2000000000000002</cx:pt>
          <cx:pt idx="5073">4.9000000000000004</cx:pt>
          <cx:pt idx="5074">5.4000000000000004</cx:pt>
          <cx:pt idx="5075">5.5999999999999996</cx:pt>
          <cx:pt idx="5076">5</cx:pt>
          <cx:pt idx="5077">8</cx:pt>
          <cx:pt idx="5078">3.3999999999999999</cx:pt>
          <cx:pt idx="5079">6.2000000000000002</cx:pt>
          <cx:pt idx="5080">5.9000000000000004</cx:pt>
          <cx:pt idx="5081">7.7999999999999998</cx:pt>
          <cx:pt idx="5082">5</cx:pt>
          <cx:pt idx="5083">6.9000000000000004</cx:pt>
          <cx:pt idx="5084">4.7999999999999998</cx:pt>
          <cx:pt idx="5085">3.7999999999999998</cx:pt>
          <cx:pt idx="5086">6.5999999999999996</cx:pt>
          <cx:pt idx="5087">4.7000000000000002</cx:pt>
          <cx:pt idx="5088">3.2999999999999998</cx:pt>
          <cx:pt idx="5089">6</cx:pt>
          <cx:pt idx="5090">4.2999999999999998</cx:pt>
          <cx:pt idx="5091">5.5999999999999996</cx:pt>
          <cx:pt idx="5092">4.5999999999999996</cx:pt>
          <cx:pt idx="5093">5.7999999999999998</cx:pt>
          <cx:pt idx="5094">5.5</cx:pt>
          <cx:pt idx="5095">7.2999999999999998</cx:pt>
          <cx:pt idx="5096">6.5999999999999996</cx:pt>
          <cx:pt idx="5097">6</cx:pt>
          <cx:pt idx="5098">7.0999999999999996</cx:pt>
          <cx:pt idx="5099">4.9000000000000004</cx:pt>
          <cx:pt idx="5101">2.2999999999999998</cx:pt>
          <cx:pt idx="5102">4.0999999999999996</cx:pt>
          <cx:pt idx="5103">7</cx:pt>
          <cx:pt idx="5104">5.7000000000000002</cx:pt>
          <cx:pt idx="5105">6.9000000000000004</cx:pt>
          <cx:pt idx="5106">5.0999999999999996</cx:pt>
          <cx:pt idx="5107">5.7999999999999998</cx:pt>
          <cx:pt idx="5108">5.4000000000000004</cx:pt>
          <cx:pt idx="5109">6.0999999999999996</cx:pt>
          <cx:pt idx="5110">4.2000000000000002</cx:pt>
          <cx:pt idx="5111">4.5</cx:pt>
          <cx:pt idx="5112">4.9000000000000004</cx:pt>
          <cx:pt idx="5113">6.2000000000000002</cx:pt>
          <cx:pt idx="5114">4.5999999999999996</cx:pt>
          <cx:pt idx="5115">7.2000000000000002</cx:pt>
          <cx:pt idx="5116">2.2000000000000002</cx:pt>
          <cx:pt idx="5117">5.7999999999999998</cx:pt>
          <cx:pt idx="5118">6.9000000000000004</cx:pt>
          <cx:pt idx="5119">6.5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IN" b="1">
                <a:solidFill>
                  <a:srgbClr val="FF0000"/>
                </a:solidFill>
              </a:rPr>
              <a:t>IMDB Score Distribution by Type</a:t>
            </a:r>
            <a:endParaRPr lang="en-US" sz="1400" b="1" i="0" u="none" strike="noStrike" baseline="0">
              <a:solidFill>
                <a:srgbClr val="FF0000"/>
              </a:solidFill>
              <a:latin typeface="Aptos Narrow" panose="02110004020202020204"/>
            </a:endParaRPr>
          </a:p>
        </cx:rich>
      </cx:tx>
    </cx:title>
    <cx:plotArea>
      <cx:plotAreaRegion>
        <cx:series layoutId="boxWhisker" uniqueId="{0340858A-392A-42E0-BDC6-BF8211E7E1EB}">
          <cx:dataId val="0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en-IN" b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Type</a:t>
                </a:r>
                <a:endParaRPr lang="en-US" sz="900" b="1" i="0" u="none" strike="noStrike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 Narrow" panose="02110004020202020204"/>
                </a:endParaRPr>
              </a:p>
            </cx:rich>
          </cx:tx>
        </cx:title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pPr>
            <a:endParaRPr lang="en-US" sz="900" b="1" i="0" u="none" strike="noStrike" baseline="0">
              <a:solidFill>
                <a:schemeClr val="tx1">
                  <a:lumMod val="95000"/>
                  <a:lumOff val="5000"/>
                </a:schemeClr>
              </a:solidFill>
              <a:latin typeface="Aptos Narrow" panose="02110004020202020204"/>
            </a:endParaRPr>
          </a:p>
        </cx:txPr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en-IN" b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IMDb Score</a:t>
                </a:r>
                <a:endParaRPr lang="en-US" sz="900" b="1" i="0" u="none" strike="noStrike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Aptos Narrow" panose="02110004020202020204"/>
                </a:endParaRPr>
              </a:p>
            </cx:rich>
          </cx:tx>
        </cx:title>
        <cx:majorGridlines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pPr>
            <a:endParaRPr lang="en-US" sz="900" b="1" i="0" u="none" strike="noStrike" baseline="0">
              <a:solidFill>
                <a:schemeClr val="tx1">
                  <a:lumMod val="95000"/>
                  <a:lumOff val="5000"/>
                </a:schemeClr>
              </a:solidFill>
              <a:latin typeface="Aptos Narrow" panose="02110004020202020204"/>
            </a:endParaRPr>
          </a:p>
        </cx:txPr>
      </cx:axis>
    </cx:plotArea>
  </cx:chart>
  <cx:spPr>
    <a:solidFill>
      <a:schemeClr val="tx2">
        <a:lumMod val="10000"/>
        <a:lumOff val="90000"/>
      </a:schemeClr>
    </a:solidFill>
  </cx:spPr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'OUTLIER TREATMENT'!$C$5:$C$3311</cx:f>
        <cx:lvl ptCount="3307" formatCode="General">
          <cx:pt idx="0">8.3000000000000007</cx:pt>
          <cx:pt idx="1">8.1999999999999993</cx:pt>
          <cx:pt idx="2">8</cx:pt>
          <cx:pt idx="3">8.0999999999999996</cx:pt>
          <cx:pt idx="4">7.7000000000000002</cx:pt>
          <cx:pt idx="5">7.7999999999999998</cx:pt>
          <cx:pt idx="6">5.7999999999999998</cx:pt>
          <cx:pt idx="7">7.7000000000000002</cx:pt>
          <cx:pt idx="8">7.2999999999999998</cx:pt>
          <cx:pt idx="9">7.5</cx:pt>
          <cx:pt idx="10">7.5999999999999996</cx:pt>
          <cx:pt idx="11">8.0999999999999996</cx:pt>
          <cx:pt idx="12">6.9000000000000004</cx:pt>
          <cx:pt idx="13">7.5</cx:pt>
          <cx:pt idx="14">7.5</cx:pt>
          <cx:pt idx="15">7.2000000000000002</cx:pt>
          <cx:pt idx="16">7.5</cx:pt>
          <cx:pt idx="17">6.2000000000000002</cx:pt>
          <cx:pt idx="18">7.5999999999999996</cx:pt>
          <cx:pt idx="19">6.4000000000000004</cx:pt>
          <cx:pt idx="20">6.7000000000000002</cx:pt>
          <cx:pt idx="21">7.2000000000000002</cx:pt>
          <cx:pt idx="22">6.7999999999999998</cx:pt>
          <cx:pt idx="23">9</cx:pt>
          <cx:pt idx="24">6.7000000000000002</cx:pt>
          <cx:pt idx="25">4</cx:pt>
          <cx:pt idx="26">7.4000000000000004</cx:pt>
          <cx:pt idx="27">7.2000000000000002</cx:pt>
          <cx:pt idx="28">6.9000000000000004</cx:pt>
          <cx:pt idx="29">6.5</cx:pt>
          <cx:pt idx="30">6.5</cx:pt>
          <cx:pt idx="31">6.2000000000000002</cx:pt>
          <cx:pt idx="32">7.7999999999999998</cx:pt>
          <cx:pt idx="33">6.2000000000000002</cx:pt>
          <cx:pt idx="34">6.7000000000000002</cx:pt>
          <cx:pt idx="35">6.2000000000000002</cx:pt>
          <cx:pt idx="36">6.7999999999999998</cx:pt>
          <cx:pt idx="37">4.5999999999999996</cx:pt>
          <cx:pt idx="38">4.2000000000000002</cx:pt>
          <cx:pt idx="39">5.0999999999999996</cx:pt>
          <cx:pt idx="40">6.9000000000000004</cx:pt>
          <cx:pt idx="41">8.0999999999999996</cx:pt>
          <cx:pt idx="42">8.3000000000000007</cx:pt>
          <cx:pt idx="43">7.7000000000000002</cx:pt>
          <cx:pt idx="44">6.7000000000000002</cx:pt>
          <cx:pt idx="45">8.3000000000000007</cx:pt>
          <cx:pt idx="46">6.7000000000000002</cx:pt>
          <cx:pt idx="47">7.4000000000000004</cx:pt>
          <cx:pt idx="48">7.7999999999999998</cx:pt>
          <cx:pt idx="49">6.5999999999999996</cx:pt>
          <cx:pt idx="50">6.5</cx:pt>
          <cx:pt idx="51">6.7000000000000002</cx:pt>
          <cx:pt idx="52">7.5999999999999996</cx:pt>
          <cx:pt idx="53">4.9000000000000004</cx:pt>
          <cx:pt idx="54">7.2000000000000002</cx:pt>
          <cx:pt idx="55">7.2999999999999998</cx:pt>
          <cx:pt idx="56">7.2000000000000002</cx:pt>
          <cx:pt idx="57">6</cx:pt>
          <cx:pt idx="58">7.9000000000000004</cx:pt>
          <cx:pt idx="59">6</cx:pt>
          <cx:pt idx="60">6</cx:pt>
          <cx:pt idx="61">8</cx:pt>
          <cx:pt idx="62">7.7000000000000002</cx:pt>
          <cx:pt idx="63">7.5999999999999996</cx:pt>
          <cx:pt idx="64">8.0999999999999996</cx:pt>
          <cx:pt idx="65">6.7000000000000002</cx:pt>
          <cx:pt idx="66">7</cx:pt>
          <cx:pt idx="67">6.5</cx:pt>
          <cx:pt idx="68">7.2000000000000002</cx:pt>
          <cx:pt idx="69">5.5999999999999996</cx:pt>
          <cx:pt idx="70">6.5999999999999996</cx:pt>
          <cx:pt idx="71">8.6999999999999993</cx:pt>
          <cx:pt idx="72">7.0999999999999996</cx:pt>
          <cx:pt idx="73">6.5</cx:pt>
          <cx:pt idx="74">6.2999999999999998</cx:pt>
          <cx:pt idx="75">5.0999999999999996</cx:pt>
          <cx:pt idx="76">5.7999999999999998</cx:pt>
          <cx:pt idx="77">4.7999999999999998</cx:pt>
          <cx:pt idx="78">6.0999999999999996</cx:pt>
          <cx:pt idx="79">6.2999999999999998</cx:pt>
          <cx:pt idx="80">6.2000000000000002</cx:pt>
          <cx:pt idx="81">6.0999999999999996</cx:pt>
          <cx:pt idx="82">5.2000000000000002</cx:pt>
          <cx:pt idx="83">5.4000000000000004</cx:pt>
          <cx:pt idx="84">7.2999999999999998</cx:pt>
          <cx:pt idx="85">6.2999999999999998</cx:pt>
          <cx:pt idx="86">6.5</cx:pt>
          <cx:pt idx="87">8.8000000000000007</cx:pt>
          <cx:pt idx="88">7</cx:pt>
          <cx:pt idx="89">8.5999999999999996</cx:pt>
          <cx:pt idx="90">7.7999999999999998</cx:pt>
          <cx:pt idx="91">7.0999999999999996</cx:pt>
          <cx:pt idx="92">6.7000000000000002</cx:pt>
          <cx:pt idx="93">7.2999999999999998</cx:pt>
          <cx:pt idx="94">7.7000000000000002</cx:pt>
          <cx:pt idx="95">6.5</cx:pt>
          <cx:pt idx="96">6.5999999999999996</cx:pt>
          <cx:pt idx="97">6.4000000000000004</cx:pt>
          <cx:pt idx="98">7.0999999999999996</cx:pt>
          <cx:pt idx="99">7.5</cx:pt>
          <cx:pt idx="100">7.2000000000000002</cx:pt>
          <cx:pt idx="101">7.2999999999999998</cx:pt>
          <cx:pt idx="102">6.9000000000000004</cx:pt>
          <cx:pt idx="103">7.5</cx:pt>
          <cx:pt idx="104">7.0999999999999996</cx:pt>
          <cx:pt idx="105">6.7999999999999998</cx:pt>
          <cx:pt idx="106">7.2000000000000002</cx:pt>
          <cx:pt idx="107">6.5</cx:pt>
          <cx:pt idx="108">6</cx:pt>
          <cx:pt idx="109">4.5</cx:pt>
          <cx:pt idx="110">7.2000000000000002</cx:pt>
          <cx:pt idx="111">6.5999999999999996</cx:pt>
          <cx:pt idx="112">5.5999999999999996</cx:pt>
          <cx:pt idx="113">7.2999999999999998</cx:pt>
          <cx:pt idx="114">4.7999999999999998</cx:pt>
          <cx:pt idx="115">6.9000000000000004</cx:pt>
          <cx:pt idx="116">6.5</cx:pt>
          <cx:pt idx="117">5.7000000000000002</cx:pt>
          <cx:pt idx="118">6</cx:pt>
          <cx:pt idx="119">5.7999999999999998</cx:pt>
          <cx:pt idx="120">5.4000000000000004</cx:pt>
          <cx:pt idx="121">8</cx:pt>
          <cx:pt idx="122">5.2000000000000002</cx:pt>
          <cx:pt idx="123">5.5999999999999996</cx:pt>
          <cx:pt idx="124">5.9000000000000004</cx:pt>
          <cx:pt idx="125">6.2000000000000002</cx:pt>
          <cx:pt idx="126">7</cx:pt>
          <cx:pt idx="127">4.7000000000000002</cx:pt>
          <cx:pt idx="128">6.4000000000000004</cx:pt>
          <cx:pt idx="129">4.5</cx:pt>
          <cx:pt idx="130">4.7000000000000002</cx:pt>
          <cx:pt idx="131">4.7000000000000002</cx:pt>
          <cx:pt idx="132">6.5</cx:pt>
          <cx:pt idx="133">6.5</cx:pt>
          <cx:pt idx="134">6.5999999999999996</cx:pt>
          <cx:pt idx="135">4.5</cx:pt>
          <cx:pt idx="136">7.9000000000000004</cx:pt>
          <cx:pt idx="137">6.7999999999999998</cx:pt>
          <cx:pt idx="138">8.5</cx:pt>
          <cx:pt idx="139">7</cx:pt>
          <cx:pt idx="140">7.9000000000000004</cx:pt>
          <cx:pt idx="141">6.4000000000000004</cx:pt>
          <cx:pt idx="142">6.7000000000000002</cx:pt>
          <cx:pt idx="143">7.5999999999999996</cx:pt>
          <cx:pt idx="144">7.7999999999999998</cx:pt>
          <cx:pt idx="145">5.9000000000000004</cx:pt>
          <cx:pt idx="146">7.5</cx:pt>
          <cx:pt idx="147">4.7000000000000002</cx:pt>
          <cx:pt idx="148">7.0999999999999996</cx:pt>
          <cx:pt idx="149">4</cx:pt>
          <cx:pt idx="150">7.2000000000000002</cx:pt>
          <cx:pt idx="151">8.0999999999999996</cx:pt>
          <cx:pt idx="152">7.5999999999999996</cx:pt>
          <cx:pt idx="153">7.5999999999999996</cx:pt>
          <cx:pt idx="154">4.7999999999999998</cx:pt>
          <cx:pt idx="155">5.4000000000000004</cx:pt>
          <cx:pt idx="156">6.5</cx:pt>
          <cx:pt idx="157">6.2000000000000002</cx:pt>
          <cx:pt idx="158">6.2000000000000002</cx:pt>
          <cx:pt idx="159">7.5999999999999996</cx:pt>
          <cx:pt idx="160">5.5</cx:pt>
          <cx:pt idx="161">6.0999999999999996</cx:pt>
          <cx:pt idx="162">6.4000000000000004</cx:pt>
          <cx:pt idx="163">5.5</cx:pt>
          <cx:pt idx="164">7.5</cx:pt>
          <cx:pt idx="165">5.4000000000000004</cx:pt>
          <cx:pt idx="166">6.9000000000000004</cx:pt>
          <cx:pt idx="167">5.5</cx:pt>
          <cx:pt idx="168">6.5999999999999996</cx:pt>
          <cx:pt idx="169">7.7999999999999998</cx:pt>
          <cx:pt idx="170">4.5</cx:pt>
          <cx:pt idx="171">7.2999999999999998</cx:pt>
          <cx:pt idx="172">6.5999999999999996</cx:pt>
          <cx:pt idx="173">6.5999999999999996</cx:pt>
          <cx:pt idx="174">6.0999999999999996</cx:pt>
          <cx:pt idx="175">7.7999999999999998</cx:pt>
          <cx:pt idx="176">7.7999999999999998</cx:pt>
          <cx:pt idx="177">5.9000000000000004</cx:pt>
          <cx:pt idx="178">6.7000000000000002</cx:pt>
          <cx:pt idx="179">8.1999999999999993</cx:pt>
          <cx:pt idx="180">6.0999999999999996</cx:pt>
          <cx:pt idx="181">6.5</cx:pt>
          <cx:pt idx="182">4.5</cx:pt>
          <cx:pt idx="183">7.9000000000000004</cx:pt>
          <cx:pt idx="184">6.7000000000000002</cx:pt>
          <cx:pt idx="185">6.9000000000000004</cx:pt>
          <cx:pt idx="186">4</cx:pt>
          <cx:pt idx="187">6.2000000000000002</cx:pt>
          <cx:pt idx="188">5</cx:pt>
          <cx:pt idx="189">6</cx:pt>
          <cx:pt idx="190">4.5999999999999996</cx:pt>
          <cx:pt idx="191">5.9000000000000004</cx:pt>
          <cx:pt idx="192">7.0999999999999996</cx:pt>
          <cx:pt idx="193">6.5</cx:pt>
          <cx:pt idx="194">8.8000000000000007</cx:pt>
          <cx:pt idx="195">6.5999999999999996</cx:pt>
          <cx:pt idx="196">8.0999999999999996</cx:pt>
          <cx:pt idx="197">8</cx:pt>
          <cx:pt idx="198">7.2000000000000002</cx:pt>
          <cx:pt idx="199">6.5999999999999996</cx:pt>
          <cx:pt idx="200">6.5</cx:pt>
          <cx:pt idx="201">6.5999999999999996</cx:pt>
          <cx:pt idx="202">6.0999999999999996</cx:pt>
          <cx:pt idx="203">7</cx:pt>
          <cx:pt idx="204">7.7999999999999998</cx:pt>
          <cx:pt idx="205">7.7000000000000002</cx:pt>
          <cx:pt idx="206">7.5</cx:pt>
          <cx:pt idx="207">7.2000000000000002</cx:pt>
          <cx:pt idx="208">8</cx:pt>
          <cx:pt idx="209">8</cx:pt>
          <cx:pt idx="210">7</cx:pt>
          <cx:pt idx="211">7.5999999999999996</cx:pt>
          <cx:pt idx="212">7.5999999999999996</cx:pt>
          <cx:pt idx="213">7.2000000000000002</cx:pt>
          <cx:pt idx="214">6.7000000000000002</cx:pt>
          <cx:pt idx="215">5.9000000000000004</cx:pt>
          <cx:pt idx="216">7.5999999999999996</cx:pt>
          <cx:pt idx="217">6.5999999999999996</cx:pt>
          <cx:pt idx="218">7.0999999999999996</cx:pt>
          <cx:pt idx="219">8.0999999999999996</cx:pt>
          <cx:pt idx="220">7.5999999999999996</cx:pt>
          <cx:pt idx="221">7</cx:pt>
          <cx:pt idx="222">7.5999999999999996</cx:pt>
          <cx:pt idx="223">7.7999999999999998</cx:pt>
          <cx:pt idx="224">6.7999999999999998</cx:pt>
          <cx:pt idx="225">7.2999999999999998</cx:pt>
          <cx:pt idx="226">6.2999999999999998</cx:pt>
          <cx:pt idx="227">6.7000000000000002</cx:pt>
          <cx:pt idx="228">7.2999999999999998</cx:pt>
          <cx:pt idx="229">7.0999999999999996</cx:pt>
          <cx:pt idx="230">7.2999999999999998</cx:pt>
          <cx:pt idx="231">5.7999999999999998</cx:pt>
          <cx:pt idx="232">6.2999999999999998</cx:pt>
          <cx:pt idx="233">6.9000000000000004</cx:pt>
          <cx:pt idx="234">6.7000000000000002</cx:pt>
          <cx:pt idx="235">6.2999999999999998</cx:pt>
          <cx:pt idx="236">8</cx:pt>
          <cx:pt idx="237">6.7999999999999998</cx:pt>
          <cx:pt idx="238">6.2999999999999998</cx:pt>
          <cx:pt idx="239">6.2000000000000002</cx:pt>
          <cx:pt idx="240">6.5</cx:pt>
          <cx:pt idx="241">5.9000000000000004</cx:pt>
          <cx:pt idx="242">6.7000000000000002</cx:pt>
          <cx:pt idx="243">6.7999999999999998</cx:pt>
          <cx:pt idx="244">7</cx:pt>
          <cx:pt idx="245">5.7000000000000002</cx:pt>
          <cx:pt idx="246">6.7999999999999998</cx:pt>
          <cx:pt idx="247">6.5</cx:pt>
          <cx:pt idx="248">5</cx:pt>
          <cx:pt idx="249">6.5</cx:pt>
          <cx:pt idx="250">4</cx:pt>
          <cx:pt idx="251">5.7999999999999998</cx:pt>
          <cx:pt idx="252">5.5999999999999996</cx:pt>
          <cx:pt idx="253">5.9000000000000004</cx:pt>
          <cx:pt idx="254">6.4000000000000004</cx:pt>
          <cx:pt idx="255">8</cx:pt>
          <cx:pt idx="256">7.2999999999999998</cx:pt>
          <cx:pt idx="257">5.7999999999999998</cx:pt>
          <cx:pt idx="258">5.5</cx:pt>
          <cx:pt idx="259">6</cx:pt>
          <cx:pt idx="260">5.4000000000000004</cx:pt>
          <cx:pt idx="261">5.0999999999999996</cx:pt>
          <cx:pt idx="262">5.0999999999999996</cx:pt>
          <cx:pt idx="263">6.7000000000000002</cx:pt>
          <cx:pt idx="264">5.5</cx:pt>
          <cx:pt idx="265">7.4000000000000004</cx:pt>
          <cx:pt idx="266">5.7000000000000002</cx:pt>
          <cx:pt idx="267">7.2999999999999998</cx:pt>
          <cx:pt idx="268">7.0999999999999996</cx:pt>
          <cx:pt idx="269">5.9000000000000004</cx:pt>
          <cx:pt idx="270">6.2999999999999998</cx:pt>
          <cx:pt idx="271">5.0999999999999996</cx:pt>
          <cx:pt idx="272">6.2000000000000002</cx:pt>
          <cx:pt idx="273">6.0999999999999996</cx:pt>
          <cx:pt idx="274">6.2000000000000002</cx:pt>
          <cx:pt idx="275">6.5</cx:pt>
          <cx:pt idx="276">5.5</cx:pt>
          <cx:pt idx="277">8.4000000000000004</cx:pt>
          <cx:pt idx="278">4.7999999999999998</cx:pt>
          <cx:pt idx="279">6.7999999999999998</cx:pt>
          <cx:pt idx="280">6.5999999999999996</cx:pt>
          <cx:pt idx="281">6.0999999999999996</cx:pt>
          <cx:pt idx="282">6.5999999999999996</cx:pt>
          <cx:pt idx="283">5.0999999999999996</cx:pt>
          <cx:pt idx="284">5.7999999999999998</cx:pt>
          <cx:pt idx="285">7.5999999999999996</cx:pt>
          <cx:pt idx="286">6.5</cx:pt>
          <cx:pt idx="287">5.5</cx:pt>
          <cx:pt idx="288">5.9000000000000004</cx:pt>
          <cx:pt idx="289">6</cx:pt>
          <cx:pt idx="290">5.9000000000000004</cx:pt>
          <cx:pt idx="291">6.5999999999999996</cx:pt>
          <cx:pt idx="292">8.0999999999999996</cx:pt>
          <cx:pt idx="293">6.2000000000000002</cx:pt>
          <cx:pt idx="294">5.7999999999999998</cx:pt>
          <cx:pt idx="295">6.9000000000000004</cx:pt>
          <cx:pt idx="296">5.5999999999999996</cx:pt>
          <cx:pt idx="297">8.4000000000000004</cx:pt>
          <cx:pt idx="298">5.5999999999999996</cx:pt>
          <cx:pt idx="299">7.5999999999999996</cx:pt>
          <cx:pt idx="300">6.7000000000000002</cx:pt>
          <cx:pt idx="301">7.5</cx:pt>
          <cx:pt idx="302">8.3000000000000007</cx:pt>
          <cx:pt idx="303">7.4000000000000004</cx:pt>
          <cx:pt idx="304">5.5</cx:pt>
          <cx:pt idx="305">4.9000000000000004</cx:pt>
          <cx:pt idx="306">6.4000000000000004</cx:pt>
          <cx:pt idx="307">7.5999999999999996</cx:pt>
          <cx:pt idx="308">6.2999999999999998</cx:pt>
          <cx:pt idx="309">6.9000000000000004</cx:pt>
          <cx:pt idx="310">4</cx:pt>
          <cx:pt idx="311">7.5</cx:pt>
          <cx:pt idx="312">5.4000000000000004</cx:pt>
          <cx:pt idx="313">5.5999999999999996</cx:pt>
          <cx:pt idx="314">7.4000000000000004</cx:pt>
          <cx:pt idx="315">7.4000000000000004</cx:pt>
          <cx:pt idx="316">6.7000000000000002</cx:pt>
          <cx:pt idx="317">7.0999999999999996</cx:pt>
          <cx:pt idx="318">8</cx:pt>
          <cx:pt idx="319">5.5999999999999996</cx:pt>
          <cx:pt idx="320">7.5</cx:pt>
          <cx:pt idx="321">4</cx:pt>
          <cx:pt idx="322">6.7000000000000002</cx:pt>
          <cx:pt idx="323">7.9000000000000004</cx:pt>
          <cx:pt idx="324">4.7999999999999998</cx:pt>
          <cx:pt idx="325">6.5</cx:pt>
          <cx:pt idx="326">6.5999999999999996</cx:pt>
          <cx:pt idx="327">5.9000000000000004</cx:pt>
          <cx:pt idx="328">5.0999999999999996</cx:pt>
          <cx:pt idx="329">6.9000000000000004</cx:pt>
          <cx:pt idx="330">5.7999999999999998</cx:pt>
          <cx:pt idx="331">6.4000000000000004</cx:pt>
          <cx:pt idx="332">4.5</cx:pt>
          <cx:pt idx="333">6.2999999999999998</cx:pt>
          <cx:pt idx="334">7</cx:pt>
          <cx:pt idx="335">6.0999999999999996</cx:pt>
          <cx:pt idx="336">6.5999999999999996</cx:pt>
          <cx:pt idx="337">6.5999999999999996</cx:pt>
          <cx:pt idx="338">6.4000000000000004</cx:pt>
          <cx:pt idx="339">7.9000000000000004</cx:pt>
          <cx:pt idx="340">6.2999999999999998</cx:pt>
          <cx:pt idx="341">7.4000000000000004</cx:pt>
          <cx:pt idx="342">8.0999999999999996</cx:pt>
          <cx:pt idx="343">7.2999999999999998</cx:pt>
          <cx:pt idx="344">7.4000000000000004</cx:pt>
          <cx:pt idx="345">7.0999999999999996</cx:pt>
          <cx:pt idx="346">4.4000000000000004</cx:pt>
          <cx:pt idx="347">6.9000000000000004</cx:pt>
          <cx:pt idx="348">6.7999999999999998</cx:pt>
          <cx:pt idx="349">7</cx:pt>
          <cx:pt idx="350">5.4000000000000004</cx:pt>
          <cx:pt idx="351">5.9000000000000004</cx:pt>
          <cx:pt idx="352">6.2000000000000002</cx:pt>
          <cx:pt idx="353">7.0999999999999996</cx:pt>
          <cx:pt idx="354">7.7000000000000002</cx:pt>
          <cx:pt idx="355">7</cx:pt>
          <cx:pt idx="356">7.5999999999999996</cx:pt>
          <cx:pt idx="357">7</cx:pt>
          <cx:pt idx="358">6.9000000000000004</cx:pt>
          <cx:pt idx="359">7.2000000000000002</cx:pt>
          <cx:pt idx="360">6.5999999999999996</cx:pt>
          <cx:pt idx="361">7.0999999999999996</cx:pt>
          <cx:pt idx="362">7.2000000000000002</cx:pt>
          <cx:pt idx="363">8.0999999999999996</cx:pt>
          <cx:pt idx="364">8.0999999999999996</cx:pt>
          <cx:pt idx="365">4.7000000000000002</cx:pt>
          <cx:pt idx="366">8</cx:pt>
          <cx:pt idx="367">5.4000000000000004</cx:pt>
          <cx:pt idx="368">6.0999999999999996</cx:pt>
          <cx:pt idx="369">7.9000000000000004</cx:pt>
          <cx:pt idx="370">7.5</cx:pt>
          <cx:pt idx="371">7.2999999999999998</cx:pt>
          <cx:pt idx="372">7.4000000000000004</cx:pt>
          <cx:pt idx="373">8.6999999999999993</cx:pt>
          <cx:pt idx="374">7.7000000000000002</cx:pt>
          <cx:pt idx="375">7.0999999999999996</cx:pt>
          <cx:pt idx="376">6</cx:pt>
          <cx:pt idx="377">8.4000000000000004</cx:pt>
          <cx:pt idx="378">7.4000000000000004</cx:pt>
          <cx:pt idx="379">6.5999999999999996</cx:pt>
          <cx:pt idx="380">6.5999999999999996</cx:pt>
          <cx:pt idx="381">5.0999999999999996</cx:pt>
          <cx:pt idx="382">7.7000000000000002</cx:pt>
          <cx:pt idx="383">8</cx:pt>
          <cx:pt idx="384">6.5999999999999996</cx:pt>
          <cx:pt idx="385">7.2000000000000002</cx:pt>
          <cx:pt idx="386">5.5</cx:pt>
          <cx:pt idx="387">8</cx:pt>
          <cx:pt idx="388">7.5999999999999996</cx:pt>
          <cx:pt idx="389">7.2000000000000002</cx:pt>
          <cx:pt idx="390">7.4000000000000004</cx:pt>
          <cx:pt idx="391">7.7000000000000002</cx:pt>
          <cx:pt idx="392">7</cx:pt>
          <cx:pt idx="393">5.2999999999999998</cx:pt>
          <cx:pt idx="394">7.4000000000000004</cx:pt>
          <cx:pt idx="395">6.2999999999999998</cx:pt>
          <cx:pt idx="396">6.0999999999999996</cx:pt>
          <cx:pt idx="397">7.5999999999999996</cx:pt>
          <cx:pt idx="398">7.4000000000000004</cx:pt>
          <cx:pt idx="399">7.5</cx:pt>
          <cx:pt idx="400">8</cx:pt>
          <cx:pt idx="401">7.4000000000000004</cx:pt>
          <cx:pt idx="402">7.2999999999999998</cx:pt>
          <cx:pt idx="403">7.4000000000000004</cx:pt>
          <cx:pt idx="404">7.2000000000000002</cx:pt>
          <cx:pt idx="405">6.54</cx:pt>
          <cx:pt idx="406">6.9000000000000004</cx:pt>
          <cx:pt idx="407">7.5999999999999996</cx:pt>
          <cx:pt idx="408">7.4000000000000004</cx:pt>
          <cx:pt idx="409">7.0999999999999996</cx:pt>
          <cx:pt idx="410">7.0999999999999996</cx:pt>
          <cx:pt idx="411">6.2999999999999998</cx:pt>
          <cx:pt idx="412">5</cx:pt>
          <cx:pt idx="413">6.7999999999999998</cx:pt>
          <cx:pt idx="414">7.2999999999999998</cx:pt>
          <cx:pt idx="415">6.2999999999999998</cx:pt>
          <cx:pt idx="416">7.0999999999999996</cx:pt>
          <cx:pt idx="417">6.9000000000000004</cx:pt>
          <cx:pt idx="418">7.4000000000000004</cx:pt>
          <cx:pt idx="419">7.7999999999999998</cx:pt>
          <cx:pt idx="420">7.7999999999999998</cx:pt>
          <cx:pt idx="421">6.2999999999999998</cx:pt>
          <cx:pt idx="422">6.7999999999999998</cx:pt>
          <cx:pt idx="423">7.5</cx:pt>
          <cx:pt idx="424">5.2999999999999998</cx:pt>
          <cx:pt idx="425">7.5999999999999996</cx:pt>
          <cx:pt idx="426">7.4000000000000004</cx:pt>
          <cx:pt idx="427">6.2000000000000002</cx:pt>
          <cx:pt idx="428">4.4000000000000004</cx:pt>
          <cx:pt idx="429">6.5999999999999996</cx:pt>
          <cx:pt idx="430">5.7000000000000002</cx:pt>
          <cx:pt idx="431">7.5</cx:pt>
          <cx:pt idx="432">7.2999999999999998</cx:pt>
          <cx:pt idx="433">7.2000000000000002</cx:pt>
          <cx:pt idx="434">8.6999999999999993</cx:pt>
          <cx:pt idx="435">7.7999999999999998</cx:pt>
          <cx:pt idx="436">6.5</cx:pt>
          <cx:pt idx="437">7.7000000000000002</cx:pt>
          <cx:pt idx="438">7.5999999999999996</cx:pt>
          <cx:pt idx="439">8.3000000000000007</cx:pt>
          <cx:pt idx="440">6.0999999999999996</cx:pt>
          <cx:pt idx="441">8.0999999999999996</cx:pt>
          <cx:pt idx="442">7</cx:pt>
          <cx:pt idx="443">6.9000000000000004</cx:pt>
          <cx:pt idx="444">8.0999999999999996</cx:pt>
          <cx:pt idx="445">7</cx:pt>
          <cx:pt idx="446">5.5999999999999996</cx:pt>
          <cx:pt idx="447">6.7999999999999998</cx:pt>
          <cx:pt idx="448">7.0999999999999996</cx:pt>
          <cx:pt idx="449">8</cx:pt>
          <cx:pt idx="450">8.4000000000000004</cx:pt>
          <cx:pt idx="451">7.2000000000000002</cx:pt>
          <cx:pt idx="452">5.2000000000000002</cx:pt>
          <cx:pt idx="453">7.9000000000000004</cx:pt>
          <cx:pt idx="454">5.2000000000000002</cx:pt>
          <cx:pt idx="455">4</cx:pt>
          <cx:pt idx="456">5.2000000000000002</cx:pt>
          <cx:pt idx="457">5.0999999999999996</cx:pt>
          <cx:pt idx="458">8.4000000000000004</cx:pt>
          <cx:pt idx="459">5.5999999999999996</cx:pt>
          <cx:pt idx="460">5.5</cx:pt>
          <cx:pt idx="461">6.9000000000000004</cx:pt>
          <cx:pt idx="462">8</cx:pt>
          <cx:pt idx="463">5.2999999999999998</cx:pt>
          <cx:pt idx="464">6.4000000000000004</cx:pt>
          <cx:pt idx="465">4.2999999999999998</cx:pt>
          <cx:pt idx="466">7.2999999999999998</cx:pt>
          <cx:pt idx="467">5.2000000000000002</cx:pt>
          <cx:pt idx="468">4</cx:pt>
          <cx:pt idx="469">7</cx:pt>
          <cx:pt idx="470">5.5999999999999996</cx:pt>
          <cx:pt idx="471">6.4000000000000004</cx:pt>
          <cx:pt idx="472">4.7999999999999998</cx:pt>
          <cx:pt idx="473">6.5</cx:pt>
          <cx:pt idx="474">4</cx:pt>
          <cx:pt idx="475">6.7000000000000002</cx:pt>
          <cx:pt idx="476">4.7999999999999998</cx:pt>
          <cx:pt idx="477">5.5999999999999996</cx:pt>
          <cx:pt idx="478">6.5</cx:pt>
          <cx:pt idx="479">6.4000000000000004</cx:pt>
          <cx:pt idx="480">6.4000000000000004</cx:pt>
          <cx:pt idx="481">6.2999999999999998</cx:pt>
          <cx:pt idx="482">7.0999999999999996</cx:pt>
          <cx:pt idx="483">7.2999999999999998</cx:pt>
          <cx:pt idx="484">5.9000000000000004</cx:pt>
          <cx:pt idx="485">6.2999999999999998</cx:pt>
          <cx:pt idx="486">5.5999999999999996</cx:pt>
          <cx:pt idx="487">7.7000000000000002</cx:pt>
          <cx:pt idx="488">6.5999999999999996</cx:pt>
          <cx:pt idx="489">4.2999999999999998</cx:pt>
          <cx:pt idx="490">8.4000000000000004</cx:pt>
          <cx:pt idx="491">5.5</cx:pt>
          <cx:pt idx="492">4.7999999999999998</cx:pt>
          <cx:pt idx="493">7.4000000000000004</cx:pt>
          <cx:pt idx="494">5.2000000000000002</cx:pt>
          <cx:pt idx="495">4</cx:pt>
          <cx:pt idx="496">5.4000000000000004</cx:pt>
          <cx:pt idx="497">5.5</cx:pt>
          <cx:pt idx="498">6.7000000000000002</cx:pt>
          <cx:pt idx="499">7</cx:pt>
          <cx:pt idx="500">6.4000000000000004</cx:pt>
          <cx:pt idx="501">6.5</cx:pt>
          <cx:pt idx="502">6.54</cx:pt>
          <cx:pt idx="503">6.2999999999999998</cx:pt>
          <cx:pt idx="504">6.4000000000000004</cx:pt>
          <cx:pt idx="505">5.7000000000000002</cx:pt>
          <cx:pt idx="506">6.0999999999999996</cx:pt>
          <cx:pt idx="507">6.5</cx:pt>
          <cx:pt idx="508">7.4000000000000004</cx:pt>
          <cx:pt idx="509">5.4000000000000004</cx:pt>
          <cx:pt idx="510">7.4000000000000004</cx:pt>
          <cx:pt idx="511">7.0999999999999996</cx:pt>
          <cx:pt idx="512">8.4000000000000004</cx:pt>
          <cx:pt idx="513">7.4000000000000004</cx:pt>
          <cx:pt idx="514">7.7000000000000002</cx:pt>
          <cx:pt idx="515">7.7000000000000002</cx:pt>
          <cx:pt idx="516">8.1999999999999993</cx:pt>
          <cx:pt idx="517">7.5</cx:pt>
          <cx:pt idx="518">7.7999999999999998</cx:pt>
          <cx:pt idx="519">6.7999999999999998</cx:pt>
          <cx:pt idx="520">5.7999999999999998</cx:pt>
          <cx:pt idx="521">6.2000000000000002</cx:pt>
          <cx:pt idx="522">6.4000000000000004</cx:pt>
          <cx:pt idx="523">6.2000000000000002</cx:pt>
          <cx:pt idx="524">7.4000000000000004</cx:pt>
          <cx:pt idx="525">7.7000000000000002</cx:pt>
          <cx:pt idx="526">6</cx:pt>
          <cx:pt idx="527">6.2000000000000002</cx:pt>
          <cx:pt idx="528">6.5999999999999996</cx:pt>
          <cx:pt idx="529">7.5</cx:pt>
          <cx:pt idx="530">7</cx:pt>
          <cx:pt idx="531">5.9000000000000004</cx:pt>
          <cx:pt idx="532">6.5999999999999996</cx:pt>
          <cx:pt idx="533">6.4000000000000004</cx:pt>
          <cx:pt idx="534">5.9000000000000004</cx:pt>
          <cx:pt idx="535">7.4000000000000004</cx:pt>
          <cx:pt idx="536">6.7999999999999998</cx:pt>
          <cx:pt idx="537">6</cx:pt>
          <cx:pt idx="538">4.0999999999999996</cx:pt>
          <cx:pt idx="539">6.2000000000000002</cx:pt>
          <cx:pt idx="540">5.4000000000000004</cx:pt>
          <cx:pt idx="541">5.5999999999999996</cx:pt>
          <cx:pt idx="542">5.4000000000000004</cx:pt>
          <cx:pt idx="543">4</cx:pt>
          <cx:pt idx="544">6.4000000000000004</cx:pt>
          <cx:pt idx="545">8.1999999999999993</cx:pt>
          <cx:pt idx="546">7.7999999999999998</cx:pt>
          <cx:pt idx="547">7.0999999999999996</cx:pt>
          <cx:pt idx="548">8</cx:pt>
          <cx:pt idx="549">5.7000000000000002</cx:pt>
          <cx:pt idx="550">6.7999999999999998</cx:pt>
          <cx:pt idx="551">7.7000000000000002</cx:pt>
          <cx:pt idx="552">8.1999999999999993</cx:pt>
          <cx:pt idx="553">7.4000000000000004</cx:pt>
          <cx:pt idx="554">7.0999999999999996</cx:pt>
          <cx:pt idx="555">7.2000000000000002</cx:pt>
          <cx:pt idx="556">7.4000000000000004</cx:pt>
          <cx:pt idx="557">6.2999999999999998</cx:pt>
          <cx:pt idx="558">6.5</cx:pt>
          <cx:pt idx="559">8.0999999999999996</cx:pt>
          <cx:pt idx="560">5.7999999999999998</cx:pt>
          <cx:pt idx="561">8</cx:pt>
          <cx:pt idx="562">7.7000000000000002</cx:pt>
          <cx:pt idx="563">6.7999999999999998</cx:pt>
          <cx:pt idx="564">8.0999999999999996</cx:pt>
          <cx:pt idx="565">6.2999999999999998</cx:pt>
          <cx:pt idx="566">5.9000000000000004</cx:pt>
          <cx:pt idx="567">6.5999999999999996</cx:pt>
          <cx:pt idx="568">7.5999999999999996</cx:pt>
          <cx:pt idx="569">7.0999999999999996</cx:pt>
          <cx:pt idx="570">7</cx:pt>
          <cx:pt idx="571">6.7000000000000002</cx:pt>
          <cx:pt idx="572">6.5</cx:pt>
          <cx:pt idx="573">7.7000000000000002</cx:pt>
          <cx:pt idx="574">6.0999999999999996</cx:pt>
          <cx:pt idx="575">7.7999999999999998</cx:pt>
          <cx:pt idx="576">7.0999999999999996</cx:pt>
          <cx:pt idx="577">4.7000000000000002</cx:pt>
          <cx:pt idx="578">7</cx:pt>
          <cx:pt idx="579">7.4000000000000004</cx:pt>
          <cx:pt idx="580">7.5</cx:pt>
          <cx:pt idx="581">6.5999999999999996</cx:pt>
          <cx:pt idx="582">5</cx:pt>
          <cx:pt idx="583">7.2999999999999998</cx:pt>
          <cx:pt idx="584">5.9000000000000004</cx:pt>
          <cx:pt idx="585">5.4000000000000004</cx:pt>
          <cx:pt idx="586">8.0999999999999996</cx:pt>
          <cx:pt idx="587">6</cx:pt>
          <cx:pt idx="588">7.2999999999999998</cx:pt>
          <cx:pt idx="589">6.4000000000000004</cx:pt>
          <cx:pt idx="590">5.2000000000000002</cx:pt>
          <cx:pt idx="591">6.5999999999999996</cx:pt>
          <cx:pt idx="592">4.5999999999999996</cx:pt>
          <cx:pt idx="593">7.2999999999999998</cx:pt>
          <cx:pt idx="594">8.1999999999999993</cx:pt>
          <cx:pt idx="595">5.2999999999999998</cx:pt>
          <cx:pt idx="596">5.2000000000000002</cx:pt>
          <cx:pt idx="597">6.9000000000000004</cx:pt>
          <cx:pt idx="598">6.9000000000000004</cx:pt>
          <cx:pt idx="599">6.7000000000000002</cx:pt>
          <cx:pt idx="600">6.7000000000000002</cx:pt>
          <cx:pt idx="601">5.0999999999999996</cx:pt>
          <cx:pt idx="602">4.2000000000000002</cx:pt>
          <cx:pt idx="603">5.7999999999999998</cx:pt>
          <cx:pt idx="604">4</cx:pt>
          <cx:pt idx="605">6.9000000000000004</cx:pt>
          <cx:pt idx="606">5.5</cx:pt>
          <cx:pt idx="607">7.2000000000000002</cx:pt>
          <cx:pt idx="608">6.5999999999999996</cx:pt>
          <cx:pt idx="609">5.0999999999999996</cx:pt>
          <cx:pt idx="610">7.2000000000000002</cx:pt>
          <cx:pt idx="611">6</cx:pt>
          <cx:pt idx="612">6.2999999999999998</cx:pt>
          <cx:pt idx="613">6.2000000000000002</cx:pt>
          <cx:pt idx="614">8.0999999999999996</cx:pt>
          <cx:pt idx="615">5.0999999999999996</cx:pt>
          <cx:pt idx="616">6</cx:pt>
          <cx:pt idx="617">5.2000000000000002</cx:pt>
          <cx:pt idx="618">5.7999999999999998</cx:pt>
          <cx:pt idx="619">4.5</cx:pt>
          <cx:pt idx="620">5.2999999999999998</cx:pt>
          <cx:pt idx="621">5.5999999999999996</cx:pt>
          <cx:pt idx="622">7.2000000000000002</cx:pt>
          <cx:pt idx="623">9</cx:pt>
          <cx:pt idx="624">4</cx:pt>
          <cx:pt idx="625">6.2999999999999998</cx:pt>
          <cx:pt idx="626">6.2999999999999998</cx:pt>
          <cx:pt idx="627">6.4000000000000004</cx:pt>
          <cx:pt idx="628">4</cx:pt>
          <cx:pt idx="629">7.5</cx:pt>
          <cx:pt idx="630">5.9000000000000004</cx:pt>
          <cx:pt idx="631">6.0999999999999996</cx:pt>
          <cx:pt idx="632">4.2999999999999998</cx:pt>
          <cx:pt idx="633">5.0999999999999996</cx:pt>
          <cx:pt idx="634">5</cx:pt>
          <cx:pt idx="635">7.0999999999999996</cx:pt>
          <cx:pt idx="636">7.7999999999999998</cx:pt>
          <cx:pt idx="637">5.2000000000000002</cx:pt>
          <cx:pt idx="638">7.7999999999999998</cx:pt>
          <cx:pt idx="639">8</cx:pt>
          <cx:pt idx="640">4</cx:pt>
          <cx:pt idx="641">7</cx:pt>
          <cx:pt idx="642">6.2999999999999998</cx:pt>
          <cx:pt idx="643">6.7000000000000002</cx:pt>
          <cx:pt idx="644">6.4000000000000004</cx:pt>
          <cx:pt idx="645">6.54</cx:pt>
          <cx:pt idx="646">5.9000000000000004</cx:pt>
          <cx:pt idx="647">6.7000000000000002</cx:pt>
          <cx:pt idx="648">5.2999999999999998</cx:pt>
          <cx:pt idx="649">4.9000000000000004</cx:pt>
          <cx:pt idx="650">6.2999999999999998</cx:pt>
          <cx:pt idx="651">7.2000000000000002</cx:pt>
          <cx:pt idx="652">7.7999999999999998</cx:pt>
          <cx:pt idx="653">8</cx:pt>
          <cx:pt idx="654">7.5</cx:pt>
          <cx:pt idx="655">8</cx:pt>
          <cx:pt idx="656">6.7000000000000002</cx:pt>
          <cx:pt idx="657">7.2000000000000002</cx:pt>
          <cx:pt idx="658">5.7000000000000002</cx:pt>
          <cx:pt idx="659">8.0999999999999996</cx:pt>
          <cx:pt idx="660">7.7999999999999998</cx:pt>
          <cx:pt idx="661">7.4000000000000004</cx:pt>
          <cx:pt idx="662">7.5</cx:pt>
          <cx:pt idx="663">6.5</cx:pt>
          <cx:pt idx="664">6.5</cx:pt>
          <cx:pt idx="665">6.5</cx:pt>
          <cx:pt idx="666">6.4000000000000004</cx:pt>
          <cx:pt idx="667">6.2999999999999998</cx:pt>
          <cx:pt idx="668">7.2000000000000002</cx:pt>
          <cx:pt idx="669">5.2999999999999998</cx:pt>
          <cx:pt idx="670">6.2999999999999998</cx:pt>
          <cx:pt idx="671">6.4000000000000004</cx:pt>
          <cx:pt idx="672">5.2000000000000002</cx:pt>
          <cx:pt idx="673">6.9000000000000004</cx:pt>
          <cx:pt idx="674">7.2000000000000002</cx:pt>
          <cx:pt idx="675">4</cx:pt>
          <cx:pt idx="676">6.2999999999999998</cx:pt>
          <cx:pt idx="677">6.5999999999999996</cx:pt>
          <cx:pt idx="678">4.7999999999999998</cx:pt>
          <cx:pt idx="679">6.2999999999999998</cx:pt>
          <cx:pt idx="680">6.7999999999999998</cx:pt>
          <cx:pt idx="681">5.4000000000000004</cx:pt>
          <cx:pt idx="682">5.0999999999999996</cx:pt>
          <cx:pt idx="683">5.5</cx:pt>
          <cx:pt idx="684">5.7000000000000002</cx:pt>
          <cx:pt idx="685">7.0999999999999996</cx:pt>
          <cx:pt idx="686">5.7999999999999998</cx:pt>
          <cx:pt idx="687">6.9000000000000004</cx:pt>
          <cx:pt idx="688">6.2999999999999998</cx:pt>
          <cx:pt idx="689">5.7000000000000002</cx:pt>
          <cx:pt idx="690">5.5999999999999996</cx:pt>
          <cx:pt idx="691">5.5999999999999996</cx:pt>
          <cx:pt idx="692">6.54</cx:pt>
          <cx:pt idx="693">8</cx:pt>
          <cx:pt idx="694">7.5</cx:pt>
          <cx:pt idx="695">8.3000000000000007</cx:pt>
          <cx:pt idx="696">5.2999999999999998</cx:pt>
          <cx:pt idx="697">7.0999999999999996</cx:pt>
          <cx:pt idx="698">6</cx:pt>
          <cx:pt idx="699">5.5999999999999996</cx:pt>
          <cx:pt idx="700">7.2999999999999998</cx:pt>
          <cx:pt idx="701">6.4000000000000004</cx:pt>
          <cx:pt idx="702">7.0999999999999996</cx:pt>
          <cx:pt idx="703">8.1999999999999993</cx:pt>
          <cx:pt idx="704">5.2000000000000002</cx:pt>
          <cx:pt idx="705">8</cx:pt>
          <cx:pt idx="706">7.5999999999999996</cx:pt>
          <cx:pt idx="707">7.7999999999999998</cx:pt>
          <cx:pt idx="708">8.3000000000000007</cx:pt>
          <cx:pt idx="709">4.5999999999999996</cx:pt>
          <cx:pt idx="710">6.9000000000000004</cx:pt>
          <cx:pt idx="711">6</cx:pt>
          <cx:pt idx="712">5.7999999999999998</cx:pt>
          <cx:pt idx="713">8.0999999999999996</cx:pt>
          <cx:pt idx="714">7.2999999999999998</cx:pt>
          <cx:pt idx="715">8.1999999999999993</cx:pt>
          <cx:pt idx="716">6.5</cx:pt>
          <cx:pt idx="717">6.4000000000000004</cx:pt>
          <cx:pt idx="718">6.0999999999999996</cx:pt>
          <cx:pt idx="719">6.7999999999999998</cx:pt>
          <cx:pt idx="720">6</cx:pt>
          <cx:pt idx="721">8.1999999999999993</cx:pt>
          <cx:pt idx="722">7.7000000000000002</cx:pt>
          <cx:pt idx="723">6.5999999999999996</cx:pt>
          <cx:pt idx="724">6.0999999999999996</cx:pt>
          <cx:pt idx="725">7.5999999999999996</cx:pt>
          <cx:pt idx="726">6.5</cx:pt>
          <cx:pt idx="727">6.5999999999999996</cx:pt>
          <cx:pt idx="728">7.5</cx:pt>
          <cx:pt idx="729">6.7999999999999998</cx:pt>
          <cx:pt idx="730">8.0999999999999996</cx:pt>
          <cx:pt idx="731">6.9000000000000004</cx:pt>
          <cx:pt idx="732">4</cx:pt>
          <cx:pt idx="733">6.4000000000000004</cx:pt>
          <cx:pt idx="734">7.2999999999999998</cx:pt>
          <cx:pt idx="735">6.5</cx:pt>
          <cx:pt idx="736">7.5999999999999996</cx:pt>
          <cx:pt idx="737">7.2000000000000002</cx:pt>
          <cx:pt idx="738">7.5999999999999996</cx:pt>
          <cx:pt idx="739">8.1999999999999993</cx:pt>
          <cx:pt idx="740">6.7000000000000002</cx:pt>
          <cx:pt idx="741">7.5999999999999996</cx:pt>
          <cx:pt idx="742">7.9000000000000004</cx:pt>
          <cx:pt idx="743">6.2999999999999998</cx:pt>
          <cx:pt idx="744">5</cx:pt>
          <cx:pt idx="745">6.4000000000000004</cx:pt>
          <cx:pt idx="746">7.7999999999999998</cx:pt>
          <cx:pt idx="747">6.5999999999999996</cx:pt>
          <cx:pt idx="748">7.7999999999999998</cx:pt>
          <cx:pt idx="749">7.0999999999999996</cx:pt>
          <cx:pt idx="750">6.9000000000000004</cx:pt>
          <cx:pt idx="751">4</cx:pt>
          <cx:pt idx="752">6.9000000000000004</cx:pt>
          <cx:pt idx="753">7</cx:pt>
          <cx:pt idx="754">6.7999999999999998</cx:pt>
          <cx:pt idx="755">6.2000000000000002</cx:pt>
          <cx:pt idx="756">8</cx:pt>
          <cx:pt idx="757">5.2999999999999998</cx:pt>
          <cx:pt idx="758">7.5999999999999996</cx:pt>
          <cx:pt idx="759">4.7999999999999998</cx:pt>
          <cx:pt idx="760">6.9000000000000004</cx:pt>
          <cx:pt idx="761">7.2000000000000002</cx:pt>
          <cx:pt idx="762">8</cx:pt>
          <cx:pt idx="763">4.5999999999999996</cx:pt>
          <cx:pt idx="764">5.4000000000000004</cx:pt>
          <cx:pt idx="765">8</cx:pt>
          <cx:pt idx="766">6</cx:pt>
          <cx:pt idx="767">7.2000000000000002</cx:pt>
          <cx:pt idx="768">6.7000000000000002</cx:pt>
          <cx:pt idx="769">6.7999999999999998</cx:pt>
          <cx:pt idx="770">6.7999999999999998</cx:pt>
          <cx:pt idx="771">6</cx:pt>
          <cx:pt idx="772">7</cx:pt>
          <cx:pt idx="773">7.7999999999999998</cx:pt>
          <cx:pt idx="774">7.0999999999999996</cx:pt>
          <cx:pt idx="775">6.4000000000000004</cx:pt>
          <cx:pt idx="776">5.7999999999999998</cx:pt>
          <cx:pt idx="777">7.2000000000000002</cx:pt>
          <cx:pt idx="778">7.2999999999999998</cx:pt>
          <cx:pt idx="779">6.5</cx:pt>
          <cx:pt idx="780">7.4000000000000004</cx:pt>
          <cx:pt idx="781">5.0999999999999996</cx:pt>
          <cx:pt idx="782">7.9000000000000004</cx:pt>
          <cx:pt idx="783">7.2999999999999998</cx:pt>
          <cx:pt idx="784">6.2000000000000002</cx:pt>
          <cx:pt idx="785">7.5</cx:pt>
          <cx:pt idx="786">5</cx:pt>
          <cx:pt idx="787">6.4000000000000004</cx:pt>
          <cx:pt idx="788">5.4000000000000004</cx:pt>
          <cx:pt idx="789">7.0999999999999996</cx:pt>
          <cx:pt idx="790">7.2999999999999998</cx:pt>
          <cx:pt idx="791">5.2999999999999998</cx:pt>
          <cx:pt idx="792">7.7000000000000002</cx:pt>
          <cx:pt idx="793">4.5</cx:pt>
          <cx:pt idx="794">7</cx:pt>
          <cx:pt idx="795">6.7000000000000002</cx:pt>
          <cx:pt idx="796">5.7999999999999998</cx:pt>
          <cx:pt idx="797">5.4000000000000004</cx:pt>
          <cx:pt idx="798">6.4000000000000004</cx:pt>
          <cx:pt idx="799">7.2999999999999998</cx:pt>
          <cx:pt idx="800">7.2999999999999998</cx:pt>
          <cx:pt idx="801">6.5999999999999996</cx:pt>
          <cx:pt idx="802">6.4000000000000004</cx:pt>
          <cx:pt idx="803">7.7999999999999998</cx:pt>
          <cx:pt idx="804">5.9000000000000004</cx:pt>
          <cx:pt idx="805">7.2999999999999998</cx:pt>
          <cx:pt idx="806">5.5</cx:pt>
          <cx:pt idx="807">6.7000000000000002</cx:pt>
          <cx:pt idx="808">6.7000000000000002</cx:pt>
          <cx:pt idx="809">6.4000000000000004</cx:pt>
          <cx:pt idx="810">6.2999999999999998</cx:pt>
          <cx:pt idx="811">6.2000000000000002</cx:pt>
          <cx:pt idx="812">5.9000000000000004</cx:pt>
          <cx:pt idx="813">5.0999999999999996</cx:pt>
          <cx:pt idx="814">4.5</cx:pt>
          <cx:pt idx="815">6.0999999999999996</cx:pt>
          <cx:pt idx="816">7.4000000000000004</cx:pt>
          <cx:pt idx="817">5.2999999999999998</cx:pt>
          <cx:pt idx="818">5.2000000000000002</cx:pt>
          <cx:pt idx="819">4</cx:pt>
          <cx:pt idx="820">7.2000000000000002</cx:pt>
          <cx:pt idx="821">5.2000000000000002</cx:pt>
          <cx:pt idx="822">6.4000000000000004</cx:pt>
          <cx:pt idx="823">4</cx:pt>
          <cx:pt idx="824">5.5999999999999996</cx:pt>
          <cx:pt idx="825">8.3000000000000007</cx:pt>
          <cx:pt idx="826">6.7000000000000002</cx:pt>
          <cx:pt idx="827">5.7999999999999998</cx:pt>
          <cx:pt idx="828">6.2999999999999998</cx:pt>
          <cx:pt idx="829">7.7999999999999998</cx:pt>
          <cx:pt idx="830">7.2999999999999998</cx:pt>
          <cx:pt idx="831">6.9000000000000004</cx:pt>
          <cx:pt idx="832">6.2999999999999998</cx:pt>
          <cx:pt idx="833">5.5</cx:pt>
          <cx:pt idx="834">5.5</cx:pt>
          <cx:pt idx="835">5.7000000000000002</cx:pt>
          <cx:pt idx="836">6.2000000000000002</cx:pt>
          <cx:pt idx="837">7.4000000000000004</cx:pt>
          <cx:pt idx="838">4.9000000000000004</cx:pt>
          <cx:pt idx="839">7</cx:pt>
          <cx:pt idx="840">4</cx:pt>
          <cx:pt idx="841">6.5999999999999996</cx:pt>
          <cx:pt idx="842">7.0999999999999996</cx:pt>
          <cx:pt idx="843">6.9000000000000004</cx:pt>
          <cx:pt idx="844">4</cx:pt>
          <cx:pt idx="845">4</cx:pt>
          <cx:pt idx="846">7.4000000000000004</cx:pt>
          <cx:pt idx="847">4.7999999999999998</cx:pt>
          <cx:pt idx="848">7.0999999999999996</cx:pt>
          <cx:pt idx="849">8.5999999999999996</cx:pt>
          <cx:pt idx="850">6.0999999999999996</cx:pt>
          <cx:pt idx="851">6</cx:pt>
          <cx:pt idx="852">5.0999999999999996</cx:pt>
          <cx:pt idx="853">7.7999999999999998</cx:pt>
          <cx:pt idx="854">7.5999999999999996</cx:pt>
          <cx:pt idx="855">6.7999999999999998</cx:pt>
          <cx:pt idx="856">7</cx:pt>
          <cx:pt idx="857">7.0999999999999996</cx:pt>
          <cx:pt idx="858">5.2999999999999998</cx:pt>
          <cx:pt idx="859">7.5</cx:pt>
          <cx:pt idx="860">7.0999999999999996</cx:pt>
          <cx:pt idx="861">7.0999999999999996</cx:pt>
          <cx:pt idx="862">5.4000000000000004</cx:pt>
          <cx:pt idx="863">7.7999999999999998</cx:pt>
          <cx:pt idx="864">6.5</cx:pt>
          <cx:pt idx="865">7.0999999999999996</cx:pt>
          <cx:pt idx="866">6.9000000000000004</cx:pt>
          <cx:pt idx="867">6.2999999999999998</cx:pt>
          <cx:pt idx="868">7.2999999999999998</cx:pt>
          <cx:pt idx="869">7.2000000000000002</cx:pt>
          <cx:pt idx="870">8.0999999999999996</cx:pt>
          <cx:pt idx="871">5.9000000000000004</cx:pt>
          <cx:pt idx="872">6.2999999999999998</cx:pt>
          <cx:pt idx="873">6.7999999999999998</cx:pt>
          <cx:pt idx="874">8</cx:pt>
          <cx:pt idx="875">6.5999999999999996</cx:pt>
          <cx:pt idx="876">7.2999999999999998</cx:pt>
          <cx:pt idx="877">7.0999999999999996</cx:pt>
          <cx:pt idx="878">5.5</cx:pt>
          <cx:pt idx="879">6</cx:pt>
          <cx:pt idx="880">6.5999999999999996</cx:pt>
          <cx:pt idx="881">7.5</cx:pt>
          <cx:pt idx="882">6.7999999999999998</cx:pt>
          <cx:pt idx="883">7</cx:pt>
          <cx:pt idx="884">7.0999999999999996</cx:pt>
          <cx:pt idx="885">6.4000000000000004</cx:pt>
          <cx:pt idx="886">6.5999999999999996</cx:pt>
          <cx:pt idx="887">6.2000000000000002</cx:pt>
          <cx:pt idx="888">7.2999999999999998</cx:pt>
          <cx:pt idx="889">8.3000000000000007</cx:pt>
          <cx:pt idx="890">6.4000000000000004</cx:pt>
          <cx:pt idx="891">6.2999999999999998</cx:pt>
          <cx:pt idx="892">6.2999999999999998</cx:pt>
          <cx:pt idx="893">5.2999999999999998</cx:pt>
          <cx:pt idx="894">6.7999999999999998</cx:pt>
          <cx:pt idx="895">8.1999999999999993</cx:pt>
          <cx:pt idx="896">6.0999999999999996</cx:pt>
          <cx:pt idx="897">6.2999999999999998</cx:pt>
          <cx:pt idx="898">6.0999999999999996</cx:pt>
          <cx:pt idx="899">6.2000000000000002</cx:pt>
          <cx:pt idx="900">4.2999999999999998</cx:pt>
          <cx:pt idx="901">7.7000000000000002</cx:pt>
          <cx:pt idx="902">6.5</cx:pt>
          <cx:pt idx="903">6.7000000000000002</cx:pt>
          <cx:pt idx="904">7.2999999999999998</cx:pt>
          <cx:pt idx="905">7.5999999999999996</cx:pt>
          <cx:pt idx="906">6</cx:pt>
          <cx:pt idx="907">4.7999999999999998</cx:pt>
          <cx:pt idx="908">5.2999999999999998</cx:pt>
          <cx:pt idx="909">7.2000000000000002</cx:pt>
          <cx:pt idx="910">6.5</cx:pt>
          <cx:pt idx="911">5.9000000000000004</cx:pt>
          <cx:pt idx="912">7.2000000000000002</cx:pt>
          <cx:pt idx="913">7</cx:pt>
          <cx:pt idx="914">5.9000000000000004</cx:pt>
          <cx:pt idx="915">7.2999999999999998</cx:pt>
          <cx:pt idx="916">7.5999999999999996</cx:pt>
          <cx:pt idx="917">6.2999999999999998</cx:pt>
          <cx:pt idx="918">5.5</cx:pt>
          <cx:pt idx="919">8.4000000000000004</cx:pt>
          <cx:pt idx="920">6.0999999999999996</cx:pt>
          <cx:pt idx="921">6.2999999999999998</cx:pt>
          <cx:pt idx="922">5.5999999999999996</cx:pt>
          <cx:pt idx="923">5.5</cx:pt>
          <cx:pt idx="924">5.7000000000000002</cx:pt>
          <cx:pt idx="925">6.0999999999999996</cx:pt>
          <cx:pt idx="926">4.7999999999999998</cx:pt>
          <cx:pt idx="927">5.7999999999999998</cx:pt>
          <cx:pt idx="928">4.0999999999999996</cx:pt>
          <cx:pt idx="929">5.7999999999999998</cx:pt>
          <cx:pt idx="930">6.2999999999999998</cx:pt>
          <cx:pt idx="931">5.7000000000000002</cx:pt>
          <cx:pt idx="932">8.4000000000000004</cx:pt>
          <cx:pt idx="933">6.7000000000000002</cx:pt>
          <cx:pt idx="934">7.5999999999999996</cx:pt>
          <cx:pt idx="935">6.9000000000000004</cx:pt>
          <cx:pt idx="936">5.7999999999999998</cx:pt>
          <cx:pt idx="937">7.4000000000000004</cx:pt>
          <cx:pt idx="938">6.9000000000000004</cx:pt>
          <cx:pt idx="939">6.7000000000000002</cx:pt>
          <cx:pt idx="940">5.2999999999999998</cx:pt>
          <cx:pt idx="941">7.7999999999999998</cx:pt>
          <cx:pt idx="942">6.2000000000000002</cx:pt>
          <cx:pt idx="943">5.4000000000000004</cx:pt>
          <cx:pt idx="944">4.5999999999999996</cx:pt>
          <cx:pt idx="945">5.7000000000000002</cx:pt>
          <cx:pt idx="946">6.2999999999999998</cx:pt>
          <cx:pt idx="947">6.4000000000000004</cx:pt>
          <cx:pt idx="948">7.2999999999999998</cx:pt>
          <cx:pt idx="949">5.9000000000000004</cx:pt>
          <cx:pt idx="950">6</cx:pt>
          <cx:pt idx="951">5.5</cx:pt>
          <cx:pt idx="952">7</cx:pt>
          <cx:pt idx="953">5.5</cx:pt>
          <cx:pt idx="954">5.9000000000000004</cx:pt>
          <cx:pt idx="955">4.0999999999999996</cx:pt>
          <cx:pt idx="956">6.5</cx:pt>
          <cx:pt idx="957">5.4000000000000004</cx:pt>
          <cx:pt idx="958">6</cx:pt>
          <cx:pt idx="959">6.0999999999999996</cx:pt>
          <cx:pt idx="960">5.2000000000000002</cx:pt>
          <cx:pt idx="961">7.4000000000000004</cx:pt>
          <cx:pt idx="962">5.5999999999999996</cx:pt>
          <cx:pt idx="963">7.5</cx:pt>
          <cx:pt idx="964">8.1999999999999993</cx:pt>
          <cx:pt idx="965">7.4000000000000004</cx:pt>
          <cx:pt idx="966">7.9000000000000004</cx:pt>
          <cx:pt idx="967">5.7000000000000002</cx:pt>
          <cx:pt idx="968">6.7000000000000002</cx:pt>
          <cx:pt idx="969">5.7000000000000002</cx:pt>
          <cx:pt idx="970">5.2999999999999998</cx:pt>
          <cx:pt idx="971">5.9000000000000004</cx:pt>
          <cx:pt idx="972">4.5</cx:pt>
          <cx:pt idx="973">6.0999999999999996</cx:pt>
          <cx:pt idx="974">6.5999999999999996</cx:pt>
          <cx:pt idx="975">6.5999999999999996</cx:pt>
          <cx:pt idx="976">7.5</cx:pt>
          <cx:pt idx="977">6.7999999999999998</cx:pt>
          <cx:pt idx="978">6.7999999999999998</cx:pt>
          <cx:pt idx="979">5.7999999999999998</cx:pt>
          <cx:pt idx="980">6</cx:pt>
          <cx:pt idx="981">6.5999999999999996</cx:pt>
          <cx:pt idx="982">7.7000000000000002</cx:pt>
          <cx:pt idx="983">5.2999999999999998</cx:pt>
          <cx:pt idx="984">4.0999999999999996</cx:pt>
          <cx:pt idx="985">6.7000000000000002</cx:pt>
          <cx:pt idx="986">7.9000000000000004</cx:pt>
          <cx:pt idx="987">5.5</cx:pt>
          <cx:pt idx="988">7.9000000000000004</cx:pt>
          <cx:pt idx="989">5.5999999999999996</cx:pt>
          <cx:pt idx="990">7.4000000000000004</cx:pt>
          <cx:pt idx="991">6.4000000000000004</cx:pt>
          <cx:pt idx="992">4.9000000000000004</cx:pt>
          <cx:pt idx="993">7.2000000000000002</cx:pt>
          <cx:pt idx="994">5.0999999999999996</cx:pt>
          <cx:pt idx="995">5.7000000000000002</cx:pt>
          <cx:pt idx="996">6.7999999999999998</cx:pt>
          <cx:pt idx="997">7.4000000000000004</cx:pt>
          <cx:pt idx="998">4</cx:pt>
          <cx:pt idx="999">6.7000000000000002</cx:pt>
          <cx:pt idx="1000">5.5999999999999996</cx:pt>
          <cx:pt idx="1001">7.7999999999999998</cx:pt>
          <cx:pt idx="1002">7.4000000000000004</cx:pt>
          <cx:pt idx="1003">6.2000000000000002</cx:pt>
          <cx:pt idx="1004">7.7000000000000002</cx:pt>
          <cx:pt idx="1005">7.4000000000000004</cx:pt>
          <cx:pt idx="1006">6.0999999999999996</cx:pt>
          <cx:pt idx="1007">7.7000000000000002</cx:pt>
          <cx:pt idx="1008">6.2000000000000002</cx:pt>
          <cx:pt idx="1009">6.4000000000000004</cx:pt>
          <cx:pt idx="1010">7.0999999999999996</cx:pt>
          <cx:pt idx="1011">5.5999999999999996</cx:pt>
          <cx:pt idx="1012">7.4000000000000004</cx:pt>
          <cx:pt idx="1013">5.7999999999999998</cx:pt>
          <cx:pt idx="1014">7.2999999999999998</cx:pt>
          <cx:pt idx="1015">6</cx:pt>
          <cx:pt idx="1016">5.9000000000000004</cx:pt>
          <cx:pt idx="1017">6.2000000000000002</cx:pt>
          <cx:pt idx="1018">6.7000000000000002</cx:pt>
          <cx:pt idx="1019">5.4000000000000004</cx:pt>
          <cx:pt idx="1020">5.4000000000000004</cx:pt>
          <cx:pt idx="1021">7.0999999999999996</cx:pt>
          <cx:pt idx="1022">6.2999999999999998</cx:pt>
          <cx:pt idx="1023">7.7999999999999998</cx:pt>
          <cx:pt idx="1024">5.9000000000000004</cx:pt>
          <cx:pt idx="1025">6.7000000000000002</cx:pt>
          <cx:pt idx="1026">7.5</cx:pt>
          <cx:pt idx="1027">7</cx:pt>
          <cx:pt idx="1028">7</cx:pt>
          <cx:pt idx="1029">7.0999999999999996</cx:pt>
          <cx:pt idx="1030">5.5999999999999996</cx:pt>
          <cx:pt idx="1031">7.7000000000000002</cx:pt>
          <cx:pt idx="1032">5.7999999999999998</cx:pt>
          <cx:pt idx="1033">6.9000000000000004</cx:pt>
          <cx:pt idx="1034">7.2999999999999998</cx:pt>
          <cx:pt idx="1035">6.2000000000000002</cx:pt>
          <cx:pt idx="1036">6.7000000000000002</cx:pt>
          <cx:pt idx="1037">5.2999999999999998</cx:pt>
          <cx:pt idx="1038">7.5</cx:pt>
          <cx:pt idx="1039">6.5999999999999996</cx:pt>
          <cx:pt idx="1040">4.4000000000000004</cx:pt>
          <cx:pt idx="1041">7.5999999999999996</cx:pt>
          <cx:pt idx="1042">7.2999999999999998</cx:pt>
          <cx:pt idx="1043">6.2999999999999998</cx:pt>
          <cx:pt idx="1044">5</cx:pt>
          <cx:pt idx="1045">6.54</cx:pt>
          <cx:pt idx="1046">7.4000000000000004</cx:pt>
          <cx:pt idx="1047">6.0999999999999996</cx:pt>
          <cx:pt idx="1048">5.7999999999999998</cx:pt>
          <cx:pt idx="1049">5.5</cx:pt>
          <cx:pt idx="1050">4</cx:pt>
          <cx:pt idx="1051">6.2999999999999998</cx:pt>
          <cx:pt idx="1052">6.0999999999999996</cx:pt>
          <cx:pt idx="1053">6.5</cx:pt>
          <cx:pt idx="1054">5.9000000000000004</cx:pt>
          <cx:pt idx="1055">7.9000000000000004</cx:pt>
          <cx:pt idx="1056">6.2000000000000002</cx:pt>
          <cx:pt idx="1057">6.5999999999999996</cx:pt>
          <cx:pt idx="1058">6.0999999999999996</cx:pt>
          <cx:pt idx="1059">5.7999999999999998</cx:pt>
          <cx:pt idx="1060">5.0999999999999996</cx:pt>
          <cx:pt idx="1061">8.0999999999999996</cx:pt>
          <cx:pt idx="1062">5.7999999999999998</cx:pt>
          <cx:pt idx="1063">6.5999999999999996</cx:pt>
          <cx:pt idx="1064">7</cx:pt>
          <cx:pt idx="1065">7.2000000000000002</cx:pt>
          <cx:pt idx="1066">5.0999999999999996</cx:pt>
          <cx:pt idx="1067">4</cx:pt>
          <cx:pt idx="1068">5</cx:pt>
          <cx:pt idx="1069">6.5</cx:pt>
          <cx:pt idx="1070">7.2999999999999998</cx:pt>
          <cx:pt idx="1071">6.5</cx:pt>
          <cx:pt idx="1072">4</cx:pt>
          <cx:pt idx="1073">7.0999999999999996</cx:pt>
          <cx:pt idx="1074">4</cx:pt>
          <cx:pt idx="1075">7.4000000000000004</cx:pt>
          <cx:pt idx="1076">7.2000000000000002</cx:pt>
          <cx:pt idx="1077">7.2999999999999998</cx:pt>
          <cx:pt idx="1078">5.4000000000000004</cx:pt>
          <cx:pt idx="1079">6.7999999999999998</cx:pt>
          <cx:pt idx="1080">6.2000000000000002</cx:pt>
          <cx:pt idx="1081">6.2999999999999998</cx:pt>
          <cx:pt idx="1082">5.4000000000000004</cx:pt>
          <cx:pt idx="1083">6.7999999999999998</cx:pt>
          <cx:pt idx="1084">5.2999999999999998</cx:pt>
          <cx:pt idx="1085">6</cx:pt>
          <cx:pt idx="1086">7.7999999999999998</cx:pt>
          <cx:pt idx="1087">6.7000000000000002</cx:pt>
          <cx:pt idx="1088">6.5999999999999996</cx:pt>
          <cx:pt idx="1089">5.9000000000000004</cx:pt>
          <cx:pt idx="1090">7.5</cx:pt>
          <cx:pt idx="1091">5.4000000000000004</cx:pt>
          <cx:pt idx="1092">6.7999999999999998</cx:pt>
          <cx:pt idx="1093">7</cx:pt>
          <cx:pt idx="1094">5</cx:pt>
          <cx:pt idx="1095">7.2000000000000002</cx:pt>
          <cx:pt idx="1096">5.9000000000000004</cx:pt>
          <cx:pt idx="1097">7.7000000000000002</cx:pt>
          <cx:pt idx="1098">7.2999999999999998</cx:pt>
          <cx:pt idx="1099">5.2000000000000002</cx:pt>
          <cx:pt idx="1100">6.54</cx:pt>
          <cx:pt idx="1101">6.5</cx:pt>
          <cx:pt idx="1102">5.5</cx:pt>
          <cx:pt idx="1103">7.5</cx:pt>
          <cx:pt idx="1104">4.7000000000000002</cx:pt>
          <cx:pt idx="1105">7.2999999999999998</cx:pt>
          <cx:pt idx="1106">6.5999999999999996</cx:pt>
          <cx:pt idx="1107">4</cx:pt>
          <cx:pt idx="1108">5.5999999999999996</cx:pt>
          <cx:pt idx="1109">7.0999999999999996</cx:pt>
          <cx:pt idx="1110">7.4000000000000004</cx:pt>
          <cx:pt idx="1111">5.0999999999999996</cx:pt>
          <cx:pt idx="1112">6.4000000000000004</cx:pt>
          <cx:pt idx="1113">7.5</cx:pt>
          <cx:pt idx="1114">6.5999999999999996</cx:pt>
          <cx:pt idx="1115">4.7999999999999998</cx:pt>
          <cx:pt idx="1116">6.5999999999999996</cx:pt>
          <cx:pt idx="1117">4.5</cx:pt>
          <cx:pt idx="1118">4.7999999999999998</cx:pt>
          <cx:pt idx="1119">6.5</cx:pt>
          <cx:pt idx="1120">5.9000000000000004</cx:pt>
          <cx:pt idx="1121">5.2000000000000002</cx:pt>
          <cx:pt idx="1122">5.5999999999999996</cx:pt>
          <cx:pt idx="1123">4.4000000000000004</cx:pt>
          <cx:pt idx="1124">6.2000000000000002</cx:pt>
          <cx:pt idx="1125">7.2000000000000002</cx:pt>
          <cx:pt idx="1126">6.5999999999999996</cx:pt>
          <cx:pt idx="1127">4.7000000000000002</cx:pt>
          <cx:pt idx="1128">6.7999999999999998</cx:pt>
          <cx:pt idx="1129">5.4000000000000004</cx:pt>
          <cx:pt idx="1130">6.7999999999999998</cx:pt>
          <cx:pt idx="1131">6.4000000000000004</cx:pt>
          <cx:pt idx="1132">5</cx:pt>
          <cx:pt idx="1133">6.5999999999999996</cx:pt>
          <cx:pt idx="1134">6.4000000000000004</cx:pt>
          <cx:pt idx="1135">6.7000000000000002</cx:pt>
          <cx:pt idx="1136">6.0999999999999996</cx:pt>
          <cx:pt idx="1137">4.5</cx:pt>
          <cx:pt idx="1138">6.5</cx:pt>
          <cx:pt idx="1139">7.2999999999999998</cx:pt>
          <cx:pt idx="1140">7.4000000000000004</cx:pt>
          <cx:pt idx="1141">4.7999999999999998</cx:pt>
          <cx:pt idx="1142">5.7000000000000002</cx:pt>
          <cx:pt idx="1143">6.0999999999999996</cx:pt>
          <cx:pt idx="1144">5.5</cx:pt>
          <cx:pt idx="1145">5.5</cx:pt>
          <cx:pt idx="1146">5.5</cx:pt>
          <cx:pt idx="1147">5.5</cx:pt>
          <cx:pt idx="1148">7.2000000000000002</cx:pt>
          <cx:pt idx="1149">6.7000000000000002</cx:pt>
          <cx:pt idx="1150">4</cx:pt>
          <cx:pt idx="1151">6</cx:pt>
          <cx:pt idx="1152">5.7999999999999998</cx:pt>
          <cx:pt idx="1153">5.2000000000000002</cx:pt>
          <cx:pt idx="1154">6.2999999999999998</cx:pt>
          <cx:pt idx="1155">5.2000000000000002</cx:pt>
          <cx:pt idx="1156">6.9000000000000004</cx:pt>
          <cx:pt idx="1157">6.5999999999999996</cx:pt>
          <cx:pt idx="1158">5.0999999999999996</cx:pt>
          <cx:pt idx="1159">7.5999999999999996</cx:pt>
          <cx:pt idx="1160">7.2000000000000002</cx:pt>
          <cx:pt idx="1161">6.7999999999999998</cx:pt>
          <cx:pt idx="1162">6.7000000000000002</cx:pt>
          <cx:pt idx="1163">6.5</cx:pt>
          <cx:pt idx="1164">6.9000000000000004</cx:pt>
          <cx:pt idx="1165">6.9000000000000004</cx:pt>
          <cx:pt idx="1166">4.7999999999999998</cx:pt>
          <cx:pt idx="1167">5.7000000000000002</cx:pt>
          <cx:pt idx="1168">6.2999999999999998</cx:pt>
          <cx:pt idx="1169">7.0999999999999996</cx:pt>
          <cx:pt idx="1170">4.2999999999999998</cx:pt>
          <cx:pt idx="1171">4.5</cx:pt>
          <cx:pt idx="1172">5</cx:pt>
          <cx:pt idx="1173">6.4000000000000004</cx:pt>
          <cx:pt idx="1174">6.5999999999999996</cx:pt>
          <cx:pt idx="1175">4</cx:pt>
          <cx:pt idx="1176">4.7999999999999998</cx:pt>
          <cx:pt idx="1177">4</cx:pt>
          <cx:pt idx="1178">5.5999999999999996</cx:pt>
          <cx:pt idx="1179">5.2999999999999998</cx:pt>
          <cx:pt idx="1180">4.5</cx:pt>
          <cx:pt idx="1181">5.7999999999999998</cx:pt>
          <cx:pt idx="1182">6.2000000000000002</cx:pt>
          <cx:pt idx="1183">5.4000000000000004</cx:pt>
          <cx:pt idx="1184">6</cx:pt>
          <cx:pt idx="1185">5.0999999999999996</cx:pt>
          <cx:pt idx="1186">5.4000000000000004</cx:pt>
          <cx:pt idx="1187">4</cx:pt>
          <cx:pt idx="1188">5.0999999999999996</cx:pt>
          <cx:pt idx="1189">6.2999999999999998</cx:pt>
          <cx:pt idx="1190">6.0999999999999996</cx:pt>
          <cx:pt idx="1191">6.2000000000000002</cx:pt>
          <cx:pt idx="1192">6</cx:pt>
          <cx:pt idx="1193">6</cx:pt>
          <cx:pt idx="1194">5.2999999999999998</cx:pt>
          <cx:pt idx="1195">8</cx:pt>
          <cx:pt idx="1196">6.9000000000000004</cx:pt>
          <cx:pt idx="1197">7.7999999999999998</cx:pt>
          <cx:pt idx="1198">7.7000000000000002</cx:pt>
          <cx:pt idx="1199">7.4000000000000004</cx:pt>
          <cx:pt idx="1200">7</cx:pt>
          <cx:pt idx="1201">7.4000000000000004</cx:pt>
          <cx:pt idx="1202">7.4000000000000004</cx:pt>
          <cx:pt idx="1203">6.2999999999999998</cx:pt>
          <cx:pt idx="1204">7.4000000000000004</cx:pt>
          <cx:pt idx="1205">7.2999999999999998</cx:pt>
          <cx:pt idx="1206">5</cx:pt>
          <cx:pt idx="1207">7.2999999999999998</cx:pt>
          <cx:pt idx="1208">6.4000000000000004</cx:pt>
          <cx:pt idx="1209">6.5999999999999996</cx:pt>
          <cx:pt idx="1210">7.2999999999999998</cx:pt>
          <cx:pt idx="1211">7.2999999999999998</cx:pt>
          <cx:pt idx="1212">5.2000000000000002</cx:pt>
          <cx:pt idx="1213">7.2999999999999998</cx:pt>
          <cx:pt idx="1214">6.2000000000000002</cx:pt>
          <cx:pt idx="1215">7.7000000000000002</cx:pt>
          <cx:pt idx="1216">6.2999999999999998</cx:pt>
          <cx:pt idx="1217">6.7999999999999998</cx:pt>
          <cx:pt idx="1218">6.7999999999999998</cx:pt>
          <cx:pt idx="1219">7</cx:pt>
          <cx:pt idx="1220">6.2999999999999998</cx:pt>
          <cx:pt idx="1221">7.9000000000000004</cx:pt>
          <cx:pt idx="1222">5.5</cx:pt>
          <cx:pt idx="1223">5.9000000000000004</cx:pt>
          <cx:pt idx="1224">6.5</cx:pt>
          <cx:pt idx="1225">6</cx:pt>
          <cx:pt idx="1226">8</cx:pt>
          <cx:pt idx="1227">5.5</cx:pt>
          <cx:pt idx="1228">6.9000000000000004</cx:pt>
          <cx:pt idx="1229">6.7999999999999998</cx:pt>
          <cx:pt idx="1230">6.5</cx:pt>
          <cx:pt idx="1231">7.0999999999999996</cx:pt>
          <cx:pt idx="1232">6.7999999999999998</cx:pt>
          <cx:pt idx="1233">6.7999999999999998</cx:pt>
          <cx:pt idx="1234">7.9000000000000004</cx:pt>
          <cx:pt idx="1235">6.5999999999999996</cx:pt>
          <cx:pt idx="1236">7</cx:pt>
          <cx:pt idx="1237">6.9000000000000004</cx:pt>
          <cx:pt idx="1238">6.2000000000000002</cx:pt>
          <cx:pt idx="1239">6.4000000000000004</cx:pt>
          <cx:pt idx="1240">6.9000000000000004</cx:pt>
          <cx:pt idx="1241">6</cx:pt>
          <cx:pt idx="1242">5.9000000000000004</cx:pt>
          <cx:pt idx="1243">6.9000000000000004</cx:pt>
          <cx:pt idx="1244">4.7999999999999998</cx:pt>
          <cx:pt idx="1245">6.4000000000000004</cx:pt>
          <cx:pt idx="1246">6.4000000000000004</cx:pt>
          <cx:pt idx="1247">5.7999999999999998</cx:pt>
          <cx:pt idx="1248">7.0999999999999996</cx:pt>
          <cx:pt idx="1249">6.2999999999999998</cx:pt>
          <cx:pt idx="1250">6.9000000000000004</cx:pt>
          <cx:pt idx="1251">7.2999999999999998</cx:pt>
          <cx:pt idx="1252">6.2000000000000002</cx:pt>
          <cx:pt idx="1253">5.7999999999999998</cx:pt>
          <cx:pt idx="1254">7.4000000000000004</cx:pt>
          <cx:pt idx="1255">6.5</cx:pt>
          <cx:pt idx="1256">7.7000000000000002</cx:pt>
          <cx:pt idx="1257">6.2000000000000002</cx:pt>
          <cx:pt idx="1258">6.0999999999999996</cx:pt>
          <cx:pt idx="1259">5.5</cx:pt>
          <cx:pt idx="1260">7.2000000000000002</cx:pt>
          <cx:pt idx="1261">5.2999999999999998</cx:pt>
          <cx:pt idx="1262">6.7000000000000002</cx:pt>
          <cx:pt idx="1263">7</cx:pt>
          <cx:pt idx="1264">5.2000000000000002</cx:pt>
          <cx:pt idx="1265">5.5</cx:pt>
          <cx:pt idx="1266">5.5999999999999996</cx:pt>
          <cx:pt idx="1267">7.0999999999999996</cx:pt>
          <cx:pt idx="1268">7.5999999999999996</cx:pt>
          <cx:pt idx="1269">8.1999999999999993</cx:pt>
          <cx:pt idx="1270">6.0999999999999996</cx:pt>
          <cx:pt idx="1271">6.2000000000000002</cx:pt>
          <cx:pt idx="1272">6.7000000000000002</cx:pt>
          <cx:pt idx="1273">6.4000000000000004</cx:pt>
          <cx:pt idx="1274">7.4000000000000004</cx:pt>
          <cx:pt idx="1275">6.5</cx:pt>
          <cx:pt idx="1276">5.7999999999999998</cx:pt>
          <cx:pt idx="1277">6.2000000000000002</cx:pt>
          <cx:pt idx="1278">5.7000000000000002</cx:pt>
          <cx:pt idx="1279">6.2000000000000002</cx:pt>
          <cx:pt idx="1280">6.0999999999999996</cx:pt>
          <cx:pt idx="1281">8.0999999999999996</cx:pt>
          <cx:pt idx="1282">6.2000000000000002</cx:pt>
          <cx:pt idx="1283">6.4000000000000004</cx:pt>
          <cx:pt idx="1284">6.5</cx:pt>
          <cx:pt idx="1285">7.4000000000000004</cx:pt>
          <cx:pt idx="1286">5.7000000000000002</cx:pt>
          <cx:pt idx="1287">6.4000000000000004</cx:pt>
          <cx:pt idx="1288">5.4000000000000004</cx:pt>
          <cx:pt idx="1289">5.5</cx:pt>
          <cx:pt idx="1290">6.5999999999999996</cx:pt>
          <cx:pt idx="1291">6.5999999999999996</cx:pt>
          <cx:pt idx="1292">7.5</cx:pt>
          <cx:pt idx="1293">5.5999999999999996</cx:pt>
          <cx:pt idx="1294">5.2999999999999998</cx:pt>
          <cx:pt idx="1295">6.7000000000000002</cx:pt>
          <cx:pt idx="1296">5.7999999999999998</cx:pt>
          <cx:pt idx="1297">6.7999999999999998</cx:pt>
          <cx:pt idx="1298">6.7999999999999998</cx:pt>
          <cx:pt idx="1299">5.9000000000000004</cx:pt>
          <cx:pt idx="1300">6.2000000000000002</cx:pt>
          <cx:pt idx="1301">6.2999999999999998</cx:pt>
          <cx:pt idx="1302">6.5</cx:pt>
          <cx:pt idx="1303">5.9000000000000004</cx:pt>
          <cx:pt idx="1304">7</cx:pt>
          <cx:pt idx="1305">6.2999999999999998</cx:pt>
          <cx:pt idx="1306">6.4000000000000004</cx:pt>
          <cx:pt idx="1307">6.2000000000000002</cx:pt>
          <cx:pt idx="1308">5.4000000000000004</cx:pt>
          <cx:pt idx="1309">7.4000000000000004</cx:pt>
          <cx:pt idx="1310">5.5</cx:pt>
          <cx:pt idx="1311">7.5</cx:pt>
          <cx:pt idx="1312">6.5</cx:pt>
          <cx:pt idx="1313">5</cx:pt>
          <cx:pt idx="1314">5.7999999999999998</cx:pt>
          <cx:pt idx="1315">7.9000000000000004</cx:pt>
          <cx:pt idx="1316">6.7999999999999998</cx:pt>
          <cx:pt idx="1317">6.2999999999999998</cx:pt>
          <cx:pt idx="1318">4.2999999999999998</cx:pt>
          <cx:pt idx="1319">4.2000000000000002</cx:pt>
          <cx:pt idx="1320">6</cx:pt>
          <cx:pt idx="1321">5.9000000000000004</cx:pt>
          <cx:pt idx="1322">5.7000000000000002</cx:pt>
          <cx:pt idx="1323">6.2999999999999998</cx:pt>
          <cx:pt idx="1324">5.9000000000000004</cx:pt>
          <cx:pt idx="1325">7.4000000000000004</cx:pt>
          <cx:pt idx="1326">7.5</cx:pt>
          <cx:pt idx="1327">6.9000000000000004</cx:pt>
          <cx:pt idx="1328">5.2000000000000002</cx:pt>
          <cx:pt idx="1329">6.5999999999999996</cx:pt>
          <cx:pt idx="1330">5.5</cx:pt>
          <cx:pt idx="1331">5.7999999999999998</cx:pt>
          <cx:pt idx="1332">6.5999999999999996</cx:pt>
          <cx:pt idx="1333">7.9000000000000004</cx:pt>
          <cx:pt idx="1334">7.5999999999999996</cx:pt>
          <cx:pt idx="1335">7.4000000000000004</cx:pt>
          <cx:pt idx="1336">5.2999999999999998</cx:pt>
          <cx:pt idx="1337">6.0999999999999996</cx:pt>
          <cx:pt idx="1338">6.5</cx:pt>
          <cx:pt idx="1339">6.2000000000000002</cx:pt>
          <cx:pt idx="1340">7.9000000000000004</cx:pt>
          <cx:pt idx="1341">6.2000000000000002</cx:pt>
          <cx:pt idx="1342">8.1999999999999993</cx:pt>
          <cx:pt idx="1343">5.7000000000000002</cx:pt>
          <cx:pt idx="1344">6.2999999999999998</cx:pt>
          <cx:pt idx="1345">5.7999999999999998</cx:pt>
          <cx:pt idx="1346">5.9000000000000004</cx:pt>
          <cx:pt idx="1347">4</cx:pt>
          <cx:pt idx="1348">6.2999999999999998</cx:pt>
          <cx:pt idx="1349">7.5</cx:pt>
          <cx:pt idx="1350">7.2000000000000002</cx:pt>
          <cx:pt idx="1351">4.7999999999999998</cx:pt>
          <cx:pt idx="1352">5.2000000000000002</cx:pt>
          <cx:pt idx="1353">5.7999999999999998</cx:pt>
          <cx:pt idx="1354">5.2000000000000002</cx:pt>
          <cx:pt idx="1355">7.4000000000000004</cx:pt>
          <cx:pt idx="1356">7.5999999999999996</cx:pt>
          <cx:pt idx="1357">6</cx:pt>
          <cx:pt idx="1358">5.2000000000000002</cx:pt>
          <cx:pt idx="1359">6.2000000000000002</cx:pt>
          <cx:pt idx="1360">6.4000000000000004</cx:pt>
          <cx:pt idx="1361">7.5999999999999996</cx:pt>
          <cx:pt idx="1362">5</cx:pt>
          <cx:pt idx="1363">6.5999999999999996</cx:pt>
          <cx:pt idx="1364">5.4000000000000004</cx:pt>
          <cx:pt idx="1365">6.7000000000000002</cx:pt>
          <cx:pt idx="1366">6.0999999999999996</cx:pt>
          <cx:pt idx="1367">6.2000000000000002</cx:pt>
          <cx:pt idx="1368">6</cx:pt>
          <cx:pt idx="1369">7.0999999999999996</cx:pt>
          <cx:pt idx="1370">5.7000000000000002</cx:pt>
          <cx:pt idx="1371">6.4000000000000004</cx:pt>
          <cx:pt idx="1372">6.9000000000000004</cx:pt>
          <cx:pt idx="1373">5.9000000000000004</cx:pt>
          <cx:pt idx="1374">7.7000000000000002</cx:pt>
          <cx:pt idx="1375">5.5999999999999996</cx:pt>
          <cx:pt idx="1376">5.7000000000000002</cx:pt>
          <cx:pt idx="1377">7</cx:pt>
          <cx:pt idx="1378">5.2000000000000002</cx:pt>
          <cx:pt idx="1379">6.5999999999999996</cx:pt>
          <cx:pt idx="1380">6.2999999999999998</cx:pt>
          <cx:pt idx="1381">6.9000000000000004</cx:pt>
          <cx:pt idx="1382">6.9000000000000004</cx:pt>
          <cx:pt idx="1383">6.2000000000000002</cx:pt>
          <cx:pt idx="1384">7.0999999999999996</cx:pt>
          <cx:pt idx="1385">5.0999999999999996</cx:pt>
          <cx:pt idx="1386">7.0999999999999996</cx:pt>
          <cx:pt idx="1387">6.7999999999999998</cx:pt>
          <cx:pt idx="1388">6</cx:pt>
          <cx:pt idx="1389">4.2000000000000002</cx:pt>
          <cx:pt idx="1390">6.0999999999999996</cx:pt>
          <cx:pt idx="1391">4.7999999999999998</cx:pt>
          <cx:pt idx="1392">4</cx:pt>
          <cx:pt idx="1393">5.9000000000000004</cx:pt>
          <cx:pt idx="1394">4.4000000000000004</cx:pt>
          <cx:pt idx="1395">6.0999999999999996</cx:pt>
          <cx:pt idx="1396">6.7000000000000002</cx:pt>
          <cx:pt idx="1397">7.0999999999999996</cx:pt>
          <cx:pt idx="1398">7.4000000000000004</cx:pt>
          <cx:pt idx="1399">5.2000000000000002</cx:pt>
          <cx:pt idx="1400">7</cx:pt>
          <cx:pt idx="1401">6.7999999999999998</cx:pt>
          <cx:pt idx="1402">6.2000000000000002</cx:pt>
          <cx:pt idx="1403">6.4000000000000004</cx:pt>
          <cx:pt idx="1404">6.0999999999999996</cx:pt>
          <cx:pt idx="1405">6.2999999999999998</cx:pt>
          <cx:pt idx="1406">7.4000000000000004</cx:pt>
          <cx:pt idx="1407">6.7000000000000002</cx:pt>
          <cx:pt idx="1408">6.5999999999999996</cx:pt>
          <cx:pt idx="1409">4.9000000000000004</cx:pt>
          <cx:pt idx="1410">6.2000000000000002</cx:pt>
          <cx:pt idx="1411">7.4000000000000004</cx:pt>
          <cx:pt idx="1412">7.5</cx:pt>
          <cx:pt idx="1413">6.4000000000000004</cx:pt>
          <cx:pt idx="1414">5.0999999999999996</cx:pt>
          <cx:pt idx="1415">6.5999999999999996</cx:pt>
          <cx:pt idx="1416">6.7000000000000002</cx:pt>
          <cx:pt idx="1417">5.2999999999999998</cx:pt>
          <cx:pt idx="1418">7</cx:pt>
          <cx:pt idx="1419">8.5</cx:pt>
          <cx:pt idx="1420">7.4000000000000004</cx:pt>
          <cx:pt idx="1421">8.3000000000000007</cx:pt>
          <cx:pt idx="1422">7.2999999999999998</cx:pt>
          <cx:pt idx="1423">6.2999999999999998</cx:pt>
          <cx:pt idx="1424">5.9000000000000004</cx:pt>
          <cx:pt idx="1425">4.7000000000000002</cx:pt>
          <cx:pt idx="1426">6.9000000000000004</cx:pt>
          <cx:pt idx="1427">6.9000000000000004</cx:pt>
          <cx:pt idx="1428">8.1999999999999993</cx:pt>
          <cx:pt idx="1429">6.5999999999999996</cx:pt>
          <cx:pt idx="1430">6.9000000000000004</cx:pt>
          <cx:pt idx="1431">6.7999999999999998</cx:pt>
          <cx:pt idx="1432">5.7999999999999998</cx:pt>
          <cx:pt idx="1433">7.5999999999999996</cx:pt>
          <cx:pt idx="1434">7.9000000000000004</cx:pt>
          <cx:pt idx="1435">5.4000000000000004</cx:pt>
          <cx:pt idx="1436">6.4000000000000004</cx:pt>
          <cx:pt idx="1437">8</cx:pt>
          <cx:pt idx="1438">8</cx:pt>
          <cx:pt idx="1439">7.5</cx:pt>
          <cx:pt idx="1440">4</cx:pt>
          <cx:pt idx="1441">7.4000000000000004</cx:pt>
          <cx:pt idx="1442">7.2999999999999998</cx:pt>
          <cx:pt idx="1443">5.5999999999999996</cx:pt>
          <cx:pt idx="1444">7.7999999999999998</cx:pt>
          <cx:pt idx="1445">5.2000000000000002</cx:pt>
          <cx:pt idx="1446">5.2000000000000002</cx:pt>
          <cx:pt idx="1447">5.4000000000000004</cx:pt>
          <cx:pt idx="1448">7.5999999999999996</cx:pt>
          <cx:pt idx="1449">8.3000000000000007</cx:pt>
          <cx:pt idx="1450">6.7999999999999998</cx:pt>
          <cx:pt idx="1451">7.4000000000000004</cx:pt>
          <cx:pt idx="1452">6.9000000000000004</cx:pt>
          <cx:pt idx="1453">6.5999999999999996</cx:pt>
          <cx:pt idx="1454">5.5999999999999996</cx:pt>
          <cx:pt idx="1455">6.7000000000000002</cx:pt>
          <cx:pt idx="1456">5</cx:pt>
          <cx:pt idx="1457">6</cx:pt>
          <cx:pt idx="1458">6.5999999999999996</cx:pt>
          <cx:pt idx="1459">5.9000000000000004</cx:pt>
          <cx:pt idx="1460">5.5</cx:pt>
          <cx:pt idx="1461">6</cx:pt>
          <cx:pt idx="1462">7.2000000000000002</cx:pt>
          <cx:pt idx="1463">5.5</cx:pt>
          <cx:pt idx="1464">8.0999999999999996</cx:pt>
          <cx:pt idx="1465">5.7999999999999998</cx:pt>
          <cx:pt idx="1466">5.5999999999999996</cx:pt>
          <cx:pt idx="1467">7</cx:pt>
          <cx:pt idx="1468">7.5</cx:pt>
          <cx:pt idx="1469">4.5</cx:pt>
          <cx:pt idx="1470">5.5</cx:pt>
          <cx:pt idx="1471">6.2000000000000002</cx:pt>
          <cx:pt idx="1472">5.5</cx:pt>
          <cx:pt idx="1473">7</cx:pt>
          <cx:pt idx="1474">6.2999999999999998</cx:pt>
          <cx:pt idx="1475">7.0999999999999996</cx:pt>
          <cx:pt idx="1476">6.2999999999999998</cx:pt>
          <cx:pt idx="1477">6.2999999999999998</cx:pt>
          <cx:pt idx="1478">5.5999999999999996</cx:pt>
          <cx:pt idx="1479">6.5999999999999996</cx:pt>
          <cx:pt idx="1480">6.0999999999999996</cx:pt>
          <cx:pt idx="1481">4</cx:pt>
          <cx:pt idx="1482">5.5999999999999996</cx:pt>
          <cx:pt idx="1483">7.5</cx:pt>
          <cx:pt idx="1484">5.5</cx:pt>
          <cx:pt idx="1485">5.7999999999999998</cx:pt>
          <cx:pt idx="1486">5.9000000000000004</cx:pt>
          <cx:pt idx="1487">7.0999999999999996</cx:pt>
          <cx:pt idx="1488">5.7000000000000002</cx:pt>
          <cx:pt idx="1489">7.0999999999999996</cx:pt>
          <cx:pt idx="1490">7</cx:pt>
          <cx:pt idx="1491">5.9000000000000004</cx:pt>
          <cx:pt idx="1492">6.2000000000000002</cx:pt>
          <cx:pt idx="1493">5.7000000000000002</cx:pt>
          <cx:pt idx="1494">5.2999999999999998</cx:pt>
          <cx:pt idx="1495">5.2000000000000002</cx:pt>
          <cx:pt idx="1496">4.4000000000000004</cx:pt>
          <cx:pt idx="1497">5.4000000000000004</cx:pt>
          <cx:pt idx="1498">6</cx:pt>
          <cx:pt idx="1499">6.9000000000000004</cx:pt>
          <cx:pt idx="1500">7.0999999999999996</cx:pt>
          <cx:pt idx="1501">5.5</cx:pt>
          <cx:pt idx="1502">7.5</cx:pt>
          <cx:pt idx="1503">5.7000000000000002</cx:pt>
          <cx:pt idx="1504">6.0999999999999996</cx:pt>
          <cx:pt idx="1505">6.5</cx:pt>
          <cx:pt idx="1506">7.4000000000000004</cx:pt>
          <cx:pt idx="1507">6.7000000000000002</cx:pt>
          <cx:pt idx="1508">6</cx:pt>
          <cx:pt idx="1509">7.0999999999999996</cx:pt>
          <cx:pt idx="1510">5.5</cx:pt>
          <cx:pt idx="1511">7.2999999999999998</cx:pt>
          <cx:pt idx="1512">4</cx:pt>
          <cx:pt idx="1513">5.4000000000000004</cx:pt>
          <cx:pt idx="1514">7.7000000000000002</cx:pt>
          <cx:pt idx="1515">5.9000000000000004</cx:pt>
          <cx:pt idx="1516">5.5999999999999996</cx:pt>
          <cx:pt idx="1517">6.7999999999999998</cx:pt>
          <cx:pt idx="1518">6.4000000000000004</cx:pt>
          <cx:pt idx="1519">5.2000000000000002</cx:pt>
          <cx:pt idx="1520">5.0999999999999996</cx:pt>
          <cx:pt idx="1521">8.0999999999999996</cx:pt>
          <cx:pt idx="1522">5.2999999999999998</cx:pt>
          <cx:pt idx="1523">6.2999999999999998</cx:pt>
          <cx:pt idx="1524">6.7000000000000002</cx:pt>
          <cx:pt idx="1525">7.2999999999999998</cx:pt>
          <cx:pt idx="1526">6.5</cx:pt>
          <cx:pt idx="1527">6.2999999999999998</cx:pt>
          <cx:pt idx="1528">7.2000000000000002</cx:pt>
          <cx:pt idx="1529">5.9000000000000004</cx:pt>
          <cx:pt idx="1530">5.2000000000000002</cx:pt>
          <cx:pt idx="1531">5</cx:pt>
          <cx:pt idx="1532">7.5999999999999996</cx:pt>
          <cx:pt idx="1533">5.7000000000000002</cx:pt>
          <cx:pt idx="1534">6.4000000000000004</cx:pt>
          <cx:pt idx="1535">6.4000000000000004</cx:pt>
          <cx:pt idx="1536">7.4000000000000004</cx:pt>
          <cx:pt idx="1537">6.4000000000000004</cx:pt>
          <cx:pt idx="1538">5.7000000000000002</cx:pt>
          <cx:pt idx="1539">5.2000000000000002</cx:pt>
          <cx:pt idx="1540">6.7000000000000002</cx:pt>
          <cx:pt idx="1541">7.2999999999999998</cx:pt>
          <cx:pt idx="1542">5.7999999999999998</cx:pt>
          <cx:pt idx="1543">6.2999999999999998</cx:pt>
          <cx:pt idx="1544">7.2000000000000002</cx:pt>
          <cx:pt idx="1545">4.5999999999999996</cx:pt>
          <cx:pt idx="1546">6.5</cx:pt>
          <cx:pt idx="1547">6.7999999999999998</cx:pt>
          <cx:pt idx="1548">5.4000000000000004</cx:pt>
          <cx:pt idx="1549">7</cx:pt>
          <cx:pt idx="1550">6.7999999999999998</cx:pt>
          <cx:pt idx="1551">6.5999999999999996</cx:pt>
          <cx:pt idx="1552">7.2000000000000002</cx:pt>
          <cx:pt idx="1553">5.9000000000000004</cx:pt>
          <cx:pt idx="1554">6.2999999999999998</cx:pt>
          <cx:pt idx="1555">6.5</cx:pt>
          <cx:pt idx="1556">7.7000000000000002</cx:pt>
          <cx:pt idx="1557">7.9000000000000004</cx:pt>
          <cx:pt idx="1558">6.4000000000000004</cx:pt>
          <cx:pt idx="1559">7.2000000000000002</cx:pt>
          <cx:pt idx="1560">6.2000000000000002</cx:pt>
          <cx:pt idx="1561">5.5</cx:pt>
          <cx:pt idx="1562">5.4000000000000004</cx:pt>
          <cx:pt idx="1563">5.7000000000000002</cx:pt>
          <cx:pt idx="1564">5.7999999999999998</cx:pt>
          <cx:pt idx="1565">7.2000000000000002</cx:pt>
          <cx:pt idx="1566">6.9000000000000004</cx:pt>
          <cx:pt idx="1567">4</cx:pt>
          <cx:pt idx="1568">7</cx:pt>
          <cx:pt idx="1569">4</cx:pt>
          <cx:pt idx="1570">7.5</cx:pt>
          <cx:pt idx="1571">6.7999999999999998</cx:pt>
          <cx:pt idx="1572">5.2999999999999998</cx:pt>
          <cx:pt idx="1573">6.2000000000000002</cx:pt>
          <cx:pt idx="1574">5.7999999999999998</cx:pt>
          <cx:pt idx="1575">4.2000000000000002</cx:pt>
          <cx:pt idx="1576">5.7999999999999998</cx:pt>
          <cx:pt idx="1577">6.4000000000000004</cx:pt>
          <cx:pt idx="1578">5.7000000000000002</cx:pt>
          <cx:pt idx="1579">5.9000000000000004</cx:pt>
          <cx:pt idx="1580">6</cx:pt>
          <cx:pt idx="1581">7.7000000000000002</cx:pt>
          <cx:pt idx="1582">5.5999999999999996</cx:pt>
          <cx:pt idx="1583">4.5999999999999996</cx:pt>
          <cx:pt idx="1584">6.2000000000000002</cx:pt>
          <cx:pt idx="1585">5.7999999999999998</cx:pt>
          <cx:pt idx="1586">6.2000000000000002</cx:pt>
          <cx:pt idx="1587">5.2000000000000002</cx:pt>
          <cx:pt idx="1588">7.2000000000000002</cx:pt>
          <cx:pt idx="1589">4.5999999999999996</cx:pt>
          <cx:pt idx="1590">4.7999999999999998</cx:pt>
          <cx:pt idx="1591">4</cx:pt>
          <cx:pt idx="1592">7</cx:pt>
          <cx:pt idx="1593">7</cx:pt>
          <cx:pt idx="1594">6.5</cx:pt>
          <cx:pt idx="1595">7.5</cx:pt>
          <cx:pt idx="1596">5.7000000000000002</cx:pt>
          <cx:pt idx="1597">5.7000000000000002</cx:pt>
          <cx:pt idx="1598">5.9000000000000004</cx:pt>
          <cx:pt idx="1599">7</cx:pt>
          <cx:pt idx="1600">7.4000000000000004</cx:pt>
          <cx:pt idx="1601">6.2000000000000002</cx:pt>
          <cx:pt idx="1602">6</cx:pt>
          <cx:pt idx="1603">4.5</cx:pt>
          <cx:pt idx="1604">4</cx:pt>
          <cx:pt idx="1605">6.2000000000000002</cx:pt>
          <cx:pt idx="1606">5.9000000000000004</cx:pt>
          <cx:pt idx="1607">7.5</cx:pt>
          <cx:pt idx="1608">5.4000000000000004</cx:pt>
          <cx:pt idx="1609">6.4000000000000004</cx:pt>
          <cx:pt idx="1610">6.0999999999999996</cx:pt>
          <cx:pt idx="1611">4</cx:pt>
          <cx:pt idx="1612">6.7000000000000002</cx:pt>
          <cx:pt idx="1613">5.5999999999999996</cx:pt>
          <cx:pt idx="1614">7.0999999999999996</cx:pt>
          <cx:pt idx="1615">7.2999999999999998</cx:pt>
          <cx:pt idx="1616">6.5</cx:pt>
          <cx:pt idx="1617">5.7000000000000002</cx:pt>
          <cx:pt idx="1618">5.2999999999999998</cx:pt>
          <cx:pt idx="1619">4.4000000000000004</cx:pt>
          <cx:pt idx="1620">7.2999999999999998</cx:pt>
          <cx:pt idx="1621">5.5</cx:pt>
          <cx:pt idx="1622">4.4000000000000004</cx:pt>
          <cx:pt idx="1623">5</cx:pt>
          <cx:pt idx="1624">7.7000000000000002</cx:pt>
          <cx:pt idx="1625">7.5999999999999996</cx:pt>
          <cx:pt idx="1626">6.7000000000000002</cx:pt>
          <cx:pt idx="1627">6.5999999999999996</cx:pt>
          <cx:pt idx="1628">5.4000000000000004</cx:pt>
          <cx:pt idx="1629">7.9000000000000004</cx:pt>
          <cx:pt idx="1630">6.2999999999999998</cx:pt>
          <cx:pt idx="1631">6.7999999999999998</cx:pt>
          <cx:pt idx="1632">6.5</cx:pt>
          <cx:pt idx="1633">7.2999999999999998</cx:pt>
          <cx:pt idx="1634">6.5999999999999996</cx:pt>
          <cx:pt idx="1635">6.9000000000000004</cx:pt>
          <cx:pt idx="1636">6.2000000000000002</cx:pt>
          <cx:pt idx="1637">6.9000000000000004</cx:pt>
          <cx:pt idx="1638">7.5</cx:pt>
          <cx:pt idx="1639">6.5</cx:pt>
          <cx:pt idx="1640">7</cx:pt>
          <cx:pt idx="1641">5.0999999999999996</cx:pt>
          <cx:pt idx="1642">5.7999999999999998</cx:pt>
          <cx:pt idx="1643">7.9000000000000004</cx:pt>
          <cx:pt idx="1644">6.2999999999999998</cx:pt>
          <cx:pt idx="1645">6.5999999999999996</cx:pt>
          <cx:pt idx="1646">5.5</cx:pt>
          <cx:pt idx="1647">6</cx:pt>
          <cx:pt idx="1648">6.4000000000000004</cx:pt>
          <cx:pt idx="1649">5.7999999999999998</cx:pt>
          <cx:pt idx="1650">4.2999999999999998</cx:pt>
          <cx:pt idx="1651">7.5999999999999996</cx:pt>
          <cx:pt idx="1652">4.9000000000000004</cx:pt>
          <cx:pt idx="1653">6.2000000000000002</cx:pt>
          <cx:pt idx="1654">5.5</cx:pt>
          <cx:pt idx="1655">6.4000000000000004</cx:pt>
          <cx:pt idx="1656">6.2000000000000002</cx:pt>
          <cx:pt idx="1657">4.5</cx:pt>
          <cx:pt idx="1658">6.9000000000000004</cx:pt>
          <cx:pt idx="1659">7.0999999999999996</cx:pt>
          <cx:pt idx="1660">7.2000000000000002</cx:pt>
          <cx:pt idx="1661">6.4000000000000004</cx:pt>
          <cx:pt idx="1662">6.5</cx:pt>
          <cx:pt idx="1663">5.5999999999999996</cx:pt>
          <cx:pt idx="1664">7.2000000000000002</cx:pt>
          <cx:pt idx="1665">7.2000000000000002</cx:pt>
          <cx:pt idx="1666">5.9000000000000004</cx:pt>
          <cx:pt idx="1667">7.0999999999999996</cx:pt>
          <cx:pt idx="1668">6.5999999999999996</cx:pt>
          <cx:pt idx="1669">6.2000000000000002</cx:pt>
          <cx:pt idx="1670">6.5</cx:pt>
          <cx:pt idx="1671">8</cx:pt>
          <cx:pt idx="1672">6.0999999999999996</cx:pt>
          <cx:pt idx="1673">5.7999999999999998</cx:pt>
          <cx:pt idx="1674">5.9000000000000004</cx:pt>
          <cx:pt idx="1675">7.0999999999999996</cx:pt>
          <cx:pt idx="1676">6.7999999999999998</cx:pt>
          <cx:pt idx="1677">6.4000000000000004</cx:pt>
          <cx:pt idx="1678">7.0999999999999996</cx:pt>
          <cx:pt idx="1679">6.5</cx:pt>
          <cx:pt idx="1680">5.4000000000000004</cx:pt>
          <cx:pt idx="1681">6</cx:pt>
          <cx:pt idx="1682">6.2000000000000002</cx:pt>
          <cx:pt idx="1683">6.2000000000000002</cx:pt>
          <cx:pt idx="1684">4.2000000000000002</cx:pt>
          <cx:pt idx="1685">5.4000000000000004</cx:pt>
          <cx:pt idx="1686">6</cx:pt>
          <cx:pt idx="1687">6.5999999999999996</cx:pt>
          <cx:pt idx="1688">7.2000000000000002</cx:pt>
          <cx:pt idx="1689">7.2999999999999998</cx:pt>
          <cx:pt idx="1690">5.7999999999999998</cx:pt>
          <cx:pt idx="1691">5.5</cx:pt>
          <cx:pt idx="1692">6.5</cx:pt>
          <cx:pt idx="1693">4</cx:pt>
          <cx:pt idx="1694">4.7000000000000002</cx:pt>
          <cx:pt idx="1695">6</cx:pt>
          <cx:pt idx="1696">6.7000000000000002</cx:pt>
          <cx:pt idx="1697">7.2999999999999998</cx:pt>
          <cx:pt idx="1698">7.2999999999999998</cx:pt>
          <cx:pt idx="1699">6.7000000000000002</cx:pt>
          <cx:pt idx="1700">8.1999999999999993</cx:pt>
          <cx:pt idx="1701">6.0999999999999996</cx:pt>
          <cx:pt idx="1702">8.0999999999999996</cx:pt>
          <cx:pt idx="1703">6.2999999999999998</cx:pt>
          <cx:pt idx="1704">4</cx:pt>
          <cx:pt idx="1705">5.2999999999999998</cx:pt>
          <cx:pt idx="1706">4</cx:pt>
          <cx:pt idx="1707">6.5</cx:pt>
          <cx:pt idx="1708">6.9000000000000004</cx:pt>
          <cx:pt idx="1709">6.7000000000000002</cx:pt>
          <cx:pt idx="1710">5.9000000000000004</cx:pt>
          <cx:pt idx="1711">6.5</cx:pt>
          <cx:pt idx="1712">7.2999999999999998</cx:pt>
          <cx:pt idx="1713">7.2000000000000002</cx:pt>
          <cx:pt idx="1714">4.5999999999999996</cx:pt>
          <cx:pt idx="1715">6.0999999999999996</cx:pt>
          <cx:pt idx="1716">7.7000000000000002</cx:pt>
          <cx:pt idx="1717">5.4000000000000004</cx:pt>
          <cx:pt idx="1718">6.5</cx:pt>
          <cx:pt idx="1719">5.0999999999999996</cx:pt>
          <cx:pt idx="1720">5</cx:pt>
          <cx:pt idx="1721">5.7999999999999998</cx:pt>
          <cx:pt idx="1722">7.0999999999999996</cx:pt>
          <cx:pt idx="1723">6.7000000000000002</cx:pt>
          <cx:pt idx="1724">5.2000000000000002</cx:pt>
          <cx:pt idx="1725">5.7000000000000002</cx:pt>
          <cx:pt idx="1726">4</cx:pt>
          <cx:pt idx="1727">6.2999999999999998</cx:pt>
          <cx:pt idx="1728">8.1999999999999993</cx:pt>
          <cx:pt idx="1729">4.5999999999999996</cx:pt>
          <cx:pt idx="1730">6.2999999999999998</cx:pt>
          <cx:pt idx="1731">7.5999999999999996</cx:pt>
          <cx:pt idx="1732">7.5</cx:pt>
          <cx:pt idx="1733">5.7000000000000002</cx:pt>
          <cx:pt idx="1734">6.2000000000000002</cx:pt>
          <cx:pt idx="1735">6.54</cx:pt>
          <cx:pt idx="1736">7.2000000000000002</cx:pt>
          <cx:pt idx="1737">7.5999999999999996</cx:pt>
          <cx:pt idx="1738">5.0999999999999996</cx:pt>
          <cx:pt idx="1739">4</cx:pt>
          <cx:pt idx="1740">7.2000000000000002</cx:pt>
          <cx:pt idx="1741">9</cx:pt>
          <cx:pt idx="1742">6.54</cx:pt>
          <cx:pt idx="1743">4.7999999999999998</cx:pt>
          <cx:pt idx="1744">7.2999999999999998</cx:pt>
          <cx:pt idx="1745">5.7000000000000002</cx:pt>
          <cx:pt idx="1746">6.9000000000000004</cx:pt>
          <cx:pt idx="1747">5.0999999999999996</cx:pt>
          <cx:pt idx="1748">6.5</cx:pt>
          <cx:pt idx="1749">4.5</cx:pt>
          <cx:pt idx="1750">5.9000000000000004</cx:pt>
          <cx:pt idx="1751">5.7000000000000002</cx:pt>
          <cx:pt idx="1752">5.7999999999999998</cx:pt>
          <cx:pt idx="1753">5.4000000000000004</cx:pt>
          <cx:pt idx="1754">7.2000000000000002</cx:pt>
          <cx:pt idx="1755">6.7000000000000002</cx:pt>
          <cx:pt idx="1756">5.9000000000000004</cx:pt>
          <cx:pt idx="1757">7.5999999999999996</cx:pt>
          <cx:pt idx="1758">7.0999999999999996</cx:pt>
          <cx:pt idx="1759">7</cx:pt>
          <cx:pt idx="1760">4.7000000000000002</cx:pt>
          <cx:pt idx="1761">4</cx:pt>
          <cx:pt idx="1762">5</cx:pt>
          <cx:pt idx="1763">6.9000000000000004</cx:pt>
          <cx:pt idx="1764">4</cx:pt>
          <cx:pt idx="1765">6</cx:pt>
          <cx:pt idx="1766">6.2000000000000002</cx:pt>
          <cx:pt idx="1767">6.0999999999999996</cx:pt>
          <cx:pt idx="1768">6.2999999999999998</cx:pt>
          <cx:pt idx="1769">7.7000000000000002</cx:pt>
          <cx:pt idx="1770">6.0999999999999996</cx:pt>
          <cx:pt idx="1771">4.7000000000000002</cx:pt>
          <cx:pt idx="1772">5.5</cx:pt>
          <cx:pt idx="1773">5.2000000000000002</cx:pt>
          <cx:pt idx="1774">6.0999999999999996</cx:pt>
          <cx:pt idx="1775">6.0999999999999996</cx:pt>
          <cx:pt idx="1776">4.7999999999999998</cx:pt>
          <cx:pt idx="1777">6.2000000000000002</cx:pt>
          <cx:pt idx="1778">6.5</cx:pt>
          <cx:pt idx="1779">6.5999999999999996</cx:pt>
          <cx:pt idx="1780">5</cx:pt>
          <cx:pt idx="1781">6.54</cx:pt>
          <cx:pt idx="1782">7.2000000000000002</cx:pt>
          <cx:pt idx="1783">7.9000000000000004</cx:pt>
          <cx:pt idx="1784">7.5</cx:pt>
          <cx:pt idx="1785">6.9000000000000004</cx:pt>
          <cx:pt idx="1786">7.7999999999999998</cx:pt>
          <cx:pt idx="1787">7.9000000000000004</cx:pt>
          <cx:pt idx="1788">6.9000000000000004</cx:pt>
          <cx:pt idx="1789">6.4000000000000004</cx:pt>
          <cx:pt idx="1790">6.0999999999999996</cx:pt>
          <cx:pt idx="1791">6.5999999999999996</cx:pt>
          <cx:pt idx="1792">5.7999999999999998</cx:pt>
          <cx:pt idx="1793">6.7000000000000002</cx:pt>
          <cx:pt idx="1794">6.5999999999999996</cx:pt>
          <cx:pt idx="1795">5.4000000000000004</cx:pt>
          <cx:pt idx="1796">6.5999999999999996</cx:pt>
          <cx:pt idx="1797">5.9000000000000004</cx:pt>
          <cx:pt idx="1798">7.4000000000000004</cx:pt>
          <cx:pt idx="1799">6.4000000000000004</cx:pt>
          <cx:pt idx="1800">4</cx:pt>
          <cx:pt idx="1801">4.7000000000000002</cx:pt>
          <cx:pt idx="1802">6.2000000000000002</cx:pt>
          <cx:pt idx="1803">7.4000000000000004</cx:pt>
          <cx:pt idx="1804">5.5999999999999996</cx:pt>
          <cx:pt idx="1805">8</cx:pt>
          <cx:pt idx="1806">6.7000000000000002</cx:pt>
          <cx:pt idx="1807">5.5</cx:pt>
          <cx:pt idx="1808">5.5999999999999996</cx:pt>
          <cx:pt idx="1809">7.0999999999999996</cx:pt>
          <cx:pt idx="1810">6.4000000000000004</cx:pt>
          <cx:pt idx="1811">6.0999999999999996</cx:pt>
          <cx:pt idx="1812">4.5999999999999996</cx:pt>
          <cx:pt idx="1813">6.4000000000000004</cx:pt>
          <cx:pt idx="1814">6.2000000000000002</cx:pt>
          <cx:pt idx="1815">6.5999999999999996</cx:pt>
          <cx:pt idx="1816">6.5999999999999996</cx:pt>
          <cx:pt idx="1817">7.2999999999999998</cx:pt>
          <cx:pt idx="1818">5.5999999999999996</cx:pt>
          <cx:pt idx="1819">6.7999999999999998</cx:pt>
          <cx:pt idx="1820">7.2999999999999998</cx:pt>
          <cx:pt idx="1821">4.9000000000000004</cx:pt>
          <cx:pt idx="1822">5.4000000000000004</cx:pt>
          <cx:pt idx="1823">5.2000000000000002</cx:pt>
          <cx:pt idx="1824">6.9000000000000004</cx:pt>
          <cx:pt idx="1825">7.7999999999999998</cx:pt>
          <cx:pt idx="1826">4.2999999999999998</cx:pt>
          <cx:pt idx="1827">6.7999999999999998</cx:pt>
          <cx:pt idx="1828">6.5999999999999996</cx:pt>
          <cx:pt idx="1829">6.7999999999999998</cx:pt>
          <cx:pt idx="1830">7.2000000000000002</cx:pt>
          <cx:pt idx="1831">6.0999999999999996</cx:pt>
          <cx:pt idx="1832">4.5</cx:pt>
          <cx:pt idx="1833">6</cx:pt>
          <cx:pt idx="1834">6.9000000000000004</cx:pt>
          <cx:pt idx="1835">6.7999999999999998</cx:pt>
          <cx:pt idx="1836">6.5</cx:pt>
          <cx:pt idx="1837">4.9000000000000004</cx:pt>
          <cx:pt idx="1838">5.7999999999999998</cx:pt>
          <cx:pt idx="1839">6.5</cx:pt>
          <cx:pt idx="1840">8.5</cx:pt>
          <cx:pt idx="1841">7</cx:pt>
          <cx:pt idx="1842">6.7999999999999998</cx:pt>
          <cx:pt idx="1843">6.5</cx:pt>
          <cx:pt idx="1844">5.7000000000000002</cx:pt>
          <cx:pt idx="1845">5.7000000000000002</cx:pt>
          <cx:pt idx="1846">5.4000000000000004</cx:pt>
          <cx:pt idx="1847">5.4000000000000004</cx:pt>
          <cx:pt idx="1848">7.5999999999999996</cx:pt>
          <cx:pt idx="1849">6.5</cx:pt>
          <cx:pt idx="1850">7.0999999999999996</cx:pt>
          <cx:pt idx="1851">6.2000000000000002</cx:pt>
          <cx:pt idx="1852">5.5</cx:pt>
          <cx:pt idx="1853">6.2999999999999998</cx:pt>
          <cx:pt idx="1854">6.7000000000000002</cx:pt>
          <cx:pt idx="1855">4.4000000000000004</cx:pt>
          <cx:pt idx="1856">4.4000000000000004</cx:pt>
          <cx:pt idx="1857">4.2999999999999998</cx:pt>
          <cx:pt idx="1858">6.5999999999999996</cx:pt>
          <cx:pt idx="1859">5.7000000000000002</cx:pt>
          <cx:pt idx="1860">4.7000000000000002</cx:pt>
          <cx:pt idx="1861">5.9000000000000004</cx:pt>
          <cx:pt idx="1862">4.7000000000000002</cx:pt>
          <cx:pt idx="1863">6.2000000000000002</cx:pt>
          <cx:pt idx="1864">4.7000000000000002</cx:pt>
          <cx:pt idx="1865">5.5999999999999996</cx:pt>
          <cx:pt idx="1866">6.7999999999999998</cx:pt>
          <cx:pt idx="1867">4.9000000000000004</cx:pt>
          <cx:pt idx="1868">7.2000000000000002</cx:pt>
          <cx:pt idx="1869">6.5999999999999996</cx:pt>
          <cx:pt idx="1870">5.2000000000000002</cx:pt>
          <cx:pt idx="1871">6.7000000000000002</cx:pt>
          <cx:pt idx="1872">5.7000000000000002</cx:pt>
          <cx:pt idx="1873">7.4000000000000004</cx:pt>
          <cx:pt idx="1874">5.7999999999999998</cx:pt>
          <cx:pt idx="1875">6.2000000000000002</cx:pt>
          <cx:pt idx="1876">5.7000000000000002</cx:pt>
          <cx:pt idx="1877">6</cx:pt>
          <cx:pt idx="1878">5.9000000000000004</cx:pt>
          <cx:pt idx="1879">7.5</cx:pt>
          <cx:pt idx="1880">5.7999999999999998</cx:pt>
          <cx:pt idx="1881">6.2999999999999998</cx:pt>
          <cx:pt idx="1882">6.9000000000000004</cx:pt>
          <cx:pt idx="1883">5.5999999999999996</cx:pt>
          <cx:pt idx="1884">6</cx:pt>
          <cx:pt idx="1885">4</cx:pt>
          <cx:pt idx="1886">7.2999999999999998</cx:pt>
          <cx:pt idx="1887">4.0999999999999996</cx:pt>
          <cx:pt idx="1888">6.0999999999999996</cx:pt>
          <cx:pt idx="1889">5.5</cx:pt>
          <cx:pt idx="1890">6.5999999999999996</cx:pt>
          <cx:pt idx="1891">7.2999999999999998</cx:pt>
          <cx:pt idx="1892">5.4000000000000004</cx:pt>
          <cx:pt idx="1893">4</cx:pt>
          <cx:pt idx="1894">6.2999999999999998</cx:pt>
          <cx:pt idx="1895">6.0999999999999996</cx:pt>
          <cx:pt idx="1896">5.2000000000000002</cx:pt>
          <cx:pt idx="1897">7.0999999999999996</cx:pt>
          <cx:pt idx="1898">6.7000000000000002</cx:pt>
          <cx:pt idx="1899">6.2000000000000002</cx:pt>
          <cx:pt idx="1900">7.4000000000000004</cx:pt>
          <cx:pt idx="1901">4</cx:pt>
          <cx:pt idx="1902">5.5999999999999996</cx:pt>
          <cx:pt idx="1903">5.7000000000000002</cx:pt>
          <cx:pt idx="1904">5.5999999999999996</cx:pt>
          <cx:pt idx="1905">6.5</cx:pt>
          <cx:pt idx="1906">6.0999999999999996</cx:pt>
          <cx:pt idx="1907">7.7000000000000002</cx:pt>
          <cx:pt idx="1908">4</cx:pt>
          <cx:pt idx="1909">7.2999999999999998</cx:pt>
          <cx:pt idx="1910">6.2000000000000002</cx:pt>
          <cx:pt idx="1911">7.5</cx:pt>
          <cx:pt idx="1912">5.9000000000000004</cx:pt>
          <cx:pt idx="1913">5.7999999999999998</cx:pt>
          <cx:pt idx="1914">6.4000000000000004</cx:pt>
          <cx:pt idx="1915">5.5999999999999996</cx:pt>
          <cx:pt idx="1916">6.0999999999999996</cx:pt>
          <cx:pt idx="1917">6.7999999999999998</cx:pt>
          <cx:pt idx="1918">4</cx:pt>
          <cx:pt idx="1919">4</cx:pt>
          <cx:pt idx="1920">6.7999999999999998</cx:pt>
          <cx:pt idx="1921">6.5</cx:pt>
          <cx:pt idx="1922">4</cx:pt>
          <cx:pt idx="1923">6.0999999999999996</cx:pt>
          <cx:pt idx="1924">6.5999999999999996</cx:pt>
          <cx:pt idx="1925">5.7000000000000002</cx:pt>
          <cx:pt idx="1926">7.4000000000000004</cx:pt>
          <cx:pt idx="1927">8.5999999999999996</cx:pt>
          <cx:pt idx="1928">5.0999999999999996</cx:pt>
          <cx:pt idx="1929">4.7999999999999998</cx:pt>
          <cx:pt idx="1930">4</cx:pt>
          <cx:pt idx="1931">6.2000000000000002</cx:pt>
          <cx:pt idx="1932">5.5</cx:pt>
          <cx:pt idx="1933">7.2999999999999998</cx:pt>
          <cx:pt idx="1934">4.9000000000000004</cx:pt>
          <cx:pt idx="1935">6.5999999999999996</cx:pt>
          <cx:pt idx="1936">5.9000000000000004</cx:pt>
          <cx:pt idx="1937">6.7000000000000002</cx:pt>
          <cx:pt idx="1938">6.5999999999999996</cx:pt>
          <cx:pt idx="1939">6</cx:pt>
          <cx:pt idx="1940">6.2999999999999998</cx:pt>
          <cx:pt idx="1941">6.2999999999999998</cx:pt>
          <cx:pt idx="1942">4.5999999999999996</cx:pt>
          <cx:pt idx="1943">6.4000000000000004</cx:pt>
          <cx:pt idx="1944">6.7999999999999998</cx:pt>
          <cx:pt idx="1945">5</cx:pt>
          <cx:pt idx="1946">4.4000000000000004</cx:pt>
          <cx:pt idx="1947">4.7999999999999998</cx:pt>
          <cx:pt idx="1948">6.2999999999999998</cx:pt>
          <cx:pt idx="1949">7.5999999999999996</cx:pt>
          <cx:pt idx="1950">5.2000000000000002</cx:pt>
          <cx:pt idx="1951">7.5999999999999996</cx:pt>
          <cx:pt idx="1952">6.2999999999999998</cx:pt>
          <cx:pt idx="1953">7.2000000000000002</cx:pt>
          <cx:pt idx="1954">7.4000000000000004</cx:pt>
          <cx:pt idx="1955">5.0999999999999996</cx:pt>
          <cx:pt idx="1956">7.7999999999999998</cx:pt>
          <cx:pt idx="1957">5.0999999999999996</cx:pt>
          <cx:pt idx="1958">5.7000000000000002</cx:pt>
          <cx:pt idx="1959">5.9000000000000004</cx:pt>
          <cx:pt idx="1960">5.5</cx:pt>
          <cx:pt idx="1961">7</cx:pt>
          <cx:pt idx="1962">7.2000000000000002</cx:pt>
          <cx:pt idx="1963">4.2000000000000002</cx:pt>
          <cx:pt idx="1964">6.5999999999999996</cx:pt>
          <cx:pt idx="1965">6.2000000000000002</cx:pt>
          <cx:pt idx="1966">6.5</cx:pt>
          <cx:pt idx="1967">5.2999999999999998</cx:pt>
          <cx:pt idx="1968">4.2000000000000002</cx:pt>
          <cx:pt idx="1969">6.54</cx:pt>
          <cx:pt idx="1970">5.2999999999999998</cx:pt>
          <cx:pt idx="1971">6.2999999999999998</cx:pt>
          <cx:pt idx="1972">6.9000000000000004</cx:pt>
          <cx:pt idx="1973">5.0999999999999996</cx:pt>
          <cx:pt idx="1974">6.4000000000000004</cx:pt>
          <cx:pt idx="1975">7.9000000000000004</cx:pt>
          <cx:pt idx="1976">6.7999999999999998</cx:pt>
          <cx:pt idx="1977">6.0999999999999996</cx:pt>
          <cx:pt idx="1978">6.7999999999999998</cx:pt>
          <cx:pt idx="1979">4.5999999999999996</cx:pt>
          <cx:pt idx="1980">4.5999999999999996</cx:pt>
          <cx:pt idx="1981">5.7999999999999998</cx:pt>
          <cx:pt idx="1982">6.4000000000000004</cx:pt>
          <cx:pt idx="1983">5.5</cx:pt>
          <cx:pt idx="1984">6.7000000000000002</cx:pt>
          <cx:pt idx="1985">6.4000000000000004</cx:pt>
          <cx:pt idx="1986">4.9000000000000004</cx:pt>
          <cx:pt idx="1987">6.9000000000000004</cx:pt>
          <cx:pt idx="1988">4.2999999999999998</cx:pt>
          <cx:pt idx="1989">7</cx:pt>
          <cx:pt idx="1990">7.0999999999999996</cx:pt>
          <cx:pt idx="1991">7</cx:pt>
          <cx:pt idx="1992">5.4000000000000004</cx:pt>
          <cx:pt idx="1993">5.7999999999999998</cx:pt>
          <cx:pt idx="1994">7</cx:pt>
          <cx:pt idx="1995">6.4000000000000004</cx:pt>
          <cx:pt idx="1996">6.2999999999999998</cx:pt>
          <cx:pt idx="1997">5.5999999999999996</cx:pt>
          <cx:pt idx="1998">4</cx:pt>
          <cx:pt idx="1999">4.4000000000000004</cx:pt>
          <cx:pt idx="2000">5.9000000000000004</cx:pt>
          <cx:pt idx="2001">7.2000000000000002</cx:pt>
          <cx:pt idx="2002">5.0999999999999996</cx:pt>
          <cx:pt idx="2003">6.2999999999999998</cx:pt>
          <cx:pt idx="2004">5.4000000000000004</cx:pt>
          <cx:pt idx="2005">5.7000000000000002</cx:pt>
          <cx:pt idx="2006">5.4000000000000004</cx:pt>
          <cx:pt idx="2007">5.2999999999999998</cx:pt>
          <cx:pt idx="2008">4.5</cx:pt>
          <cx:pt idx="2009">6.2000000000000002</cx:pt>
          <cx:pt idx="2010">7.4000000000000004</cx:pt>
          <cx:pt idx="2011">6.7000000000000002</cx:pt>
          <cx:pt idx="2012">6.9000000000000004</cx:pt>
          <cx:pt idx="2013">7</cx:pt>
          <cx:pt idx="2014">7.7999999999999998</cx:pt>
          <cx:pt idx="2015">5.7000000000000002</cx:pt>
          <cx:pt idx="2016">7.4000000000000004</cx:pt>
          <cx:pt idx="2017">4</cx:pt>
          <cx:pt idx="2018">6.0999999999999996</cx:pt>
          <cx:pt idx="2019">6.7000000000000002</cx:pt>
          <cx:pt idx="2020">7.2999999999999998</cx:pt>
          <cx:pt idx="2021">6.5999999999999996</cx:pt>
          <cx:pt idx="2022">7.0999999999999996</cx:pt>
          <cx:pt idx="2023">8.0999999999999996</cx:pt>
          <cx:pt idx="2024">7.7999999999999998</cx:pt>
          <cx:pt idx="2025">6.2000000000000002</cx:pt>
          <cx:pt idx="2026">6.7000000000000002</cx:pt>
          <cx:pt idx="2027">6.5999999999999996</cx:pt>
          <cx:pt idx="2028">7.9000000000000004</cx:pt>
          <cx:pt idx="2029">7.7000000000000002</cx:pt>
          <cx:pt idx="2030">7.2999999999999998</cx:pt>
          <cx:pt idx="2031">6.5</cx:pt>
          <cx:pt idx="2032">6.2000000000000002</cx:pt>
          <cx:pt idx="2033">7</cx:pt>
          <cx:pt idx="2034">7.5999999999999996</cx:pt>
          <cx:pt idx="2035">7.4000000000000004</cx:pt>
          <cx:pt idx="2036">6.7999999999999998</cx:pt>
          <cx:pt idx="2037">6.0999999999999996</cx:pt>
          <cx:pt idx="2038">6.2999999999999998</cx:pt>
          <cx:pt idx="2039">6.5</cx:pt>
          <cx:pt idx="2040">7.0999999999999996</cx:pt>
          <cx:pt idx="2041">6.5999999999999996</cx:pt>
          <cx:pt idx="2042">6.2000000000000002</cx:pt>
          <cx:pt idx="2043">6.4000000000000004</cx:pt>
          <cx:pt idx="2044">6</cx:pt>
          <cx:pt idx="2045">5.5999999999999996</cx:pt>
          <cx:pt idx="2046">7.2999999999999998</cx:pt>
          <cx:pt idx="2047">6.7000000000000002</cx:pt>
          <cx:pt idx="2048">6.5999999999999996</cx:pt>
          <cx:pt idx="2049">6.7999999999999998</cx:pt>
          <cx:pt idx="2050">5.5999999999999996</cx:pt>
          <cx:pt idx="2051">6.7000000000000002</cx:pt>
          <cx:pt idx="2052">6.2999999999999998</cx:pt>
          <cx:pt idx="2053">5.4000000000000004</cx:pt>
          <cx:pt idx="2054">6.9000000000000004</cx:pt>
          <cx:pt idx="2055">5.2000000000000002</cx:pt>
          <cx:pt idx="2056">7.2000000000000002</cx:pt>
          <cx:pt idx="2057">7.2000000000000002</cx:pt>
          <cx:pt idx="2058">6.2999999999999998</cx:pt>
          <cx:pt idx="2059">7</cx:pt>
          <cx:pt idx="2060">6.0999999999999996</cx:pt>
          <cx:pt idx="2061">4</cx:pt>
          <cx:pt idx="2062">6.5</cx:pt>
          <cx:pt idx="2063">5.5</cx:pt>
          <cx:pt idx="2064">7.2000000000000002</cx:pt>
          <cx:pt idx="2065">6</cx:pt>
          <cx:pt idx="2066">5.4000000000000004</cx:pt>
          <cx:pt idx="2067">6</cx:pt>
          <cx:pt idx="2068">7.2000000000000002</cx:pt>
          <cx:pt idx="2069">6.4000000000000004</cx:pt>
          <cx:pt idx="2070">6.5</cx:pt>
          <cx:pt idx="2071">6.9000000000000004</cx:pt>
          <cx:pt idx="2072">7.0999999999999996</cx:pt>
          <cx:pt idx="2073">8.1999999999999993</cx:pt>
          <cx:pt idx="2074">6.9000000000000004</cx:pt>
          <cx:pt idx="2075">5.4000000000000004</cx:pt>
          <cx:pt idx="2076">6.54</cx:pt>
          <cx:pt idx="2077">5.5</cx:pt>
          <cx:pt idx="2078">6.9000000000000004</cx:pt>
          <cx:pt idx="2079">6.2999999999999998</cx:pt>
          <cx:pt idx="2080">6.0999999999999996</cx:pt>
          <cx:pt idx="2081">5.9000000000000004</cx:pt>
          <cx:pt idx="2082">5.2000000000000002</cx:pt>
          <cx:pt idx="2083">6.2000000000000002</cx:pt>
          <cx:pt idx="2084">7.0999999999999996</cx:pt>
          <cx:pt idx="2085">6.2000000000000002</cx:pt>
          <cx:pt idx="2086">5.7999999999999998</cx:pt>
          <cx:pt idx="2087">5.7000000000000002</cx:pt>
          <cx:pt idx="2088">9</cx:pt>
          <cx:pt idx="2089">4.7000000000000002</cx:pt>
          <cx:pt idx="2090">6.2999999999999998</cx:pt>
          <cx:pt idx="2091">6.2999999999999998</cx:pt>
          <cx:pt idx="2092">7.5999999999999996</cx:pt>
          <cx:pt idx="2093">4.7000000000000002</cx:pt>
          <cx:pt idx="2094">6.5</cx:pt>
          <cx:pt idx="2095">5.7000000000000002</cx:pt>
          <cx:pt idx="2096">6.4000000000000004</cx:pt>
          <cx:pt idx="2097">5.2999999999999998</cx:pt>
          <cx:pt idx="2098">6.4000000000000004</cx:pt>
          <cx:pt idx="2099">6.5999999999999996</cx:pt>
          <cx:pt idx="2100">7.7000000000000002</cx:pt>
          <cx:pt idx="2101">7.4000000000000004</cx:pt>
          <cx:pt idx="2102">5.9000000000000004</cx:pt>
          <cx:pt idx="2103">5.4000000000000004</cx:pt>
          <cx:pt idx="2104">6.0999999999999996</cx:pt>
          <cx:pt idx="2105">6.5</cx:pt>
          <cx:pt idx="2106">6.9000000000000004</cx:pt>
          <cx:pt idx="2107">5.2999999999999998</cx:pt>
          <cx:pt idx="2108">6.7999999999999998</cx:pt>
          <cx:pt idx="2109">6.7000000000000002</cx:pt>
          <cx:pt idx="2110">7.7000000000000002</cx:pt>
          <cx:pt idx="2111">7.5999999999999996</cx:pt>
          <cx:pt idx="2112">5.5999999999999996</cx:pt>
          <cx:pt idx="2113">6.2000000000000002</cx:pt>
          <cx:pt idx="2114">4</cx:pt>
          <cx:pt idx="2115">4.7000000000000002</cx:pt>
          <cx:pt idx="2116">7.0999999999999996</cx:pt>
          <cx:pt idx="2117">7.4000000000000004</cx:pt>
          <cx:pt idx="2118">7</cx:pt>
          <cx:pt idx="2119">6.5999999999999996</cx:pt>
          <cx:pt idx="2120">5</cx:pt>
          <cx:pt idx="2121">6.7000000000000002</cx:pt>
          <cx:pt idx="2122">5.4000000000000004</cx:pt>
          <cx:pt idx="2123">5.2999999999999998</cx:pt>
          <cx:pt idx="2124">7.4000000000000004</cx:pt>
          <cx:pt idx="2125">7.2000000000000002</cx:pt>
          <cx:pt idx="2126">5.9000000000000004</cx:pt>
          <cx:pt idx="2127">6.54</cx:pt>
          <cx:pt idx="2128">5.7999999999999998</cx:pt>
          <cx:pt idx="2129">7.5</cx:pt>
          <cx:pt idx="2130">8.0999999999999996</cx:pt>
          <cx:pt idx="2131">6.5999999999999996</cx:pt>
          <cx:pt idx="2132">6.2999999999999998</cx:pt>
          <cx:pt idx="2133">5.5999999999999996</cx:pt>
          <cx:pt idx="2134">4.2999999999999998</cx:pt>
          <cx:pt idx="2135">7.5999999999999996</cx:pt>
          <cx:pt idx="2136">6.2999999999999998</cx:pt>
          <cx:pt idx="2137">5.7000000000000002</cx:pt>
          <cx:pt idx="2138">5.7000000000000002</cx:pt>
          <cx:pt idx="2139">7.5</cx:pt>
          <cx:pt idx="2140">6.5</cx:pt>
          <cx:pt idx="2141">7.7999999999999998</cx:pt>
          <cx:pt idx="2142">6.2999999999999998</cx:pt>
          <cx:pt idx="2143">5.9000000000000004</cx:pt>
          <cx:pt idx="2144">5.7999999999999998</cx:pt>
          <cx:pt idx="2145">8.0999999999999996</cx:pt>
          <cx:pt idx="2146">8</cx:pt>
          <cx:pt idx="2147">4.9000000000000004</cx:pt>
          <cx:pt idx="2148">6.7999999999999998</cx:pt>
          <cx:pt idx="2149">6.7000000000000002</cx:pt>
          <cx:pt idx="2150">6.0999999999999996</cx:pt>
          <cx:pt idx="2151">4.7000000000000002</cx:pt>
          <cx:pt idx="2152">7.5999999999999996</cx:pt>
          <cx:pt idx="2153">8.3000000000000007</cx:pt>
          <cx:pt idx="2154">7.0999999999999996</cx:pt>
          <cx:pt idx="2155">4.2999999999999998</cx:pt>
          <cx:pt idx="2156">5.7000000000000002</cx:pt>
          <cx:pt idx="2157">6.9000000000000004</cx:pt>
          <cx:pt idx="2158">5.2999999999999998</cx:pt>
          <cx:pt idx="2159">6.7999999999999998</cx:pt>
          <cx:pt idx="2160">6.4000000000000004</cx:pt>
          <cx:pt idx="2161">6.4000000000000004</cx:pt>
          <cx:pt idx="2162">5.5</cx:pt>
          <cx:pt idx="2163">6</cx:pt>
          <cx:pt idx="2164">5.2000000000000002</cx:pt>
          <cx:pt idx="2165">4.4000000000000004</cx:pt>
          <cx:pt idx="2166">5.7999999999999998</cx:pt>
          <cx:pt idx="2167">7.2999999999999998</cx:pt>
          <cx:pt idx="2168">5.2000000000000002</cx:pt>
          <cx:pt idx="2169">4.4000000000000004</cx:pt>
          <cx:pt idx="2170">7.5</cx:pt>
          <cx:pt idx="2171">6.54</cx:pt>
          <cx:pt idx="2172">7</cx:pt>
          <cx:pt idx="2173">5.0999999999999996</cx:pt>
          <cx:pt idx="2174">5.7000000000000002</cx:pt>
          <cx:pt idx="2175">5.2000000000000002</cx:pt>
          <cx:pt idx="2176">7</cx:pt>
          <cx:pt idx="2177">7.4000000000000004</cx:pt>
          <cx:pt idx="2178">8.4000000000000004</cx:pt>
          <cx:pt idx="2179">5.7999999999999998</cx:pt>
          <cx:pt idx="2180">6</cx:pt>
          <cx:pt idx="2181">7.2000000000000002</cx:pt>
          <cx:pt idx="2182">5.5999999999999996</cx:pt>
          <cx:pt idx="2183">6.2999999999999998</cx:pt>
          <cx:pt idx="2184">4</cx:pt>
          <cx:pt idx="2185">7.4000000000000004</cx:pt>
          <cx:pt idx="2186">5.2000000000000002</cx:pt>
          <cx:pt idx="2187">6.2000000000000002</cx:pt>
          <cx:pt idx="2188">6.7999999999999998</cx:pt>
          <cx:pt idx="2189">6.5</cx:pt>
          <cx:pt idx="2190">7.4000000000000004</cx:pt>
          <cx:pt idx="2191">6.2000000000000002</cx:pt>
          <cx:pt idx="2192">6.7000000000000002</cx:pt>
          <cx:pt idx="2193">7.0999999999999996</cx:pt>
          <cx:pt idx="2194">5.9000000000000004</cx:pt>
          <cx:pt idx="2195">6.5</cx:pt>
          <cx:pt idx="2196">5.5</cx:pt>
          <cx:pt idx="2197">6.5</cx:pt>
          <cx:pt idx="2198">6.7000000000000002</cx:pt>
          <cx:pt idx="2199">5.7999999999999998</cx:pt>
          <cx:pt idx="2200">4</cx:pt>
          <cx:pt idx="2201">5.7999999999999998</cx:pt>
          <cx:pt idx="2202">5.4000000000000004</cx:pt>
          <cx:pt idx="2203">7.5999999999999996</cx:pt>
          <cx:pt idx="2204">4.4000000000000004</cx:pt>
          <cx:pt idx="2205">6</cx:pt>
          <cx:pt idx="2206">6.54</cx:pt>
          <cx:pt idx="2207">5.7000000000000002</cx:pt>
          <cx:pt idx="2208">6.7999999999999998</cx:pt>
          <cx:pt idx="2209">6.5999999999999996</cx:pt>
          <cx:pt idx="2210">7.7000000000000002</cx:pt>
          <cx:pt idx="2211">4</cx:pt>
          <cx:pt idx="2212">6.2999999999999998</cx:pt>
          <cx:pt idx="2213">7.2999999999999998</cx:pt>
          <cx:pt idx="2214">5.7000000000000002</cx:pt>
          <cx:pt idx="2215">4.7000000000000002</cx:pt>
          <cx:pt idx="2216">6.7999999999999998</cx:pt>
          <cx:pt idx="2217">5.7999999999999998</cx:pt>
          <cx:pt idx="2218">6</cx:pt>
          <cx:pt idx="2219">8.1999999999999993</cx:pt>
          <cx:pt idx="2220">5.7999999999999998</cx:pt>
          <cx:pt idx="2221">6.2000000000000002</cx:pt>
          <cx:pt idx="2222">6.7999999999999998</cx:pt>
          <cx:pt idx="2223">6.0999999999999996</cx:pt>
          <cx:pt idx="2224">5.4000000000000004</cx:pt>
          <cx:pt idx="2225">6.7999999999999998</cx:pt>
          <cx:pt idx="2226">7.4000000000000004</cx:pt>
          <cx:pt idx="2227">7.5999999999999996</cx:pt>
          <cx:pt idx="2228">5.5999999999999996</cx:pt>
          <cx:pt idx="2229">7.4000000000000004</cx:pt>
          <cx:pt idx="2230">7.2000000000000002</cx:pt>
          <cx:pt idx="2231">6.0999999999999996</cx:pt>
          <cx:pt idx="2232">7</cx:pt>
          <cx:pt idx="2233">7.0999999999999996</cx:pt>
          <cx:pt idx="2234">6.0999999999999996</cx:pt>
          <cx:pt idx="2235">5.7999999999999998</cx:pt>
          <cx:pt idx="2236">6.54</cx:pt>
          <cx:pt idx="2237">6.9000000000000004</cx:pt>
          <cx:pt idx="2238">7.7000000000000002</cx:pt>
          <cx:pt idx="2239">7.2000000000000002</cx:pt>
          <cx:pt idx="2240">7.4000000000000004</cx:pt>
          <cx:pt idx="2241">5.4000000000000004</cx:pt>
          <cx:pt idx="2242">6.0999999999999996</cx:pt>
          <cx:pt idx="2243">5.2999999999999998</cx:pt>
          <cx:pt idx="2244">6.5</cx:pt>
          <cx:pt idx="2245">6.5</cx:pt>
          <cx:pt idx="2246">5.2999999999999998</cx:pt>
          <cx:pt idx="2247">5.5999999999999996</cx:pt>
          <cx:pt idx="2248">6.7999999999999998</cx:pt>
          <cx:pt idx="2249">5.7000000000000002</cx:pt>
          <cx:pt idx="2250">6.0999999999999996</cx:pt>
          <cx:pt idx="2251">6.4000000000000004</cx:pt>
          <cx:pt idx="2252">5.5999999999999996</cx:pt>
          <cx:pt idx="2253">7.5999999999999996</cx:pt>
          <cx:pt idx="2254">5.2999999999999998</cx:pt>
          <cx:pt idx="2255">7.7000000000000002</cx:pt>
          <cx:pt idx="2256">6.2999999999999998</cx:pt>
          <cx:pt idx="2257">7.7999999999999998</cx:pt>
          <cx:pt idx="2258">5.9000000000000004</cx:pt>
          <cx:pt idx="2259">5.5999999999999996</cx:pt>
          <cx:pt idx="2260">4.7999999999999998</cx:pt>
          <cx:pt idx="2261">4.7999999999999998</cx:pt>
          <cx:pt idx="2262">6.5999999999999996</cx:pt>
          <cx:pt idx="2263">7.0999999999999996</cx:pt>
          <cx:pt idx="2264">7.2000000000000002</cx:pt>
          <cx:pt idx="2265">7.2999999999999998</cx:pt>
          <cx:pt idx="2266">7.2999999999999998</cx:pt>
          <cx:pt idx="2267">5.2000000000000002</cx:pt>
          <cx:pt idx="2268">6.9000000000000004</cx:pt>
          <cx:pt idx="2269">5.4000000000000004</cx:pt>
          <cx:pt idx="2270">7.2000000000000002</cx:pt>
          <cx:pt idx="2271">6.5999999999999996</cx:pt>
          <cx:pt idx="2272">6.7999999999999998</cx:pt>
          <cx:pt idx="2273">7.0999999999999996</cx:pt>
          <cx:pt idx="2274">5.5</cx:pt>
          <cx:pt idx="2275">7.0999999999999996</cx:pt>
          <cx:pt idx="2276">6.2999999999999998</cx:pt>
          <cx:pt idx="2277">7.7999999999999998</cx:pt>
          <cx:pt idx="2278">7.4000000000000004</cx:pt>
          <cx:pt idx="2279">6.0999999999999996</cx:pt>
          <cx:pt idx="2280">6.7000000000000002</cx:pt>
          <cx:pt idx="2281">5.7000000000000002</cx:pt>
          <cx:pt idx="2282">5.5</cx:pt>
          <cx:pt idx="2283">7.7999999999999998</cx:pt>
          <cx:pt idx="2284">7.7999999999999998</cx:pt>
          <cx:pt idx="2285">6.5999999999999996</cx:pt>
          <cx:pt idx="2286">4.0999999999999996</cx:pt>
          <cx:pt idx="2287">7.2999999999999998</cx:pt>
          <cx:pt idx="2288">6.9000000000000004</cx:pt>
          <cx:pt idx="2289">5.7999999999999998</cx:pt>
          <cx:pt idx="2290">5.9000000000000004</cx:pt>
          <cx:pt idx="2291">6.4000000000000004</cx:pt>
          <cx:pt idx="2292">4</cx:pt>
          <cx:pt idx="2293">5.5999999999999996</cx:pt>
          <cx:pt idx="2294">4</cx:pt>
          <cx:pt idx="2295">5.4000000000000004</cx:pt>
          <cx:pt idx="2296">5.0999999999999996</cx:pt>
          <cx:pt idx="2297">5.7999999999999998</cx:pt>
          <cx:pt idx="2298">6.0999999999999996</cx:pt>
          <cx:pt idx="2299">7</cx:pt>
          <cx:pt idx="2300">7.4000000000000004</cx:pt>
          <cx:pt idx="2301">7.2000000000000002</cx:pt>
          <cx:pt idx="2302">4.4000000000000004</cx:pt>
          <cx:pt idx="2303">5</cx:pt>
          <cx:pt idx="2304">7</cx:pt>
          <cx:pt idx="2305">8.5999999999999996</cx:pt>
          <cx:pt idx="2306">5.9000000000000004</cx:pt>
          <cx:pt idx="2307">8.1999999999999993</cx:pt>
          <cx:pt idx="2308">5.7999999999999998</cx:pt>
          <cx:pt idx="2309">5.2999999999999998</cx:pt>
          <cx:pt idx="2310">5.5999999999999996</cx:pt>
          <cx:pt idx="2311">4</cx:pt>
          <cx:pt idx="2312">6.0999999999999996</cx:pt>
          <cx:pt idx="2313">6.2000000000000002</cx:pt>
          <cx:pt idx="2314">7.4000000000000004</cx:pt>
          <cx:pt idx="2315">5.5</cx:pt>
          <cx:pt idx="2316">4.7999999999999998</cx:pt>
          <cx:pt idx="2317">6.5</cx:pt>
          <cx:pt idx="2318">6.2999999999999998</cx:pt>
          <cx:pt idx="2319">5.7000000000000002</cx:pt>
          <cx:pt idx="2320">6.9000000000000004</cx:pt>
          <cx:pt idx="2321">6.5</cx:pt>
          <cx:pt idx="2322">5.0999999999999996</cx:pt>
          <cx:pt idx="2323">7.2999999999999998</cx:pt>
          <cx:pt idx="2324">6.2000000000000002</cx:pt>
          <cx:pt idx="2325">6.5999999999999996</cx:pt>
          <cx:pt idx="2326">6.9000000000000004</cx:pt>
          <cx:pt idx="2327">7</cx:pt>
          <cx:pt idx="2328">5.5999999999999996</cx:pt>
          <cx:pt idx="2329">6.9000000000000004</cx:pt>
          <cx:pt idx="2330">7.0999999999999996</cx:pt>
          <cx:pt idx="2331">5.2999999999999998</cx:pt>
          <cx:pt idx="2332">7.5</cx:pt>
          <cx:pt idx="2333">5.4000000000000004</cx:pt>
          <cx:pt idx="2334">6.7000000000000002</cx:pt>
          <cx:pt idx="2335">5.7999999999999998</cx:pt>
          <cx:pt idx="2336">5.0999999999999996</cx:pt>
          <cx:pt idx="2337">6.7000000000000002</cx:pt>
          <cx:pt idx="2338">7.5</cx:pt>
          <cx:pt idx="2339">8.4000000000000004</cx:pt>
          <cx:pt idx="2340">5.9000000000000004</cx:pt>
          <cx:pt idx="2341">4.7999999999999998</cx:pt>
          <cx:pt idx="2342">6.5999999999999996</cx:pt>
          <cx:pt idx="2343">7.4000000000000004</cx:pt>
          <cx:pt idx="2344">6.2000000000000002</cx:pt>
          <cx:pt idx="2345">5</cx:pt>
          <cx:pt idx="2346">6.5</cx:pt>
          <cx:pt idx="2347">7.4000000000000004</cx:pt>
          <cx:pt idx="2348">6.2000000000000002</cx:pt>
          <cx:pt idx="2349">5.5</cx:pt>
          <cx:pt idx="2350">7.2000000000000002</cx:pt>
          <cx:pt idx="2351">5.2999999999999998</cx:pt>
          <cx:pt idx="2352">5.5</cx:pt>
          <cx:pt idx="2353">7</cx:pt>
          <cx:pt idx="2354">7</cx:pt>
          <cx:pt idx="2355">5.2999999999999998</cx:pt>
          <cx:pt idx="2356">6.9000000000000004</cx:pt>
          <cx:pt idx="2357">5.7999999999999998</cx:pt>
          <cx:pt idx="2358">5.7999999999999998</cx:pt>
          <cx:pt idx="2359">7.2000000000000002</cx:pt>
          <cx:pt idx="2360">8.0999999999999996</cx:pt>
          <cx:pt idx="2361">6.0999999999999996</cx:pt>
          <cx:pt idx="2362">7.2999999999999998</cx:pt>
          <cx:pt idx="2363">4.7999999999999998</cx:pt>
          <cx:pt idx="2364">6.5999999999999996</cx:pt>
          <cx:pt idx="2365">7.4000000000000004</cx:pt>
          <cx:pt idx="2366">5.7999999999999998</cx:pt>
          <cx:pt idx="2367">5.5999999999999996</cx:pt>
          <cx:pt idx="2368">5.5999999999999996</cx:pt>
          <cx:pt idx="2369">5.7999999999999998</cx:pt>
          <cx:pt idx="2370">4.5999999999999996</cx:pt>
          <cx:pt idx="2371">5.4000000000000004</cx:pt>
          <cx:pt idx="2372">6.7000000000000002</cx:pt>
          <cx:pt idx="2373">6</cx:pt>
          <cx:pt idx="2374">6</cx:pt>
          <cx:pt idx="2375">6.5</cx:pt>
          <cx:pt idx="2376">5.2000000000000002</cx:pt>
          <cx:pt idx="2377">6.4000000000000004</cx:pt>
          <cx:pt idx="2378">7.0999999999999996</cx:pt>
          <cx:pt idx="2379">5.7999999999999998</cx:pt>
          <cx:pt idx="2380">4.5</cx:pt>
          <cx:pt idx="2381">6.4000000000000004</cx:pt>
          <cx:pt idx="2382">6.4000000000000004</cx:pt>
          <cx:pt idx="2383">6</cx:pt>
          <cx:pt idx="2384">5.5</cx:pt>
          <cx:pt idx="2385">5.2999999999999998</cx:pt>
          <cx:pt idx="2386">6.2000000000000002</cx:pt>
          <cx:pt idx="2387">4</cx:pt>
          <cx:pt idx="2388">6.5999999999999996</cx:pt>
          <cx:pt idx="2389">7.4000000000000004</cx:pt>
          <cx:pt idx="2390">6.2999999999999998</cx:pt>
          <cx:pt idx="2391">6.2000000000000002</cx:pt>
          <cx:pt idx="2392">6.2000000000000002</cx:pt>
          <cx:pt idx="2393">6</cx:pt>
          <cx:pt idx="2394">6.9000000000000004</cx:pt>
          <cx:pt idx="2395">5.7999999999999998</cx:pt>
          <cx:pt idx="2396">5.7999999999999998</cx:pt>
          <cx:pt idx="2397">4</cx:pt>
          <cx:pt idx="2398">5.9000000000000004</cx:pt>
          <cx:pt idx="2399">7.2000000000000002</cx:pt>
          <cx:pt idx="2400">7.2000000000000002</cx:pt>
          <cx:pt idx="2401">4.9000000000000004</cx:pt>
          <cx:pt idx="2402">7.0999999999999996</cx:pt>
          <cx:pt idx="2403">6.5</cx:pt>
          <cx:pt idx="2404">4.5</cx:pt>
          <cx:pt idx="2405">7.2000000000000002</cx:pt>
          <cx:pt idx="2406">7</cx:pt>
          <cx:pt idx="2407">5.2000000000000002</cx:pt>
          <cx:pt idx="2408">5.4000000000000004</cx:pt>
          <cx:pt idx="2409">5.5999999999999996</cx:pt>
          <cx:pt idx="2410">5.5999999999999996</cx:pt>
          <cx:pt idx="2411">4.9000000000000004</cx:pt>
          <cx:pt idx="2412">7</cx:pt>
          <cx:pt idx="2413">6.0999999999999996</cx:pt>
          <cx:pt idx="2414">6.7999999999999998</cx:pt>
          <cx:pt idx="2415">7.2999999999999998</cx:pt>
          <cx:pt idx="2416">7.0999999999999996</cx:pt>
          <cx:pt idx="2417">5.0999999999999996</cx:pt>
          <cx:pt idx="2418">5.5</cx:pt>
          <cx:pt idx="2419">6.2999999999999998</cx:pt>
          <cx:pt idx="2420">5.2000000000000002</cx:pt>
          <cx:pt idx="2421">7.7000000000000002</cx:pt>
          <cx:pt idx="2422">4.2999999999999998</cx:pt>
          <cx:pt idx="2423">5.7999999999999998</cx:pt>
          <cx:pt idx="2424">6.4000000000000004</cx:pt>
          <cx:pt idx="2425">5.4000000000000004</cx:pt>
          <cx:pt idx="2426">4</cx:pt>
          <cx:pt idx="2427">6.0999999999999996</cx:pt>
          <cx:pt idx="2428">7.2000000000000002</cx:pt>
          <cx:pt idx="2429">4</cx:pt>
          <cx:pt idx="2430">7.5</cx:pt>
          <cx:pt idx="2431">6.7999999999999998</cx:pt>
          <cx:pt idx="2432">7.7999999999999998</cx:pt>
          <cx:pt idx="2433">7.5</cx:pt>
          <cx:pt idx="2434">8.0999999999999996</cx:pt>
          <cx:pt idx="2435">6.7999999999999998</cx:pt>
          <cx:pt idx="2436">4</cx:pt>
          <cx:pt idx="2437">6.9000000000000004</cx:pt>
          <cx:pt idx="2438">5.0999999999999996</cx:pt>
          <cx:pt idx="2439">6.5</cx:pt>
          <cx:pt idx="2440">6.4000000000000004</cx:pt>
          <cx:pt idx="2441">5.9000000000000004</cx:pt>
          <cx:pt idx="2442">5.2999999999999998</cx:pt>
          <cx:pt idx="2443">4</cx:pt>
          <cx:pt idx="2444">7.5</cx:pt>
          <cx:pt idx="2445">5.9000000000000004</cx:pt>
          <cx:pt idx="2446">6.2999999999999998</cx:pt>
          <cx:pt idx="2447">5.9000000000000004</cx:pt>
          <cx:pt idx="2448">6.4000000000000004</cx:pt>
          <cx:pt idx="2449">6</cx:pt>
          <cx:pt idx="2450">4.5999999999999996</cx:pt>
          <cx:pt idx="2451">4.5999999999999996</cx:pt>
          <cx:pt idx="2452">8.5</cx:pt>
          <cx:pt idx="2453">6.2999999999999998</cx:pt>
          <cx:pt idx="2454">7.2000000000000002</cx:pt>
          <cx:pt idx="2455">5.5</cx:pt>
          <cx:pt idx="2456">6.0999999999999996</cx:pt>
          <cx:pt idx="2457">6.7000000000000002</cx:pt>
          <cx:pt idx="2458">7.0999999999999996</cx:pt>
          <cx:pt idx="2459">5.4000000000000004</cx:pt>
          <cx:pt idx="2460">6.7999999999999998</cx:pt>
          <cx:pt idx="2461">6.7000000000000002</cx:pt>
          <cx:pt idx="2462">6.5</cx:pt>
          <cx:pt idx="2463">4</cx:pt>
          <cx:pt idx="2464">5.7000000000000002</cx:pt>
          <cx:pt idx="2465">5.7000000000000002</cx:pt>
          <cx:pt idx="2466">7.5</cx:pt>
          <cx:pt idx="2467">6.54</cx:pt>
          <cx:pt idx="2468">6.7000000000000002</cx:pt>
          <cx:pt idx="2469">6.4000000000000004</cx:pt>
          <cx:pt idx="2470">7.2000000000000002</cx:pt>
          <cx:pt idx="2471">5.4000000000000004</cx:pt>
          <cx:pt idx="2472">5.2000000000000002</cx:pt>
          <cx:pt idx="2473">5.0999999999999996</cx:pt>
          <cx:pt idx="2474">4</cx:pt>
          <cx:pt idx="2475">7.2000000000000002</cx:pt>
          <cx:pt idx="2476">5.7999999999999998</cx:pt>
          <cx:pt idx="2477">5.2000000000000002</cx:pt>
          <cx:pt idx="2478">4.5</cx:pt>
          <cx:pt idx="2479">7.5999999999999996</cx:pt>
          <cx:pt idx="2480">5.2999999999999998</cx:pt>
          <cx:pt idx="2481">4.9000000000000004</cx:pt>
          <cx:pt idx="2482">4.5999999999999996</cx:pt>
          <cx:pt idx="2483">4</cx:pt>
          <cx:pt idx="2484">5.5999999999999996</cx:pt>
          <cx:pt idx="2485">5</cx:pt>
          <cx:pt idx="2486">7.5999999999999996</cx:pt>
          <cx:pt idx="2487">6.5</cx:pt>
          <cx:pt idx="2488">7.2999999999999998</cx:pt>
          <cx:pt idx="2489">6.7999999999999998</cx:pt>
          <cx:pt idx="2490">5.0999999999999996</cx:pt>
          <cx:pt idx="2491">5.5999999999999996</cx:pt>
          <cx:pt idx="2492">8.4000000000000004</cx:pt>
          <cx:pt idx="2493">7.4000000000000004</cx:pt>
          <cx:pt idx="2494">4</cx:pt>
          <cx:pt idx="2495">5</cx:pt>
          <cx:pt idx="2496">4.7999999999999998</cx:pt>
          <cx:pt idx="2497">5.7999999999999998</cx:pt>
          <cx:pt idx="2498">6</cx:pt>
          <cx:pt idx="2499">4.9000000000000004</cx:pt>
          <cx:pt idx="2500">6.5</cx:pt>
          <cx:pt idx="2501">4</cx:pt>
          <cx:pt idx="2502">5.7999999999999998</cx:pt>
          <cx:pt idx="2503">5.0999999999999996</cx:pt>
          <cx:pt idx="2504">6.5</cx:pt>
          <cx:pt idx="2505">5.2000000000000002</cx:pt>
          <cx:pt idx="2506">6.2999999999999998</cx:pt>
          <cx:pt idx="2507">6.5999999999999996</cx:pt>
          <cx:pt idx="2508">4.2999999999999998</cx:pt>
          <cx:pt idx="2509">4.9000000000000004</cx:pt>
          <cx:pt idx="2510">7.2000000000000002</cx:pt>
          <cx:pt idx="2511">4.7999999999999998</cx:pt>
          <cx:pt idx="2512">6.2999999999999998</cx:pt>
          <cx:pt idx="2513">5.2999999999999998</cx:pt>
          <cx:pt idx="2514">7.2999999999999998</cx:pt>
          <cx:pt idx="2515">7.2000000000000002</cx:pt>
          <cx:pt idx="2516">4</cx:pt>
          <cx:pt idx="2517">6.5999999999999996</cx:pt>
          <cx:pt idx="2518">8.6999999999999993</cx:pt>
          <cx:pt idx="2519">5.9000000000000004</cx:pt>
          <cx:pt idx="2520">4.5</cx:pt>
          <cx:pt idx="2521">6.7999999999999998</cx:pt>
          <cx:pt idx="2522">6.0999999999999996</cx:pt>
          <cx:pt idx="2523">6.2000000000000002</cx:pt>
          <cx:pt idx="2524">7.2999999999999998</cx:pt>
          <cx:pt idx="2525">5.7000000000000002</cx:pt>
          <cx:pt idx="2526">6.5</cx:pt>
          <cx:pt idx="2527">4</cx:pt>
          <cx:pt idx="2528">5.5999999999999996</cx:pt>
          <cx:pt idx="2529">6.9000000000000004</cx:pt>
          <cx:pt idx="2530">5.2999999999999998</cx:pt>
          <cx:pt idx="2531">6.54</cx:pt>
          <cx:pt idx="2532">6.0999999999999996</cx:pt>
          <cx:pt idx="2533">8.1999999999999993</cx:pt>
          <cx:pt idx="2534">5.5999999999999996</cx:pt>
          <cx:pt idx="2535">5</cx:pt>
          <cx:pt idx="2536">7.4000000000000004</cx:pt>
          <cx:pt idx="2537">5</cx:pt>
          <cx:pt idx="2538">6.2999999999999998</cx:pt>
          <cx:pt idx="2539">4</cx:pt>
          <cx:pt idx="2540">7.0999999999999996</cx:pt>
          <cx:pt idx="2541">6</cx:pt>
          <cx:pt idx="2542">5.2000000000000002</cx:pt>
          <cx:pt idx="2543">5.2999999999999998</cx:pt>
          <cx:pt idx="2544">4.5999999999999996</cx:pt>
          <cx:pt idx="2545">6.4000000000000004</cx:pt>
          <cx:pt idx="2546">7.2000000000000002</cx:pt>
          <cx:pt idx="2547">6.7000000000000002</cx:pt>
          <cx:pt idx="2548">4.7000000000000002</cx:pt>
          <cx:pt idx="2549">6.5999999999999996</cx:pt>
          <cx:pt idx="2550">7.2000000000000002</cx:pt>
          <cx:pt idx="2551">7</cx:pt>
          <cx:pt idx="2552">4</cx:pt>
          <cx:pt idx="2553">5.0999999999999996</cx:pt>
          <cx:pt idx="2554">6.4000000000000004</cx:pt>
          <cx:pt idx="2555">6.4000000000000004</cx:pt>
          <cx:pt idx="2556">7.5</cx:pt>
          <cx:pt idx="2557">6.4000000000000004</cx:pt>
          <cx:pt idx="2558">6.5999999999999996</cx:pt>
          <cx:pt idx="2559">7.2000000000000002</cx:pt>
          <cx:pt idx="2560">4</cx:pt>
          <cx:pt idx="2561">6.5</cx:pt>
          <cx:pt idx="2562">6.9000000000000004</cx:pt>
          <cx:pt idx="2563">7.5999999999999996</cx:pt>
          <cx:pt idx="2564">5.4000000000000004</cx:pt>
          <cx:pt idx="2565">6.2000000000000002</cx:pt>
          <cx:pt idx="2566">5.7000000000000002</cx:pt>
          <cx:pt idx="2567">5.5999999999999996</cx:pt>
          <cx:pt idx="2568">5.7000000000000002</cx:pt>
          <cx:pt idx="2569">6.4000000000000004</cx:pt>
          <cx:pt idx="2570">7</cx:pt>
          <cx:pt idx="2571">6.5</cx:pt>
          <cx:pt idx="2572">6.5999999999999996</cx:pt>
          <cx:pt idx="2573">7.0999999999999996</cx:pt>
          <cx:pt idx="2574">5.5</cx:pt>
          <cx:pt idx="2575">6.0999999999999996</cx:pt>
          <cx:pt idx="2576">7.2999999999999998</cx:pt>
          <cx:pt idx="2577">6.2999999999999998</cx:pt>
          <cx:pt idx="2578">5.9000000000000004</cx:pt>
          <cx:pt idx="2579">7.0999999999999996</cx:pt>
          <cx:pt idx="2580">5.0999999999999996</cx:pt>
          <cx:pt idx="2581">6.7999999999999998</cx:pt>
          <cx:pt idx="2582">5.0999999999999996</cx:pt>
          <cx:pt idx="2583">6.7000000000000002</cx:pt>
          <cx:pt idx="2584">5.5</cx:pt>
          <cx:pt idx="2585">6.2000000000000002</cx:pt>
          <cx:pt idx="2586">5.9000000000000004</cx:pt>
          <cx:pt idx="2587">6.9000000000000004</cx:pt>
          <cx:pt idx="2588">7.5999999999999996</cx:pt>
          <cx:pt idx="2589">4.5999999999999996</cx:pt>
          <cx:pt idx="2590">4</cx:pt>
          <cx:pt idx="2591">6.2999999999999998</cx:pt>
          <cx:pt idx="2592">4</cx:pt>
          <cx:pt idx="2593">6.7999999999999998</cx:pt>
          <cx:pt idx="2594">6.54</cx:pt>
          <cx:pt idx="2595">7.0999999999999996</cx:pt>
          <cx:pt idx="2596">4</cx:pt>
          <cx:pt idx="2597">4</cx:pt>
          <cx:pt idx="2598">4</cx:pt>
          <cx:pt idx="2599">7</cx:pt>
          <cx:pt idx="2600">4</cx:pt>
          <cx:pt idx="2601">4.7000000000000002</cx:pt>
          <cx:pt idx="2602">5.7000000000000002</cx:pt>
          <cx:pt idx="2603">4.2999999999999998</cx:pt>
          <cx:pt idx="2604">7.0999999999999996</cx:pt>
          <cx:pt idx="2605">5.2999999999999998</cx:pt>
          <cx:pt idx="2606">6.5999999999999996</cx:pt>
          <cx:pt idx="2607">7.2999999999999998</cx:pt>
          <cx:pt idx="2608">6</cx:pt>
          <cx:pt idx="2609">5.7999999999999998</cx:pt>
          <cx:pt idx="2610">6.0999999999999996</cx:pt>
          <cx:pt idx="2611">4.2999999999999998</cx:pt>
          <cx:pt idx="2612">6.4000000000000004</cx:pt>
          <cx:pt idx="2613">5.7999999999999998</cx:pt>
          <cx:pt idx="2614">8</cx:pt>
          <cx:pt idx="2615">7</cx:pt>
          <cx:pt idx="2616">4.2999999999999998</cx:pt>
          <cx:pt idx="2617">4</cx:pt>
          <cx:pt idx="2618">4.7999999999999998</cx:pt>
          <cx:pt idx="2619">5.5</cx:pt>
          <cx:pt idx="2620">6.2000000000000002</cx:pt>
          <cx:pt idx="2621">6.9000000000000004</cx:pt>
          <cx:pt idx="2622">7.2000000000000002</cx:pt>
          <cx:pt idx="2623">6.5</cx:pt>
          <cx:pt idx="2624">5.7999999999999998</cx:pt>
          <cx:pt idx="2625">6</cx:pt>
          <cx:pt idx="2626">4</cx:pt>
          <cx:pt idx="2627">5.5</cx:pt>
          <cx:pt idx="2628">5.4000000000000004</cx:pt>
          <cx:pt idx="2629">8.0999999999999996</cx:pt>
          <cx:pt idx="2630">7.2000000000000002</cx:pt>
          <cx:pt idx="2631">6.9000000000000004</cx:pt>
          <cx:pt idx="2632">5.7000000000000002</cx:pt>
          <cx:pt idx="2633">6.9000000000000004</cx:pt>
          <cx:pt idx="2634">7.2000000000000002</cx:pt>
          <cx:pt idx="2635">6.5</cx:pt>
          <cx:pt idx="2636">6.2000000000000002</cx:pt>
          <cx:pt idx="2637">5</cx:pt>
          <cx:pt idx="2638">6.4000000000000004</cx:pt>
          <cx:pt idx="2639">6.2000000000000002</cx:pt>
          <cx:pt idx="2640">8</cx:pt>
          <cx:pt idx="2641">5.7999999999999998</cx:pt>
          <cx:pt idx="2642">7.5</cx:pt>
          <cx:pt idx="2643">5.9000000000000004</cx:pt>
          <cx:pt idx="2644">6.2999999999999998</cx:pt>
          <cx:pt idx="2645">4.7999999999999998</cx:pt>
          <cx:pt idx="2646">4.7000000000000002</cx:pt>
          <cx:pt idx="2647">6</cx:pt>
          <cx:pt idx="2648">7.2000000000000002</cx:pt>
          <cx:pt idx="2649">6.7000000000000002</cx:pt>
          <cx:pt idx="2650">5.0999999999999996</cx:pt>
          <cx:pt idx="2651">6.0999999999999996</cx:pt>
          <cx:pt idx="2652">7</cx:pt>
          <cx:pt idx="2653">6.2000000000000002</cx:pt>
          <cx:pt idx="2654">6.4000000000000004</cx:pt>
          <cx:pt idx="2655">5.7000000000000002</cx:pt>
          <cx:pt idx="2656">5.5</cx:pt>
          <cx:pt idx="2657">7.2000000000000002</cx:pt>
          <cx:pt idx="2658">6</cx:pt>
          <cx:pt idx="2659">5.5</cx:pt>
          <cx:pt idx="2660">4.4000000000000004</cx:pt>
          <cx:pt idx="2661">4.4000000000000004</cx:pt>
          <cx:pt idx="2662">6.2000000000000002</cx:pt>
          <cx:pt idx="2663">4</cx:pt>
          <cx:pt idx="2664">7.7999999999999998</cx:pt>
          <cx:pt idx="2665">7.2000000000000002</cx:pt>
          <cx:pt idx="2666">7.0999999999999996</cx:pt>
          <cx:pt idx="2667">5.7999999999999998</cx:pt>
          <cx:pt idx="2668">6.7000000000000002</cx:pt>
          <cx:pt idx="2669">4</cx:pt>
          <cx:pt idx="2670">6.7000000000000002</cx:pt>
          <cx:pt idx="2671">6.5</cx:pt>
          <cx:pt idx="2672">8.3000000000000007</cx:pt>
          <cx:pt idx="2673">5.7000000000000002</cx:pt>
          <cx:pt idx="2674">5.2000000000000002</cx:pt>
          <cx:pt idx="2675">5.7999999999999998</cx:pt>
          <cx:pt idx="2676">5.7999999999999998</cx:pt>
          <cx:pt idx="2677">4</cx:pt>
          <cx:pt idx="2678">7.7000000000000002</cx:pt>
          <cx:pt idx="2679">4.7000000000000002</cx:pt>
          <cx:pt idx="2680">5.2999999999999998</cx:pt>
          <cx:pt idx="2681">6.7999999999999998</cx:pt>
          <cx:pt idx="2682">4</cx:pt>
          <cx:pt idx="2683">7</cx:pt>
          <cx:pt idx="2684">5.7999999999999998</cx:pt>
          <cx:pt idx="2685">5</cx:pt>
          <cx:pt idx="2686">7.5</cx:pt>
          <cx:pt idx="2687">6.2000000000000002</cx:pt>
          <cx:pt idx="2688">6.7999999999999998</cx:pt>
          <cx:pt idx="2689">6.7999999999999998</cx:pt>
          <cx:pt idx="2690">4.5</cx:pt>
          <cx:pt idx="2691">6.2000000000000002</cx:pt>
          <cx:pt idx="2692">6.9000000000000004</cx:pt>
          <cx:pt idx="2693">4</cx:pt>
          <cx:pt idx="2694">6.5</cx:pt>
          <cx:pt idx="2695">5.9000000000000004</cx:pt>
          <cx:pt idx="2696">6.7000000000000002</cx:pt>
          <cx:pt idx="2697">6.2000000000000002</cx:pt>
          <cx:pt idx="2698">5.5</cx:pt>
          <cx:pt idx="2699">7.2000000000000002</cx:pt>
          <cx:pt idx="2700">4.2000000000000002</cx:pt>
          <cx:pt idx="2701">6.7999999999999998</cx:pt>
          <cx:pt idx="2702">4.5999999999999996</cx:pt>
          <cx:pt idx="2703">7.5</cx:pt>
          <cx:pt idx="2704">7.2999999999999998</cx:pt>
          <cx:pt idx="2705">6.5999999999999996</cx:pt>
          <cx:pt idx="2706">5.2999999999999998</cx:pt>
          <cx:pt idx="2707">4</cx:pt>
          <cx:pt idx="2708">7</cx:pt>
          <cx:pt idx="2709">6.0999999999999996</cx:pt>
          <cx:pt idx="2710">4.9000000000000004</cx:pt>
          <cx:pt idx="2711">4.5</cx:pt>
          <cx:pt idx="2712">7.4000000000000004</cx:pt>
          <cx:pt idx="2713">6.4000000000000004</cx:pt>
          <cx:pt idx="2714">7</cx:pt>
          <cx:pt idx="2715">7</cx:pt>
          <cx:pt idx="2716">6.9000000000000004</cx:pt>
          <cx:pt idx="2717">7.5999999999999996</cx:pt>
          <cx:pt idx="2718">5.5</cx:pt>
          <cx:pt idx="2719">5.9000000000000004</cx:pt>
          <cx:pt idx="2720">4.2999999999999998</cx:pt>
          <cx:pt idx="2721">7.9000000000000004</cx:pt>
          <cx:pt idx="2722">6.7000000000000002</cx:pt>
          <cx:pt idx="2723">8.5</cx:pt>
          <cx:pt idx="2724">4.5999999999999996</cx:pt>
          <cx:pt idx="2725">6.5</cx:pt>
          <cx:pt idx="2726">4</cx:pt>
          <cx:pt idx="2727">4.9000000000000004</cx:pt>
          <cx:pt idx="2728">6.5</cx:pt>
          <cx:pt idx="2729">6.2999999999999998</cx:pt>
          <cx:pt idx="2730">7.7000000000000002</cx:pt>
          <cx:pt idx="2731">6.7999999999999998</cx:pt>
          <cx:pt idx="2732">4</cx:pt>
          <cx:pt idx="2733">6.7000000000000002</cx:pt>
          <cx:pt idx="2734">8.0999999999999996</cx:pt>
          <cx:pt idx="2735">8.4000000000000004</cx:pt>
          <cx:pt idx="2736">8.3000000000000007</cx:pt>
          <cx:pt idx="2737">6.9000000000000004</cx:pt>
          <cx:pt idx="2738">5.7999999999999998</cx:pt>
          <cx:pt idx="2739">5.5</cx:pt>
          <cx:pt idx="2740">7.4000000000000004</cx:pt>
          <cx:pt idx="2741">5.9000000000000004</cx:pt>
          <cx:pt idx="2742">5.2999999999999998</cx:pt>
          <cx:pt idx="2743">4</cx:pt>
          <cx:pt idx="2744">5.5</cx:pt>
          <cx:pt idx="2745">7.4000000000000004</cx:pt>
          <cx:pt idx="2746">6.2000000000000002</cx:pt>
          <cx:pt idx="2747">8.0999999999999996</cx:pt>
          <cx:pt idx="2748">4.2000000000000002</cx:pt>
          <cx:pt idx="2749">7.0999999999999996</cx:pt>
          <cx:pt idx="2750">7</cx:pt>
          <cx:pt idx="2751">5.5</cx:pt>
          <cx:pt idx="2752">4.7000000000000002</cx:pt>
          <cx:pt idx="2753">6.4000000000000004</cx:pt>
          <cx:pt idx="2754">6.2000000000000002</cx:pt>
          <cx:pt idx="2755">6.5</cx:pt>
          <cx:pt idx="2756">6.2000000000000002</cx:pt>
          <cx:pt idx="2757">7</cx:pt>
          <cx:pt idx="2758">6.5999999999999996</cx:pt>
          <cx:pt idx="2759">6.54</cx:pt>
          <cx:pt idx="2760">5.7000000000000002</cx:pt>
          <cx:pt idx="2761">6.0999999999999996</cx:pt>
          <cx:pt idx="2762">5.9000000000000004</cx:pt>
          <cx:pt idx="2763">5.2999999999999998</cx:pt>
          <cx:pt idx="2764">5.5999999999999996</cx:pt>
          <cx:pt idx="2765">5.9000000000000004</cx:pt>
          <cx:pt idx="2766">6.54</cx:pt>
          <cx:pt idx="2767">7.2000000000000002</cx:pt>
          <cx:pt idx="2768">6.4000000000000004</cx:pt>
          <cx:pt idx="2769">4.7999999999999998</cx:pt>
          <cx:pt idx="2770">4.7000000000000002</cx:pt>
          <cx:pt idx="2771">6.9000000000000004</cx:pt>
          <cx:pt idx="2772">6.54</cx:pt>
          <cx:pt idx="2773">6.5999999999999996</cx:pt>
          <cx:pt idx="2774">6.4000000000000004</cx:pt>
          <cx:pt idx="2775">6.9000000000000004</cx:pt>
          <cx:pt idx="2776">5.2000000000000002</cx:pt>
          <cx:pt idx="2777">7.0999999999999996</cx:pt>
          <cx:pt idx="2778">5.9000000000000004</cx:pt>
          <cx:pt idx="2779">7.2000000000000002</cx:pt>
          <cx:pt idx="2780">4</cx:pt>
          <cx:pt idx="2781">5</cx:pt>
          <cx:pt idx="2782">6.54</cx:pt>
          <cx:pt idx="2783">7</cx:pt>
          <cx:pt idx="2784">5</cx:pt>
          <cx:pt idx="2785">6.2999999999999998</cx:pt>
          <cx:pt idx="2786">7.2000000000000002</cx:pt>
          <cx:pt idx="2787">6.2000000000000002</cx:pt>
          <cx:pt idx="2788">5.0999999999999996</cx:pt>
          <cx:pt idx="2789">6.54</cx:pt>
          <cx:pt idx="2790">7</cx:pt>
          <cx:pt idx="2791">6.2999999999999998</cx:pt>
          <cx:pt idx="2792">6.5999999999999996</cx:pt>
          <cx:pt idx="2793">6.5999999999999996</cx:pt>
          <cx:pt idx="2794">6.0999999999999996</cx:pt>
          <cx:pt idx="2795">5.2000000000000002</cx:pt>
          <cx:pt idx="2796">4.5</cx:pt>
          <cx:pt idx="2797">5.7999999999999998</cx:pt>
          <cx:pt idx="2798">5</cx:pt>
          <cx:pt idx="2799">5.5999999999999996</cx:pt>
          <cx:pt idx="2800">4</cx:pt>
          <cx:pt idx="2801">8.4000000000000004</cx:pt>
          <cx:pt idx="2802">5.0999999999999996</cx:pt>
          <cx:pt idx="2803">7</cx:pt>
          <cx:pt idx="2804">6.5999999999999996</cx:pt>
          <cx:pt idx="2805">6.2000000000000002</cx:pt>
          <cx:pt idx="2806">7.5</cx:pt>
          <cx:pt idx="2807">5.4000000000000004</cx:pt>
          <cx:pt idx="2808">4.9000000000000004</cx:pt>
          <cx:pt idx="2809">7.7000000000000002</cx:pt>
          <cx:pt idx="2810">5.9000000000000004</cx:pt>
          <cx:pt idx="2811">7.7999999999999998</cx:pt>
          <cx:pt idx="2812">6.54</cx:pt>
          <cx:pt idx="2813">6.54</cx:pt>
          <cx:pt idx="2814">7.4000000000000004</cx:pt>
          <cx:pt idx="2815">6.7999999999999998</cx:pt>
          <cx:pt idx="2816">6.2000000000000002</cx:pt>
          <cx:pt idx="2817">7.4000000000000004</cx:pt>
          <cx:pt idx="2818">6.2999999999999998</cx:pt>
          <cx:pt idx="2819">6.0999999999999996</cx:pt>
          <cx:pt idx="2820">7.0999999999999996</cx:pt>
          <cx:pt idx="2821">6.7999999999999998</cx:pt>
          <cx:pt idx="2822">7.7999999999999998</cx:pt>
          <cx:pt idx="2823">6.7999999999999998</cx:pt>
          <cx:pt idx="2824">5.9000000000000004</cx:pt>
          <cx:pt idx="2825">6.9000000000000004</cx:pt>
          <cx:pt idx="2826">4</cx:pt>
          <cx:pt idx="2827">5.7000000000000002</cx:pt>
          <cx:pt idx="2828">4</cx:pt>
          <cx:pt idx="2829">7.0999999999999996</cx:pt>
          <cx:pt idx="2830">6.4000000000000004</cx:pt>
          <cx:pt idx="2831">5.5</cx:pt>
          <cx:pt idx="2832">6.4000000000000004</cx:pt>
          <cx:pt idx="2833">4.4000000000000004</cx:pt>
          <cx:pt idx="2834">6.7000000000000002</cx:pt>
          <cx:pt idx="2835">6.9000000000000004</cx:pt>
          <cx:pt idx="2836">6.9000000000000004</cx:pt>
          <cx:pt idx="2837">4.7000000000000002</cx:pt>
          <cx:pt idx="2838">6.7000000000000002</cx:pt>
          <cx:pt idx="2839">4.7000000000000002</cx:pt>
          <cx:pt idx="2840">5.5999999999999996</cx:pt>
          <cx:pt idx="2841">5.7000000000000002</cx:pt>
          <cx:pt idx="2842">7.5</cx:pt>
          <cx:pt idx="2843">7.2000000000000002</cx:pt>
          <cx:pt idx="2844">7.2999999999999998</cx:pt>
          <cx:pt idx="2845">6.2000000000000002</cx:pt>
          <cx:pt idx="2846">6.2000000000000002</cx:pt>
          <cx:pt idx="2847">5.5999999999999996</cx:pt>
          <cx:pt idx="2848">6.5</cx:pt>
          <cx:pt idx="2849">6.7000000000000002</cx:pt>
          <cx:pt idx="2850">4</cx:pt>
          <cx:pt idx="2851">7.5999999999999996</cx:pt>
          <cx:pt idx="2852">6.2999999999999998</cx:pt>
          <cx:pt idx="2853">8</cx:pt>
          <cx:pt idx="2854">6.5</cx:pt>
          <cx:pt idx="2855">6.5</cx:pt>
          <cx:pt idx="2856">6.7999999999999998</cx:pt>
          <cx:pt idx="2857">7.2999999999999998</cx:pt>
          <cx:pt idx="2858">5.5999999999999996</cx:pt>
          <cx:pt idx="2859">7</cx:pt>
          <cx:pt idx="2860">6</cx:pt>
          <cx:pt idx="2861">5.4000000000000004</cx:pt>
          <cx:pt idx="2862">7.0999999999999996</cx:pt>
          <cx:pt idx="2863">5.7000000000000002</cx:pt>
          <cx:pt idx="2864">4.2999999999999998</cx:pt>
          <cx:pt idx="2865">7.4000000000000004</cx:pt>
          <cx:pt idx="2866">7.0999999999999996</cx:pt>
          <cx:pt idx="2867">6.2999999999999998</cx:pt>
          <cx:pt idx="2868">5.7000000000000002</cx:pt>
          <cx:pt idx="2869">7.2000000000000002</cx:pt>
          <cx:pt idx="2870">5.7999999999999998</cx:pt>
          <cx:pt idx="2871">6.0999999999999996</cx:pt>
          <cx:pt idx="2872">6.7999999999999998</cx:pt>
          <cx:pt idx="2873">4.7999999999999998</cx:pt>
          <cx:pt idx="2874">6.7000000000000002</cx:pt>
          <cx:pt idx="2875">7.4000000000000004</cx:pt>
          <cx:pt idx="2876">6.4000000000000004</cx:pt>
          <cx:pt idx="2877">6</cx:pt>
          <cx:pt idx="2878">5.5</cx:pt>
          <cx:pt idx="2879">7.7999999999999998</cx:pt>
          <cx:pt idx="2880">6.9000000000000004</cx:pt>
          <cx:pt idx="2881">6.9000000000000004</cx:pt>
          <cx:pt idx="2882">5.7000000000000002</cx:pt>
          <cx:pt idx="2883">7.7999999999999998</cx:pt>
          <cx:pt idx="2884">8.6999999999999993</cx:pt>
          <cx:pt idx="2885">6.5</cx:pt>
          <cx:pt idx="2886">7.2999999999999998</cx:pt>
          <cx:pt idx="2887">7.9000000000000004</cx:pt>
          <cx:pt idx="2888">5.4000000000000004</cx:pt>
          <cx:pt idx="2889">6.2999999999999998</cx:pt>
          <cx:pt idx="2890">6.2000000000000002</cx:pt>
          <cx:pt idx="2891">6.7999999999999998</cx:pt>
          <cx:pt idx="2892">6.2000000000000002</cx:pt>
          <cx:pt idx="2893">5.7000000000000002</cx:pt>
          <cx:pt idx="2894">6.2000000000000002</cx:pt>
          <cx:pt idx="2895">5</cx:pt>
          <cx:pt idx="2896">5.2999999999999998</cx:pt>
          <cx:pt idx="2897">5.2999999999999998</cx:pt>
          <cx:pt idx="2898">5.7000000000000002</cx:pt>
          <cx:pt idx="2899">6.9000000000000004</cx:pt>
          <cx:pt idx="2900">5.7999999999999998</cx:pt>
          <cx:pt idx="2901">6</cx:pt>
          <cx:pt idx="2902">7</cx:pt>
          <cx:pt idx="2903">4.5999999999999996</cx:pt>
          <cx:pt idx="2904">5.2999999999999998</cx:pt>
          <cx:pt idx="2905">6.2000000000000002</cx:pt>
          <cx:pt idx="2906">6.4000000000000004</cx:pt>
          <cx:pt idx="2907">4.5999999999999996</cx:pt>
          <cx:pt idx="2908">7.0999999999999996</cx:pt>
          <cx:pt idx="2909">5.2999999999999998</cx:pt>
          <cx:pt idx="2910">7.2000000000000002</cx:pt>
          <cx:pt idx="2911">7.2999999999999998</cx:pt>
          <cx:pt idx="2912">4.7999999999999998</cx:pt>
          <cx:pt idx="2913">4.9000000000000004</cx:pt>
          <cx:pt idx="2914">6.0999999999999996</cx:pt>
          <cx:pt idx="2915">6.7999999999999998</cx:pt>
          <cx:pt idx="2916">6.2999999999999998</cx:pt>
          <cx:pt idx="2917">5.2999999999999998</cx:pt>
          <cx:pt idx="2918">6.7999999999999998</cx:pt>
          <cx:pt idx="2919">4</cx:pt>
          <cx:pt idx="2920">6.7999999999999998</cx:pt>
          <cx:pt idx="2921">7.2000000000000002</cx:pt>
          <cx:pt idx="2922">7.5</cx:pt>
          <cx:pt idx="2923">6.7000000000000002</cx:pt>
          <cx:pt idx="2924">5.5999999999999996</cx:pt>
          <cx:pt idx="2925">7.2000000000000002</cx:pt>
          <cx:pt idx="2926">6.2000000000000002</cx:pt>
          <cx:pt idx="2927">4</cx:pt>
          <cx:pt idx="2928">5.4000000000000004</cx:pt>
          <cx:pt idx="2929">6.5</cx:pt>
          <cx:pt idx="2930">5.5999999999999996</cx:pt>
          <cx:pt idx="2931">7</cx:pt>
          <cx:pt idx="2932">4</cx:pt>
          <cx:pt idx="2933">6.2999999999999998</cx:pt>
          <cx:pt idx="2934">5.5999999999999996</cx:pt>
          <cx:pt idx="2935">5.2999999999999998</cx:pt>
          <cx:pt idx="2936">4.5</cx:pt>
          <cx:pt idx="2937">7.2000000000000002</cx:pt>
          <cx:pt idx="2938">6.0999999999999996</cx:pt>
          <cx:pt idx="2939">6.5</cx:pt>
          <cx:pt idx="2940">6.5999999999999996</cx:pt>
          <cx:pt idx="2941">6</cx:pt>
          <cx:pt idx="2942">8</cx:pt>
          <cx:pt idx="2943">5.7000000000000002</cx:pt>
          <cx:pt idx="2944">6.9000000000000004</cx:pt>
          <cx:pt idx="2945">4.5999999999999996</cx:pt>
          <cx:pt idx="2946">6.7000000000000002</cx:pt>
          <cx:pt idx="2947">6</cx:pt>
          <cx:pt idx="2948">7.0999999999999996</cx:pt>
          <cx:pt idx="2949">4.7999999999999998</cx:pt>
          <cx:pt idx="2950">5.7999999999999998</cx:pt>
          <cx:pt idx="2951">6.5999999999999996</cx:pt>
          <cx:pt idx="2952">7.0999999999999996</cx:pt>
          <cx:pt idx="2953">8.0999999999999996</cx:pt>
          <cx:pt idx="2954">6.5999999999999996</cx:pt>
          <cx:pt idx="2955">6.7000000000000002</cx:pt>
          <cx:pt idx="2956">7.4000000000000004</cx:pt>
          <cx:pt idx="2957">6.4000000000000004</cx:pt>
          <cx:pt idx="2958">6.5</cx:pt>
          <cx:pt idx="2959">6.5</cx:pt>
          <cx:pt idx="2960">7.2999999999999998</cx:pt>
          <cx:pt idx="2961">5.5999999999999996</cx:pt>
          <cx:pt idx="2962">6.54</cx:pt>
          <cx:pt idx="2963">5.5</cx:pt>
          <cx:pt idx="2964">5.5999999999999996</cx:pt>
          <cx:pt idx="2965">5.5999999999999996</cx:pt>
          <cx:pt idx="2966">7.0999999999999996</cx:pt>
          <cx:pt idx="2967">7.4000000000000004</cx:pt>
          <cx:pt idx="2968">5.2000000000000002</cx:pt>
          <cx:pt idx="2969">8</cx:pt>
          <cx:pt idx="2970">6.54</cx:pt>
          <cx:pt idx="2971">5.4000000000000004</cx:pt>
          <cx:pt idx="2972">5.5999999999999996</cx:pt>
          <cx:pt idx="2973">5.2999999999999998</cx:pt>
          <cx:pt idx="2974">6.2999999999999998</cx:pt>
          <cx:pt idx="2975">6.2000000000000002</cx:pt>
          <cx:pt idx="2976">5.2999999999999998</cx:pt>
          <cx:pt idx="2977">7.7000000000000002</cx:pt>
          <cx:pt idx="2978">5.5</cx:pt>
          <cx:pt idx="2979">5.7999999999999998</cx:pt>
          <cx:pt idx="2980">7.2000000000000002</cx:pt>
          <cx:pt idx="2981">6.7000000000000002</cx:pt>
          <cx:pt idx="2982">5.5</cx:pt>
          <cx:pt idx="2983">5.7000000000000002</cx:pt>
          <cx:pt idx="2984">7.4000000000000004</cx:pt>
          <cx:pt idx="2985">7.2000000000000002</cx:pt>
          <cx:pt idx="2986">6.7999999999999998</cx:pt>
          <cx:pt idx="2987">6.5999999999999996</cx:pt>
          <cx:pt idx="2988">7.0999999999999996</cx:pt>
          <cx:pt idx="2989">5.5999999999999996</cx:pt>
          <cx:pt idx="2990">5.2000000000000002</cx:pt>
          <cx:pt idx="2991">4</cx:pt>
          <cx:pt idx="2992">4</cx:pt>
          <cx:pt idx="2993">7</cx:pt>
          <cx:pt idx="2994">6.9000000000000004</cx:pt>
          <cx:pt idx="2995">7.0999999999999996</cx:pt>
          <cx:pt idx="2996">6.0999999999999996</cx:pt>
          <cx:pt idx="2997">7.2999999999999998</cx:pt>
          <cx:pt idx="2998">8.0999999999999996</cx:pt>
          <cx:pt idx="2999">6.0999999999999996</cx:pt>
          <cx:pt idx="3000">6.2999999999999998</cx:pt>
          <cx:pt idx="3001">4.2999999999999998</cx:pt>
          <cx:pt idx="3002">6.7000000000000002</cx:pt>
          <cx:pt idx="3003">4</cx:pt>
          <cx:pt idx="3004">6.5999999999999996</cx:pt>
          <cx:pt idx="3005">7.5</cx:pt>
          <cx:pt idx="3006">6.2999999999999998</cx:pt>
          <cx:pt idx="3007">7.7000000000000002</cx:pt>
          <cx:pt idx="3008">4.2000000000000002</cx:pt>
          <cx:pt idx="3009">4.5999999999999996</cx:pt>
          <cx:pt idx="3010">6.4000000000000004</cx:pt>
          <cx:pt idx="3011">5.4000000000000004</cx:pt>
          <cx:pt idx="3012">4.2999999999999998</cx:pt>
          <cx:pt idx="3013">7.2999999999999998</cx:pt>
          <cx:pt idx="3014">6.7999999999999998</cx:pt>
          <cx:pt idx="3015">6.5</cx:pt>
          <cx:pt idx="3016">6.2000000000000002</cx:pt>
          <cx:pt idx="3017">6.7000000000000002</cx:pt>
          <cx:pt idx="3018">4.7000000000000002</cx:pt>
          <cx:pt idx="3019">5.7000000000000002</cx:pt>
          <cx:pt idx="3020">4.5</cx:pt>
          <cx:pt idx="3021">4.4000000000000004</cx:pt>
          <cx:pt idx="3022">6.7000000000000002</cx:pt>
          <cx:pt idx="3023">5.5</cx:pt>
          <cx:pt idx="3024">5.4000000000000004</cx:pt>
          <cx:pt idx="3025">6.2000000000000002</cx:pt>
          <cx:pt idx="3026">6.5999999999999996</cx:pt>
          <cx:pt idx="3027">7.0999999999999996</cx:pt>
          <cx:pt idx="3028">7.2999999999999998</cx:pt>
          <cx:pt idx="3029">6.7000000000000002</cx:pt>
          <cx:pt idx="3030">6.7000000000000002</cx:pt>
          <cx:pt idx="3031">5.5</cx:pt>
          <cx:pt idx="3032">6.2999999999999998</cx:pt>
          <cx:pt idx="3033">6.4000000000000004</cx:pt>
          <cx:pt idx="3034">5.4000000000000004</cx:pt>
          <cx:pt idx="3035">5.9000000000000004</cx:pt>
          <cx:pt idx="3036">4.7000000000000002</cx:pt>
          <cx:pt idx="3037">7</cx:pt>
          <cx:pt idx="3038">7.2000000000000002</cx:pt>
          <cx:pt idx="3039">6.2999999999999998</cx:pt>
          <cx:pt idx="3040">4.2999999999999998</cx:pt>
          <cx:pt idx="3041">7.5</cx:pt>
          <cx:pt idx="3042">7.7000000000000002</cx:pt>
          <cx:pt idx="3043">6.9000000000000004</cx:pt>
          <cx:pt idx="3044">5.5</cx:pt>
          <cx:pt idx="3045">6.5999999999999996</cx:pt>
          <cx:pt idx="3046">5.5</cx:pt>
          <cx:pt idx="3047">7.5</cx:pt>
          <cx:pt idx="3048">5.0999999999999996</cx:pt>
          <cx:pt idx="3049">5.7000000000000002</cx:pt>
          <cx:pt idx="3050">6.5999999999999996</cx:pt>
          <cx:pt idx="3051">6.2000000000000002</cx:pt>
          <cx:pt idx="3052">7</cx:pt>
          <cx:pt idx="3053">6.2000000000000002</cx:pt>
          <cx:pt idx="3054">5.2999999999999998</cx:pt>
          <cx:pt idx="3055">6.5999999999999996</cx:pt>
          <cx:pt idx="3056">6.7999999999999998</cx:pt>
          <cx:pt idx="3057">4.7000000000000002</cx:pt>
          <cx:pt idx="3058">5.5</cx:pt>
          <cx:pt idx="3059">5.5</cx:pt>
          <cx:pt idx="3060">4.7999999999999998</cx:pt>
          <cx:pt idx="3061">6.5999999999999996</cx:pt>
          <cx:pt idx="3062">4.2000000000000002</cx:pt>
          <cx:pt idx="3063">5.4000000000000004</cx:pt>
          <cx:pt idx="3064">6.2999999999999998</cx:pt>
          <cx:pt idx="3065">7.5</cx:pt>
          <cx:pt idx="3066">5.2999999999999998</cx:pt>
          <cx:pt idx="3067">7.7999999999999998</cx:pt>
          <cx:pt idx="3068">6.4000000000000004</cx:pt>
          <cx:pt idx="3069">5.0999999999999996</cx:pt>
          <cx:pt idx="3070">5.5999999999999996</cx:pt>
          <cx:pt idx="3071">6.0999999999999996</cx:pt>
          <cx:pt idx="3072">6.0999999999999996</cx:pt>
          <cx:pt idx="3073">6.5</cx:pt>
          <cx:pt idx="3074">4.4000000000000004</cx:pt>
          <cx:pt idx="3075">7</cx:pt>
          <cx:pt idx="3076">7</cx:pt>
          <cx:pt idx="3077">7.2999999999999998</cx:pt>
          <cx:pt idx="3078">4.2999999999999998</cx:pt>
          <cx:pt idx="3079">6.9000000000000004</cx:pt>
          <cx:pt idx="3080">7.2000000000000002</cx:pt>
          <cx:pt idx="3081">7.7000000000000002</cx:pt>
          <cx:pt idx="3082">5.4000000000000004</cx:pt>
          <cx:pt idx="3083">6.2000000000000002</cx:pt>
          <cx:pt idx="3084">6</cx:pt>
          <cx:pt idx="3085">5.7000000000000002</cx:pt>
          <cx:pt idx="3086">6.2999999999999998</cx:pt>
          <cx:pt idx="3087">5.2000000000000002</cx:pt>
          <cx:pt idx="3088">5.9000000000000004</cx:pt>
          <cx:pt idx="3089">7.5999999999999996</cx:pt>
          <cx:pt idx="3090">7.7000000000000002</cx:pt>
          <cx:pt idx="3091">4.7000000000000002</cx:pt>
          <cx:pt idx="3092">6.0999999999999996</cx:pt>
          <cx:pt idx="3093">5.2000000000000002</cx:pt>
          <cx:pt idx="3094">5.5999999999999996</cx:pt>
          <cx:pt idx="3095">6.5</cx:pt>
          <cx:pt idx="3096">4.2999999999999998</cx:pt>
          <cx:pt idx="3097">5.5</cx:pt>
          <cx:pt idx="3098">5.5</cx:pt>
          <cx:pt idx="3099">6.54</cx:pt>
          <cx:pt idx="3100">4.7999999999999998</cx:pt>
          <cx:pt idx="3101">7.7999999999999998</cx:pt>
          <cx:pt idx="3102">7.5999999999999996</cx:pt>
          <cx:pt idx="3103">5.4000000000000004</cx:pt>
          <cx:pt idx="3104">5.5999999999999996</cx:pt>
          <cx:pt idx="3105">5.5</cx:pt>
          <cx:pt idx="3106">6.0999999999999996</cx:pt>
          <cx:pt idx="3107">4.4000000000000004</cx:pt>
          <cx:pt idx="3108">7.9000000000000004</cx:pt>
          <cx:pt idx="3109">6</cx:pt>
          <cx:pt idx="3110">6.4000000000000004</cx:pt>
          <cx:pt idx="3111">6.7999999999999998</cx:pt>
          <cx:pt idx="3112">6.5</cx:pt>
          <cx:pt idx="3113">5.0999999999999996</cx:pt>
          <cx:pt idx="3114">5.4000000000000004</cx:pt>
          <cx:pt idx="3115">5.4000000000000004</cx:pt>
          <cx:pt idx="3116">6.7999999999999998</cx:pt>
          <cx:pt idx="3117">4.5</cx:pt>
          <cx:pt idx="3118">6.2999999999999998</cx:pt>
          <cx:pt idx="3119">7</cx:pt>
          <cx:pt idx="3120">5.0999999999999996</cx:pt>
          <cx:pt idx="3121">5.5</cx:pt>
          <cx:pt idx="3122">6.5</cx:pt>
          <cx:pt idx="3123">7.5</cx:pt>
          <cx:pt idx="3124">5.5</cx:pt>
          <cx:pt idx="3125">6.0999999999999996</cx:pt>
          <cx:pt idx="3126">6.9000000000000004</cx:pt>
          <cx:pt idx="3127">5.9000000000000004</cx:pt>
          <cx:pt idx="3128">6.9000000000000004</cx:pt>
          <cx:pt idx="3129">6.7999999999999998</cx:pt>
          <cx:pt idx="3130">6.54</cx:pt>
          <cx:pt idx="3131">5.2000000000000002</cx:pt>
          <cx:pt idx="3132">5.7999999999999998</cx:pt>
          <cx:pt idx="3133">5.0999999999999996</cx:pt>
          <cx:pt idx="3134">4.7000000000000002</cx:pt>
          <cx:pt idx="3135">5.5</cx:pt>
          <cx:pt idx="3136">7</cx:pt>
          <cx:pt idx="3137">6.7999999999999998</cx:pt>
          <cx:pt idx="3138">6.2999999999999998</cx:pt>
          <cx:pt idx="3139">6.54</cx:pt>
          <cx:pt idx="3140">8.5999999999999996</cx:pt>
          <cx:pt idx="3141">6.5</cx:pt>
          <cx:pt idx="3142">6.5</cx:pt>
          <cx:pt idx="3143">6.5</cx:pt>
          <cx:pt idx="3144">5.7000000000000002</cx:pt>
          <cx:pt idx="3145">6.4000000000000004</cx:pt>
          <cx:pt idx="3146">6.5</cx:pt>
          <cx:pt idx="3147">6.54</cx:pt>
          <cx:pt idx="3148">7</cx:pt>
          <cx:pt idx="3149">6.7000000000000002</cx:pt>
          <cx:pt idx="3150">4</cx:pt>
          <cx:pt idx="3151">6.7000000000000002</cx:pt>
          <cx:pt idx="3152">7</cx:pt>
          <cx:pt idx="3153">4.4000000000000004</cx:pt>
          <cx:pt idx="3154">4</cx:pt>
          <cx:pt idx="3155">5.2999999999999998</cx:pt>
          <cx:pt idx="3156">6.2000000000000002</cx:pt>
          <cx:pt idx="3157">5.5</cx:pt>
          <cx:pt idx="3158">6.7000000000000002</cx:pt>
          <cx:pt idx="3159">6.5999999999999996</cx:pt>
          <cx:pt idx="3160">8.3000000000000007</cx:pt>
          <cx:pt idx="3161">7</cx:pt>
          <cx:pt idx="3162">6.9000000000000004</cx:pt>
          <cx:pt idx="3163">5.7000000000000002</cx:pt>
          <cx:pt idx="3164">5.7000000000000002</cx:pt>
          <cx:pt idx="3165">5.5</cx:pt>
          <cx:pt idx="3166">6.2999999999999998</cx:pt>
          <cx:pt idx="3167">6.2000000000000002</cx:pt>
          <cx:pt idx="3168">6.4000000000000004</cx:pt>
          <cx:pt idx="3169">6.4000000000000004</cx:pt>
          <cx:pt idx="3170">6.2999999999999998</cx:pt>
          <cx:pt idx="3171">6</cx:pt>
          <cx:pt idx="3172">5.7999999999999998</cx:pt>
          <cx:pt idx="3173">5.2000000000000002</cx:pt>
          <cx:pt idx="3174">5.2999999999999998</cx:pt>
          <cx:pt idx="3175">7.0999999999999996</cx:pt>
          <cx:pt idx="3176">5.7999999999999998</cx:pt>
          <cx:pt idx="3177">5.0999999999999996</cx:pt>
          <cx:pt idx="3178">4.4000000000000004</cx:pt>
          <cx:pt idx="3179">7.0999999999999996</cx:pt>
          <cx:pt idx="3180">5.5</cx:pt>
          <cx:pt idx="3181">6.9000000000000004</cx:pt>
          <cx:pt idx="3182">6.9000000000000004</cx:pt>
          <cx:pt idx="3183">6.5</cx:pt>
          <cx:pt idx="3184">6.0999999999999996</cx:pt>
          <cx:pt idx="3185">5</cx:pt>
          <cx:pt idx="3186">5.9000000000000004</cx:pt>
          <cx:pt idx="3187">5.7000000000000002</cx:pt>
          <cx:pt idx="3188">4.5999999999999996</cx:pt>
          <cx:pt idx="3189">6.7000000000000002</cx:pt>
          <cx:pt idx="3190">6.9000000000000004</cx:pt>
          <cx:pt idx="3191">7.4000000000000004</cx:pt>
          <cx:pt idx="3192">4.5</cx:pt>
          <cx:pt idx="3193">6.7000000000000002</cx:pt>
          <cx:pt idx="3194">5.2999999999999998</cx:pt>
          <cx:pt idx="3195">6.5</cx:pt>
          <cx:pt idx="3196">4.4000000000000004</cx:pt>
          <cx:pt idx="3197">5.2999999999999998</cx:pt>
          <cx:pt idx="3198">7.2000000000000002</cx:pt>
          <cx:pt idx="3199">5.2999999999999998</cx:pt>
          <cx:pt idx="3200">6.5999999999999996</cx:pt>
          <cx:pt idx="3201">7.7999999999999998</cx:pt>
          <cx:pt idx="3202">6</cx:pt>
          <cx:pt idx="3203">5</cx:pt>
          <cx:pt idx="3204">6.0999999999999996</cx:pt>
          <cx:pt idx="3205">7.2000000000000002</cx:pt>
          <cx:pt idx="3206">5.5999999999999996</cx:pt>
          <cx:pt idx="3207">5.5999999999999996</cx:pt>
          <cx:pt idx="3208">4.2000000000000002</cx:pt>
          <cx:pt idx="3209">5.2999999999999998</cx:pt>
          <cx:pt idx="3210">5.2999999999999998</cx:pt>
          <cx:pt idx="3211">6.7999999999999998</cx:pt>
          <cx:pt idx="3212">4</cx:pt>
          <cx:pt idx="3213">6.4000000000000004</cx:pt>
          <cx:pt idx="3214">5.2999999999999998</cx:pt>
          <cx:pt idx="3215">7.5</cx:pt>
          <cx:pt idx="3216">6.5999999999999996</cx:pt>
          <cx:pt idx="3217">6.9000000000000004</cx:pt>
          <cx:pt idx="3218">6.0999999999999996</cx:pt>
          <cx:pt idx="3219">5.0999999999999996</cx:pt>
          <cx:pt idx="3220">4.4000000000000004</cx:pt>
          <cx:pt idx="3221">8</cx:pt>
          <cx:pt idx="3222">4.9000000000000004</cx:pt>
          <cx:pt idx="3223">6.7000000000000002</cx:pt>
          <cx:pt idx="3224">6.5999999999999996</cx:pt>
          <cx:pt idx="3225">5.7999999999999998</cx:pt>
          <cx:pt idx="3226">4.2000000000000002</cx:pt>
          <cx:pt idx="3227">6.2000000000000002</cx:pt>
          <cx:pt idx="3228">8.0999999999999996</cx:pt>
          <cx:pt idx="3229">4</cx:pt>
          <cx:pt idx="3230">6.4000000000000004</cx:pt>
          <cx:pt idx="3231">7.4000000000000004</cx:pt>
          <cx:pt idx="3232">7.7000000000000002</cx:pt>
          <cx:pt idx="3233">5.7000000000000002</cx:pt>
          <cx:pt idx="3234">7.5</cx:pt>
          <cx:pt idx="3235">6.5</cx:pt>
          <cx:pt idx="3236">4.4000000000000004</cx:pt>
          <cx:pt idx="3237">5.5999999999999996</cx:pt>
          <cx:pt idx="3238">7</cx:pt>
          <cx:pt idx="3239">7.0999999999999996</cx:pt>
          <cx:pt idx="3240">6.5999999999999996</cx:pt>
          <cx:pt idx="3241">5.7999999999999998</cx:pt>
          <cx:pt idx="3242">7.2000000000000002</cx:pt>
          <cx:pt idx="3243">5.2000000000000002</cx:pt>
          <cx:pt idx="3244">4</cx:pt>
          <cx:pt idx="3245">6.54</cx:pt>
          <cx:pt idx="3246">5.2999999999999998</cx:pt>
          <cx:pt idx="3247">6.2999999999999998</cx:pt>
          <cx:pt idx="3248">5.9000000000000004</cx:pt>
          <cx:pt idx="3249">7.0999999999999996</cx:pt>
          <cx:pt idx="3250">6.0999999999999996</cx:pt>
          <cx:pt idx="3251">6.2000000000000002</cx:pt>
          <cx:pt idx="3252">4</cx:pt>
          <cx:pt idx="3253">5.4000000000000004</cx:pt>
          <cx:pt idx="3254">6.4000000000000004</cx:pt>
          <cx:pt idx="3255">7</cx:pt>
          <cx:pt idx="3256">5.2999999999999998</cx:pt>
          <cx:pt idx="3257">4</cx:pt>
          <cx:pt idx="3258">6.0999999999999996</cx:pt>
          <cx:pt idx="3259">7</cx:pt>
          <cx:pt idx="3260">5</cx:pt>
          <cx:pt idx="3261">6.7000000000000002</cx:pt>
          <cx:pt idx="3262">4.2999999999999998</cx:pt>
          <cx:pt idx="3263">4</cx:pt>
          <cx:pt idx="3264">6</cx:pt>
          <cx:pt idx="3265">6.7999999999999998</cx:pt>
          <cx:pt idx="3266">5.4000000000000004</cx:pt>
          <cx:pt idx="3267">6.9000000000000004</cx:pt>
          <cx:pt idx="3268">5.7000000000000002</cx:pt>
          <cx:pt idx="3269">5.2000000000000002</cx:pt>
          <cx:pt idx="3270">4.9000000000000004</cx:pt>
          <cx:pt idx="3271">5.4000000000000004</cx:pt>
          <cx:pt idx="3272">5.5999999999999996</cx:pt>
          <cx:pt idx="3273">5</cx:pt>
          <cx:pt idx="3274">4</cx:pt>
          <cx:pt idx="3275">6.2000000000000002</cx:pt>
          <cx:pt idx="3276">5</cx:pt>
          <cx:pt idx="3277">4.7999999999999998</cx:pt>
          <cx:pt idx="3278">4</cx:pt>
          <cx:pt idx="3279">4.7000000000000002</cx:pt>
          <cx:pt idx="3280">4</cx:pt>
          <cx:pt idx="3281">4.2999999999999998</cx:pt>
          <cx:pt idx="3282">5.5999999999999996</cx:pt>
          <cx:pt idx="3283">4.5999999999999996</cx:pt>
          <cx:pt idx="3284">5.5</cx:pt>
          <cx:pt idx="3285">6.5999999999999996</cx:pt>
          <cx:pt idx="3286">6</cx:pt>
          <cx:pt idx="3287">7.0999999999999996</cx:pt>
          <cx:pt idx="3288">4.9000000000000004</cx:pt>
          <cx:pt idx="3289">6.54</cx:pt>
          <cx:pt idx="3290">4</cx:pt>
          <cx:pt idx="3291">4.0999999999999996</cx:pt>
          <cx:pt idx="3292">7</cx:pt>
          <cx:pt idx="3293">5.7000000000000002</cx:pt>
          <cx:pt idx="3294">6.9000000000000004</cx:pt>
          <cx:pt idx="3295">5.7999999999999998</cx:pt>
          <cx:pt idx="3296">5.4000000000000004</cx:pt>
          <cx:pt idx="3297">6.0999999999999996</cx:pt>
          <cx:pt idx="3298">4.2000000000000002</cx:pt>
          <cx:pt idx="3299">4.5</cx:pt>
          <cx:pt idx="3300">4.9000000000000004</cx:pt>
          <cx:pt idx="3301">6.2000000000000002</cx:pt>
          <cx:pt idx="3302">7.2000000000000002</cx:pt>
          <cx:pt idx="3303">4</cx:pt>
          <cx:pt idx="3304">5.7999999999999998</cx:pt>
          <cx:pt idx="3305">6.9000000000000004</cx:pt>
          <cx:pt idx="3306">6.5</cx:pt>
        </cx:lvl>
      </cx:numDim>
    </cx:data>
    <cx:data id="1">
      <cx:numDim type="val">
        <cx:f>'OUTLIER TREATMENT'!$D$5:$D$3311</cx:f>
        <cx:lvl ptCount="3307" formatCode="General">
          <cx:pt idx="0">8.8000000000000007</cx:pt>
          <cx:pt idx="1">8.9000000000000004</cx:pt>
          <cx:pt idx="2">6.9000000000000004</cx:pt>
          <cx:pt idx="3">6.5</cx:pt>
          <cx:pt idx="4">7.0999999999999996</cx:pt>
          <cx:pt idx="5">6.7000000000000002</cx:pt>
          <cx:pt idx="6">6.4000000000000004</cx:pt>
          <cx:pt idx="7">6.0999999999999996</cx:pt>
          <cx:pt idx="8">7.4000000000000004</cx:pt>
          <cx:pt idx="9">5</cx:pt>
          <cx:pt idx="10">7.4000000000000004</cx:pt>
          <cx:pt idx="11">8.4000000000000004</cx:pt>
          <cx:pt idx="12">7.5999999999999996</cx:pt>
          <cx:pt idx="13">8.8000000000000007</cx:pt>
          <cx:pt idx="14">8.9000000000000004</cx:pt>
          <cx:pt idx="15">8.0999999999999996</cx:pt>
          <cx:pt idx="16">7.7999999999999998</cx:pt>
          <cx:pt idx="17">8.1999999999999993</cx:pt>
          <cx:pt idx="18">8.5</cx:pt>
          <cx:pt idx="19">7.7999999999999998</cx:pt>
          <cx:pt idx="20">6.5</cx:pt>
          <cx:pt idx="21">6.2000000000000002</cx:pt>
          <cx:pt idx="22">7.5999999999999996</cx:pt>
          <cx:pt idx="23">7.2000000000000002</cx:pt>
          <cx:pt idx="24">7.9000000000000004</cx:pt>
          <cx:pt idx="25">5</cx:pt>
          <cx:pt idx="26">5.7000000000000002</cx:pt>
          <cx:pt idx="27">6.2000000000000002</cx:pt>
          <cx:pt idx="28">8</cx:pt>
          <cx:pt idx="29">7.2000000000000002</cx:pt>
          <cx:pt idx="30">6.7999999999999998</cx:pt>
          <cx:pt idx="31">7.4000000000000004</cx:pt>
          <cx:pt idx="32">7.4000000000000004</cx:pt>
          <cx:pt idx="33">7.7999999999999998</cx:pt>
          <cx:pt idx="34">9</cx:pt>
          <cx:pt idx="35">9.5</cx:pt>
          <cx:pt idx="36">8.1999999999999993</cx:pt>
          <cx:pt idx="37">7.7999999999999998</cx:pt>
          <cx:pt idx="38">8.6999999999999993</cx:pt>
          <cx:pt idx="39">7.5999999999999996</cx:pt>
          <cx:pt idx="40">8.5999999999999996</cx:pt>
          <cx:pt idx="41">8.0999999999999996</cx:pt>
          <cx:pt idx="42">7.7999999999999998</cx:pt>
          <cx:pt idx="43">8.5</cx:pt>
          <cx:pt idx="44">8.4000000000000004</cx:pt>
          <cx:pt idx="45">8.5</cx:pt>
          <cx:pt idx="46">8.6999999999999993</cx:pt>
          <cx:pt idx="47">8.5</cx:pt>
          <cx:pt idx="48">8.3000000000000007</cx:pt>
          <cx:pt idx="49">9.3000000000000007</cx:pt>
          <cx:pt idx="50">8.6999999999999993</cx:pt>
          <cx:pt idx="51">7.5999999999999996</cx:pt>
          <cx:pt idx="52">7.2000000000000002</cx:pt>
          <cx:pt idx="53">6.0999999999999996</cx:pt>
          <cx:pt idx="54">9</cx:pt>
          <cx:pt idx="55">7.7000000000000002</cx:pt>
          <cx:pt idx="56">8.4000000000000004</cx:pt>
          <cx:pt idx="57">5.5999999999999996</cx:pt>
          <cx:pt idx="58">8.8000000000000007</cx:pt>
          <cx:pt idx="59">8.5999999999999996</cx:pt>
          <cx:pt idx="60">8.5</cx:pt>
          <cx:pt idx="61">6.7000000000000002</cx:pt>
          <cx:pt idx="62">6.9000000000000004</cx:pt>
          <cx:pt idx="63">7.9000000000000004</cx:pt>
          <cx:pt idx="64">8.3000000000000007</cx:pt>
          <cx:pt idx="65">8.3000000000000007</cx:pt>
          <cx:pt idx="66">8.6999999999999993</cx:pt>
          <cx:pt idx="67">7.9000000000000004</cx:pt>
          <cx:pt idx="68">7.5999999999999996</cx:pt>
          <cx:pt idx="69">7.2999999999999998</cx:pt>
          <cx:pt idx="70">8.9000000000000004</cx:pt>
          <cx:pt idx="71">8.5999999999999996</cx:pt>
          <cx:pt idx="72">7.2000000000000002</cx:pt>
          <cx:pt idx="73">8.3000000000000007</cx:pt>
          <cx:pt idx="74">7.5999999999999996</cx:pt>
          <cx:pt idx="75">7</cx:pt>
          <cx:pt idx="76">7.4000000000000004</cx:pt>
          <cx:pt idx="77">7.9000000000000004</cx:pt>
          <cx:pt idx="78">6.2000000000000002</cx:pt>
          <cx:pt idx="79">6.2999999999999998</cx:pt>
          <cx:pt idx="80">7.5999999999999996</cx:pt>
          <cx:pt idx="81">8</cx:pt>
          <cx:pt idx="82">6.54</cx:pt>
          <cx:pt idx="83">8</cx:pt>
          <cx:pt idx="84">6.7000000000000002</cx:pt>
          <cx:pt idx="85">8.3000000000000007</cx:pt>
          <cx:pt idx="86">5</cx:pt>
          <cx:pt idx="87">6.5999999999999996</cx:pt>
          <cx:pt idx="88">7.7000000000000002</cx:pt>
          <cx:pt idx="89">7.5999999999999996</cx:pt>
          <cx:pt idx="90">8.0999999999999996</cx:pt>
          <cx:pt idx="91">7</cx:pt>
          <cx:pt idx="92">8.1999999999999993</cx:pt>
          <cx:pt idx="93">5.4000000000000004</cx:pt>
          <cx:pt idx="94">7.7999999999999998</cx:pt>
          <cx:pt idx="95">5.0999999999999996</cx:pt>
          <cx:pt idx="96">7.2999999999999998</cx:pt>
          <cx:pt idx="97">7.7999999999999998</cx:pt>
          <cx:pt idx="98">6.5</cx:pt>
          <cx:pt idx="99">7.5</cx:pt>
          <cx:pt idx="100">5.2999999999999998</cx:pt>
          <cx:pt idx="101">8.0999999999999996</cx:pt>
          <cx:pt idx="102">5.5999999999999996</cx:pt>
          <cx:pt idx="103">7.2999999999999998</cx:pt>
          <cx:pt idx="104">7.9000000000000004</cx:pt>
          <cx:pt idx="105">6.7999999999999998</cx:pt>
          <cx:pt idx="106">7</cx:pt>
          <cx:pt idx="107">8.0999999999999996</cx:pt>
          <cx:pt idx="108">6.5999999999999996</cx:pt>
          <cx:pt idx="109">6.2999999999999998</cx:pt>
          <cx:pt idx="110">5</cx:pt>
          <cx:pt idx="111">7.5999999999999996</cx:pt>
          <cx:pt idx="112">7.2000000000000002</cx:pt>
          <cx:pt idx="113">6.5</cx:pt>
          <cx:pt idx="114">7</cx:pt>
          <cx:pt idx="115">6.9000000000000004</cx:pt>
          <cx:pt idx="116">8.6999999999999993</cx:pt>
          <cx:pt idx="117">7.4000000000000004</cx:pt>
          <cx:pt idx="118">6.2000000000000002</cx:pt>
          <cx:pt idx="119">5.2000000000000002</cx:pt>
          <cx:pt idx="120">7.9000000000000004</cx:pt>
          <cx:pt idx="121">6.2000000000000002</cx:pt>
          <cx:pt idx="122">7.2000000000000002</cx:pt>
          <cx:pt idx="123">7.4000000000000004</cx:pt>
          <cx:pt idx="124">7.2000000000000002</cx:pt>
          <cx:pt idx="125">8.5</cx:pt>
          <cx:pt idx="126">5</cx:pt>
          <cx:pt idx="127">7.5</cx:pt>
          <cx:pt idx="128">7.9000000000000004</cx:pt>
          <cx:pt idx="129">6.7999999999999998</cx:pt>
          <cx:pt idx="130">6.54</cx:pt>
          <cx:pt idx="131">7.2000000000000002</cx:pt>
          <cx:pt idx="132">5</cx:pt>
          <cx:pt idx="133">6.7999999999999998</cx:pt>
          <cx:pt idx="134">7.4000000000000004</cx:pt>
          <cx:pt idx="135">7.5999999999999996</cx:pt>
          <cx:pt idx="136">6.7999999999999998</cx:pt>
          <cx:pt idx="137">7.0999999999999996</cx:pt>
          <cx:pt idx="138">6.7000000000000002</cx:pt>
          <cx:pt idx="139">6.9000000000000004</cx:pt>
          <cx:pt idx="140">6.0999999999999996</cx:pt>
          <cx:pt idx="141">8</cx:pt>
          <cx:pt idx="142">6.54</cx:pt>
          <cx:pt idx="143">8.5</cx:pt>
          <cx:pt idx="144">7.7000000000000002</cx:pt>
          <cx:pt idx="145">8.8000000000000007</cx:pt>
          <cx:pt idx="146">8.3000000000000007</cx:pt>
          <cx:pt idx="147">8.5999999999999996</cx:pt>
          <cx:pt idx="148">7.7999999999999998</cx:pt>
          <cx:pt idx="149">8.3000000000000007</cx:pt>
          <cx:pt idx="150">7.4000000000000004</cx:pt>
          <cx:pt idx="151">8.4000000000000004</cx:pt>
          <cx:pt idx="152">9</cx:pt>
          <cx:pt idx="153">7.5</cx:pt>
          <cx:pt idx="154">8.4000000000000004</cx:pt>
          <cx:pt idx="155">7.5999999999999996</cx:pt>
          <cx:pt idx="156">7.9000000000000004</cx:pt>
          <cx:pt idx="157">7.2000000000000002</cx:pt>
          <cx:pt idx="158">8.3000000000000007</cx:pt>
          <cx:pt idx="159">6.4000000000000004</cx:pt>
          <cx:pt idx="160">5</cx:pt>
          <cx:pt idx="161">8</cx:pt>
          <cx:pt idx="162">7.9000000000000004</cx:pt>
          <cx:pt idx="163">7.2999999999999998</cx:pt>
          <cx:pt idx="164">8.1999999999999993</cx:pt>
          <cx:pt idx="165">7.5</cx:pt>
          <cx:pt idx="166">7.2999999999999998</cx:pt>
          <cx:pt idx="167">8.1999999999999993</cx:pt>
          <cx:pt idx="168">7.7999999999999998</cx:pt>
          <cx:pt idx="169">5.9000000000000004</cx:pt>
          <cx:pt idx="170">6.0999999999999996</cx:pt>
          <cx:pt idx="171">6.9000000000000004</cx:pt>
          <cx:pt idx="172">8.3000000000000007</cx:pt>
          <cx:pt idx="173">8.0999999999999996</cx:pt>
          <cx:pt idx="174">6.2000000000000002</cx:pt>
          <cx:pt idx="175">5</cx:pt>
          <cx:pt idx="176">7.5</cx:pt>
          <cx:pt idx="177">7.4000000000000004</cx:pt>
          <cx:pt idx="178">7.5999999999999996</cx:pt>
          <cx:pt idx="179">8</cx:pt>
          <cx:pt idx="180">8.4000000000000004</cx:pt>
          <cx:pt idx="181">7.0999999999999996</cx:pt>
          <cx:pt idx="182">8.1999999999999993</cx:pt>
          <cx:pt idx="183">6.7999999999999998</cx:pt>
          <cx:pt idx="184">6.0999999999999996</cx:pt>
          <cx:pt idx="185">5.7999999999999998</cx:pt>
          <cx:pt idx="186">6.4000000000000004</cx:pt>
          <cx:pt idx="187">6.4000000000000004</cx:pt>
          <cx:pt idx="188">7.4000000000000004</cx:pt>
          <cx:pt idx="189">6.4000000000000004</cx:pt>
          <cx:pt idx="190">8.5</cx:pt>
          <cx:pt idx="191">6</cx:pt>
          <cx:pt idx="192">6.54</cx:pt>
          <cx:pt idx="193">7.5999999999999996</cx:pt>
          <cx:pt idx="194">7.9000000000000004</cx:pt>
          <cx:pt idx="195">7.0999999999999996</cx:pt>
          <cx:pt idx="196">6.9000000000000004</cx:pt>
          <cx:pt idx="197">7.5999999999999996</cx:pt>
          <cx:pt idx="198">8.1999999999999993</cx:pt>
          <cx:pt idx="199">6.5</cx:pt>
          <cx:pt idx="200">6.5</cx:pt>
          <cx:pt idx="201">6.7999999999999998</cx:pt>
          <cx:pt idx="202">7</cx:pt>
          <cx:pt idx="203">8.4000000000000004</cx:pt>
          <cx:pt idx="204">8.8000000000000007</cx:pt>
          <cx:pt idx="205">9</cx:pt>
          <cx:pt idx="206">8</cx:pt>
          <cx:pt idx="207">6.0999999999999996</cx:pt>
          <cx:pt idx="208">7.5999999999999996</cx:pt>
          <cx:pt idx="209">7.7999999999999998</cx:pt>
          <cx:pt idx="210">6.5</cx:pt>
          <cx:pt idx="211">7.5999999999999996</cx:pt>
          <cx:pt idx="212">8.0999999999999996</cx:pt>
          <cx:pt idx="213">7.5</cx:pt>
          <cx:pt idx="214">8.8000000000000007</cx:pt>
          <cx:pt idx="215">8.6999999999999993</cx:pt>
          <cx:pt idx="216">5.5999999999999996</cx:pt>
          <cx:pt idx="217">8.0999999999999996</cx:pt>
          <cx:pt idx="218">8.3000000000000007</cx:pt>
          <cx:pt idx="219">7.7999999999999998</cx:pt>
          <cx:pt idx="220">8</cx:pt>
          <cx:pt idx="221">8.5999999999999996</cx:pt>
          <cx:pt idx="222">7.5999999999999996</cx:pt>
          <cx:pt idx="223">7.9000000000000004</cx:pt>
          <cx:pt idx="224">6.5999999999999996</cx:pt>
          <cx:pt idx="225">6.9000000000000004</cx:pt>
          <cx:pt idx="226">8.0999999999999996</cx:pt>
          <cx:pt idx="227">5.5999999999999996</cx:pt>
          <cx:pt idx="228">7</cx:pt>
          <cx:pt idx="229">7.9000000000000004</cx:pt>
          <cx:pt idx="230">6.7999999999999998</cx:pt>
          <cx:pt idx="231">7.7999999999999998</cx:pt>
          <cx:pt idx="232">8.0999999999999996</cx:pt>
          <cx:pt idx="233">8.5999999999999996</cx:pt>
          <cx:pt idx="234">7.5</cx:pt>
          <cx:pt idx="235">7.5</cx:pt>
          <cx:pt idx="236">5.9000000000000004</cx:pt>
          <cx:pt idx="237">8.0999999999999996</cx:pt>
          <cx:pt idx="238">8.3000000000000007</cx:pt>
          <cx:pt idx="239">7.0999999999999996</cx:pt>
          <cx:pt idx="240">7.9000000000000004</cx:pt>
          <cx:pt idx="241">7.2999999999999998</cx:pt>
          <cx:pt idx="242">5.5</cx:pt>
          <cx:pt idx="243">6.4000000000000004</cx:pt>
          <cx:pt idx="244">6.9000000000000004</cx:pt>
          <cx:pt idx="245">7.0999999999999996</cx:pt>
          <cx:pt idx="246">6.0999999999999996</cx:pt>
          <cx:pt idx="247">7.7000000000000002</cx:pt>
          <cx:pt idx="248">7.7000000000000002</cx:pt>
          <cx:pt idx="249">5.5999999999999996</cx:pt>
          <cx:pt idx="250">7.5</cx:pt>
          <cx:pt idx="251">7.2999999999999998</cx:pt>
          <cx:pt idx="252">5.0999999999999996</cx:pt>
          <cx:pt idx="253">5</cx:pt>
          <cx:pt idx="254">7.4000000000000004</cx:pt>
          <cx:pt idx="255">6.2000000000000002</cx:pt>
          <cx:pt idx="256">6.7000000000000002</cx:pt>
          <cx:pt idx="257">6.4000000000000004</cx:pt>
          <cx:pt idx="258">6.7999999999999998</cx:pt>
          <cx:pt idx="259">5</cx:pt>
          <cx:pt idx="260">6.2000000000000002</cx:pt>
          <cx:pt idx="261">5</cx:pt>
          <cx:pt idx="262">7.2999999999999998</cx:pt>
          <cx:pt idx="263">8.5999999999999996</cx:pt>
          <cx:pt idx="264">5</cx:pt>
          <cx:pt idx="265">7</cx:pt>
          <cx:pt idx="266">7.2999999999999998</cx:pt>
          <cx:pt idx="267">7.9000000000000004</cx:pt>
          <cx:pt idx="268">6.2999999999999998</cx:pt>
          <cx:pt idx="269">6.0999999999999996</cx:pt>
          <cx:pt idx="270">7</cx:pt>
          <cx:pt idx="271">8.5</cx:pt>
          <cx:pt idx="272">8.5999999999999996</cx:pt>
          <cx:pt idx="273">9</cx:pt>
          <cx:pt idx="274">7.5999999999999996</cx:pt>
          <cx:pt idx="275">8.1999999999999993</cx:pt>
          <cx:pt idx="276">7.5999999999999996</cx:pt>
          <cx:pt idx="277">6.5</cx:pt>
          <cx:pt idx="278">5.5999999999999996</cx:pt>
          <cx:pt idx="279">7.2999999999999998</cx:pt>
          <cx:pt idx="280">8</cx:pt>
          <cx:pt idx="281">6.54</cx:pt>
          <cx:pt idx="282">6.9000000000000004</cx:pt>
          <cx:pt idx="283">6.0999999999999996</cx:pt>
          <cx:pt idx="284">8.8000000000000007</cx:pt>
          <cx:pt idx="285">8.5</cx:pt>
          <cx:pt idx="286">8.6999999999999993</cx:pt>
          <cx:pt idx="287">8.5</cx:pt>
          <cx:pt idx="288">8.4000000000000004</cx:pt>
          <cx:pt idx="289">8.1999999999999993</cx:pt>
          <cx:pt idx="290">8.1999999999999993</cx:pt>
          <cx:pt idx="291">8.4000000000000004</cx:pt>
          <cx:pt idx="292">8.6999999999999993</cx:pt>
          <cx:pt idx="293">7.5999999999999996</cx:pt>
          <cx:pt idx="294">7.9000000000000004</cx:pt>
          <cx:pt idx="295">8.6999999999999993</cx:pt>
          <cx:pt idx="296">8.3000000000000007</cx:pt>
          <cx:pt idx="297">7.2999999999999998</cx:pt>
          <cx:pt idx="298">8.0999999999999996</cx:pt>
          <cx:pt idx="299">8.3000000000000007</cx:pt>
          <cx:pt idx="300">6.0999999999999996</cx:pt>
          <cx:pt idx="301">8.1999999999999993</cx:pt>
          <cx:pt idx="302">8.0999999999999996</cx:pt>
          <cx:pt idx="303">6.7999999999999998</cx:pt>
          <cx:pt idx="304">7.5999999999999996</cx:pt>
          <cx:pt idx="305">7.9000000000000004</cx:pt>
          <cx:pt idx="306">8.3000000000000007</cx:pt>
          <cx:pt idx="307">8.1999999999999993</cx:pt>
          <cx:pt idx="308">7.7000000000000002</cx:pt>
          <cx:pt idx="309">7.7000000000000002</cx:pt>
          <cx:pt idx="310">7.9000000000000004</cx:pt>
          <cx:pt idx="311">6.7000000000000002</cx:pt>
          <cx:pt idx="312">8</cx:pt>
          <cx:pt idx="313">8.8000000000000007</cx:pt>
          <cx:pt idx="314">7.7000000000000002</cx:pt>
          <cx:pt idx="315">7.5</cx:pt>
          <cx:pt idx="316">9</cx:pt>
          <cx:pt idx="317">7.9000000000000004</cx:pt>
          <cx:pt idx="318">7.7999999999999998</cx:pt>
          <cx:pt idx="319">7.2999999999999998</cx:pt>
          <cx:pt idx="320">7.5</cx:pt>
          <cx:pt idx="321">7.0999999999999996</cx:pt>
          <cx:pt idx="322">7.9000000000000004</cx:pt>
          <cx:pt idx="323">7.5999999999999996</cx:pt>
          <cx:pt idx="324">6.2000000000000002</cx:pt>
          <cx:pt idx="325">7.7999999999999998</cx:pt>
          <cx:pt idx="326">7.9000000000000004</cx:pt>
          <cx:pt idx="327">5.4000000000000004</cx:pt>
          <cx:pt idx="328">7.4000000000000004</cx:pt>
          <cx:pt idx="329">7.5999999999999996</cx:pt>
          <cx:pt idx="330">8.3000000000000007</cx:pt>
          <cx:pt idx="331">8.1999999999999993</cx:pt>
          <cx:pt idx="332">7.0999999999999996</cx:pt>
          <cx:pt idx="333">7.5999999999999996</cx:pt>
          <cx:pt idx="334">8.5</cx:pt>
          <cx:pt idx="335">8.0999999999999996</cx:pt>
          <cx:pt idx="336">7.7000000000000002</cx:pt>
          <cx:pt idx="337">7.2000000000000002</cx:pt>
          <cx:pt idx="338">7.4000000000000004</cx:pt>
          <cx:pt idx="339">6.7000000000000002</cx:pt>
          <cx:pt idx="340">7.4000000000000004</cx:pt>
          <cx:pt idx="341">7.5999999999999996</cx:pt>
          <cx:pt idx="342">7.2999999999999998</cx:pt>
          <cx:pt idx="343">7.7000000000000002</cx:pt>
          <cx:pt idx="344">8.3000000000000007</cx:pt>
          <cx:pt idx="345">7.5999999999999996</cx:pt>
          <cx:pt idx="346">7.4000000000000004</cx:pt>
          <cx:pt idx="347">6.7000000000000002</cx:pt>
          <cx:pt idx="348">6.9000000000000004</cx:pt>
          <cx:pt idx="349">7.2999999999999998</cx:pt>
          <cx:pt idx="350">8.5999999999999996</cx:pt>
          <cx:pt idx="351">5.2999999999999998</cx:pt>
          <cx:pt idx="352">6.5999999999999996</cx:pt>
          <cx:pt idx="353">8</cx:pt>
          <cx:pt idx="354">8.1999999999999993</cx:pt>
          <cx:pt idx="355">6.5999999999999996</cx:pt>
          <cx:pt idx="356">7.5999999999999996</cx:pt>
          <cx:pt idx="357">7.5</cx:pt>
          <cx:pt idx="358">7.5999999999999996</cx:pt>
          <cx:pt idx="359">7.0999999999999996</cx:pt>
          <cx:pt idx="360">7</cx:pt>
          <cx:pt idx="361">6.7999999999999998</cx:pt>
          <cx:pt idx="362">8.4000000000000004</cx:pt>
          <cx:pt idx="363">7.9000000000000004</cx:pt>
          <cx:pt idx="364">8.5</cx:pt>
          <cx:pt idx="365">8.4000000000000004</cx:pt>
          <cx:pt idx="366">8.4000000000000004</cx:pt>
          <cx:pt idx="367">7</cx:pt>
          <cx:pt idx="368">7.5999999999999996</cx:pt>
          <cx:pt idx="369">7.0999999999999996</cx:pt>
          <cx:pt idx="370">7.0999999999999996</cx:pt>
          <cx:pt idx="371">8.4000000000000004</cx:pt>
          <cx:pt idx="372">8.1999999999999993</cx:pt>
          <cx:pt idx="373">8.1999999999999993</cx:pt>
          <cx:pt idx="374">7.2000000000000002</cx:pt>
          <cx:pt idx="375">7.7000000000000002</cx:pt>
          <cx:pt idx="376">8.0999999999999996</cx:pt>
          <cx:pt idx="377">6</cx:pt>
          <cx:pt idx="378">7.2000000000000002</cx:pt>
          <cx:pt idx="379">7.2999999999999998</cx:pt>
          <cx:pt idx="380">7.2999999999999998</cx:pt>
          <cx:pt idx="381">7.2999999999999998</cx:pt>
          <cx:pt idx="382">7.0999999999999996</cx:pt>
          <cx:pt idx="383">6.9000000000000004</cx:pt>
          <cx:pt idx="384">7.5</cx:pt>
          <cx:pt idx="385">7</cx:pt>
          <cx:pt idx="386">8</cx:pt>
          <cx:pt idx="387">6.5999999999999996</cx:pt>
          <cx:pt idx="388">8.4000000000000004</cx:pt>
          <cx:pt idx="389">8.4000000000000004</cx:pt>
          <cx:pt idx="390">8.5999999999999996</cx:pt>
          <cx:pt idx="391">6</cx:pt>
          <cx:pt idx="392">8.4000000000000004</cx:pt>
          <cx:pt idx="393">9.1999999999999993</cx:pt>
          <cx:pt idx="394">6.5999999999999996</cx:pt>
          <cx:pt idx="395">7.5</cx:pt>
          <cx:pt idx="396">7</cx:pt>
          <cx:pt idx="397">6.2000000000000002</cx:pt>
          <cx:pt idx="398">8.1999999999999993</cx:pt>
          <cx:pt idx="399">7.7000000000000002</cx:pt>
          <cx:pt idx="400">8.1999999999999993</cx:pt>
          <cx:pt idx="401">8.1999999999999993</cx:pt>
          <cx:pt idx="402">6.7999999999999998</cx:pt>
          <cx:pt idx="403">7.2000000000000002</cx:pt>
          <cx:pt idx="404">6.9000000000000004</cx:pt>
          <cx:pt idx="405">8.6999999999999993</cx:pt>
          <cx:pt idx="406">8.1999999999999993</cx:pt>
          <cx:pt idx="407">7.4000000000000004</cx:pt>
          <cx:pt idx="408">6.7000000000000002</cx:pt>
          <cx:pt idx="409">7.2999999999999998</cx:pt>
          <cx:pt idx="410">5.5</cx:pt>
          <cx:pt idx="411">5.7000000000000002</cx:pt>
          <cx:pt idx="412">5</cx:pt>
          <cx:pt idx="413">7.2000000000000002</cx:pt>
          <cx:pt idx="414">6.0999999999999996</cx:pt>
          <cx:pt idx="415">6.7000000000000002</cx:pt>
          <cx:pt idx="416">8.0999999999999996</cx:pt>
          <cx:pt idx="417">7.9000000000000004</cx:pt>
          <cx:pt idx="418">6.7999999999999998</cx:pt>
          <cx:pt idx="419">8.3000000000000007</cx:pt>
          <cx:pt idx="420">5.7999999999999998</cx:pt>
          <cx:pt idx="421">5.9000000000000004</cx:pt>
          <cx:pt idx="422">5</cx:pt>
          <cx:pt idx="423">8.0999999999999996</cx:pt>
          <cx:pt idx="424">6.5</cx:pt>
          <cx:pt idx="425">7.5999999999999996</cx:pt>
          <cx:pt idx="426">6.7999999999999998</cx:pt>
          <cx:pt idx="427">7.7999999999999998</cx:pt>
          <cx:pt idx="428">5.2999999999999998</cx:pt>
          <cx:pt idx="429">6.0999999999999996</cx:pt>
          <cx:pt idx="430">6.9000000000000004</cx:pt>
          <cx:pt idx="431">7.4000000000000004</cx:pt>
          <cx:pt idx="432">8</cx:pt>
          <cx:pt idx="433">7.7000000000000002</cx:pt>
          <cx:pt idx="434">7.0999999999999996</cx:pt>
          <cx:pt idx="435">7.5999999999999996</cx:pt>
          <cx:pt idx="436">6.7999999999999998</cx:pt>
          <cx:pt idx="437">7.9000000000000004</cx:pt>
          <cx:pt idx="438">7.2999999999999998</cx:pt>
          <cx:pt idx="439">8.0999999999999996</cx:pt>
          <cx:pt idx="440">8.3000000000000007</cx:pt>
          <cx:pt idx="441">8.4000000000000004</cx:pt>
          <cx:pt idx="442">8.0999999999999996</cx:pt>
          <cx:pt idx="443">6.5999999999999996</cx:pt>
          <cx:pt idx="444">6.2999999999999998</cx:pt>
          <cx:pt idx="445">5.7000000000000002</cx:pt>
          <cx:pt idx="446">5</cx:pt>
          <cx:pt idx="447">6.5</cx:pt>
          <cx:pt idx="448">7.7000000000000002</cx:pt>
          <cx:pt idx="449">8.3000000000000007</cx:pt>
          <cx:pt idx="450">6.9000000000000004</cx:pt>
          <cx:pt idx="451">6.2999999999999998</cx:pt>
          <cx:pt idx="452">8.1999999999999993</cx:pt>
          <cx:pt idx="453">7.5999999999999996</cx:pt>
          <cx:pt idx="454">6.9000000000000004</cx:pt>
          <cx:pt idx="455">7.4000000000000004</cx:pt>
          <cx:pt idx="456">5.7000000000000002</cx:pt>
          <cx:pt idx="457">7.5</cx:pt>
          <cx:pt idx="458">8.8000000000000007</cx:pt>
          <cx:pt idx="459">8.4000000000000004</cx:pt>
          <cx:pt idx="460">7.2000000000000002</cx:pt>
          <cx:pt idx="461">6.2000000000000002</cx:pt>
          <cx:pt idx="462">8</cx:pt>
          <cx:pt idx="463">7.0999999999999996</cx:pt>
          <cx:pt idx="464">6.7999999999999998</cx:pt>
          <cx:pt idx="465">7.2999999999999998</cx:pt>
          <cx:pt idx="466">6.5</cx:pt>
          <cx:pt idx="467">7.0999999999999996</cx:pt>
          <cx:pt idx="468">6.2999999999999998</cx:pt>
          <cx:pt idx="469">7.0999999999999996</cx:pt>
          <cx:pt idx="470">6.0999999999999996</cx:pt>
          <cx:pt idx="471">5.9000000000000004</cx:pt>
          <cx:pt idx="472">6.9000000000000004</cx:pt>
          <cx:pt idx="473">7.2000000000000002</cx:pt>
          <cx:pt idx="474">7.9000000000000004</cx:pt>
          <cx:pt idx="475">7.5</cx:pt>
          <cx:pt idx="476">7.2999999999999998</cx:pt>
          <cx:pt idx="477">6.4000000000000004</cx:pt>
          <cx:pt idx="478">8.8000000000000007</cx:pt>
          <cx:pt idx="479">7.7000000000000002</cx:pt>
          <cx:pt idx="480">6.7999999999999998</cx:pt>
          <cx:pt idx="481">5.7000000000000002</cx:pt>
          <cx:pt idx="482">7</cx:pt>
          <cx:pt idx="483">6.5999999999999996</cx:pt>
          <cx:pt idx="484">8.4000000000000004</cx:pt>
          <cx:pt idx="485">6.9000000000000004</cx:pt>
          <cx:pt idx="486">6.4000000000000004</cx:pt>
          <cx:pt idx="487">8.3000000000000007</cx:pt>
          <cx:pt idx="488">7.5</cx:pt>
          <cx:pt idx="489">5.0999999999999996</cx:pt>
          <cx:pt idx="490">6.2000000000000002</cx:pt>
          <cx:pt idx="491">5</cx:pt>
          <cx:pt idx="492">7</cx:pt>
          <cx:pt idx="493">5</cx:pt>
          <cx:pt idx="494">7.9000000000000004</cx:pt>
          <cx:pt idx="495">7</cx:pt>
          <cx:pt idx="496">6.7999999999999998</cx:pt>
          <cx:pt idx="497">6.2000000000000002</cx:pt>
          <cx:pt idx="498">6.2999999999999998</cx:pt>
          <cx:pt idx="499">6.0999999999999996</cx:pt>
          <cx:pt idx="500">8.4000000000000004</cx:pt>
          <cx:pt idx="501">5</cx:pt>
          <cx:pt idx="502">6.4000000000000004</cx:pt>
          <cx:pt idx="503">7.4000000000000004</cx:pt>
          <cx:pt idx="504">6.7000000000000002</cx:pt>
          <cx:pt idx="505">7.7000000000000002</cx:pt>
          <cx:pt idx="506">7.2000000000000002</cx:pt>
          <cx:pt idx="507">7.4000000000000004</cx:pt>
          <cx:pt idx="508">8</cx:pt>
          <cx:pt idx="509">6</cx:pt>
          <cx:pt idx="510">6.9000000000000004</cx:pt>
          <cx:pt idx="511">5.5</cx:pt>
          <cx:pt idx="512">8.5</cx:pt>
          <cx:pt idx="513">8.4000000000000004</cx:pt>
          <cx:pt idx="514">7.9000000000000004</cx:pt>
          <cx:pt idx="515">8.6999999999999993</cx:pt>
          <cx:pt idx="516">6.7000000000000002</cx:pt>
          <cx:pt idx="517">7.2999999999999998</cx:pt>
          <cx:pt idx="518">8.5999999999999996</cx:pt>
          <cx:pt idx="519">7.5999999999999996</cx:pt>
          <cx:pt idx="520">7.0999999999999996</cx:pt>
          <cx:pt idx="521">7.4000000000000004</cx:pt>
          <cx:pt idx="522">8.5999999999999996</cx:pt>
          <cx:pt idx="523">7.7000000000000002</cx:pt>
          <cx:pt idx="524">7.2999999999999998</cx:pt>
          <cx:pt idx="525">8.3000000000000007</cx:pt>
          <cx:pt idx="526">7.7000000000000002</cx:pt>
          <cx:pt idx="527">7.5999999999999996</cx:pt>
          <cx:pt idx="528">7.9000000000000004</cx:pt>
          <cx:pt idx="529">7.7000000000000002</cx:pt>
          <cx:pt idx="530">7.2999999999999998</cx:pt>
          <cx:pt idx="531">8.4000000000000004</cx:pt>
          <cx:pt idx="532">5</cx:pt>
          <cx:pt idx="533">8.5999999999999996</cx:pt>
          <cx:pt idx="534">8.0999999999999996</cx:pt>
          <cx:pt idx="535">7.7999999999999998</cx:pt>
          <cx:pt idx="536">8.0999999999999996</cx:pt>
          <cx:pt idx="537">8.1999999999999993</cx:pt>
          <cx:pt idx="538">7.9000000000000004</cx:pt>
          <cx:pt idx="539">7.2000000000000002</cx:pt>
          <cx:pt idx="540">7.7999999999999998</cx:pt>
          <cx:pt idx="541">8.6999999999999993</cx:pt>
          <cx:pt idx="542">8.0999999999999996</cx:pt>
          <cx:pt idx="543">7.9000000000000004</cx:pt>
          <cx:pt idx="544">6.7000000000000002</cx:pt>
          <cx:pt idx="545">8.1999999999999993</cx:pt>
          <cx:pt idx="546">8.0999999999999996</cx:pt>
          <cx:pt idx="547">7.2000000000000002</cx:pt>
          <cx:pt idx="548">8</cx:pt>
          <cx:pt idx="549">5.7999999999999998</cx:pt>
          <cx:pt idx="550">6.7000000000000002</cx:pt>
          <cx:pt idx="551">8.3000000000000007</cx:pt>
          <cx:pt idx="552">8.1999999999999993</cx:pt>
          <cx:pt idx="553">6.7000000000000002</cx:pt>
          <cx:pt idx="554">8.3000000000000007</cx:pt>
          <cx:pt idx="555">7.7000000000000002</cx:pt>
          <cx:pt idx="556">7.2999999999999998</cx:pt>
          <cx:pt idx="557">7.7999999999999998</cx:pt>
          <cx:pt idx="558">8.0999999999999996</cx:pt>
          <cx:pt idx="559">7.2000000000000002</cx:pt>
          <cx:pt idx="560">8.1999999999999993</cx:pt>
          <cx:pt idx="561">7.4000000000000004</cx:pt>
          <cx:pt idx="562">8.4000000000000004</cx:pt>
          <cx:pt idx="563">8.4000000000000004</cx:pt>
          <cx:pt idx="564">7.2000000000000002</cx:pt>
          <cx:pt idx="565">6.7000000000000002</cx:pt>
          <cx:pt idx="566">6.9000000000000004</cx:pt>
          <cx:pt idx="567">7.7000000000000002</cx:pt>
          <cx:pt idx="568">7.5999999999999996</cx:pt>
          <cx:pt idx="569">6.4000000000000004</cx:pt>
          <cx:pt idx="570">5.5</cx:pt>
          <cx:pt idx="571">7.4000000000000004</cx:pt>
          <cx:pt idx="572">7.7999999999999998</cx:pt>
          <cx:pt idx="573">7.5</cx:pt>
          <cx:pt idx="574">7.5</cx:pt>
          <cx:pt idx="575">8.3000000000000007</cx:pt>
          <cx:pt idx="576">8.5</cx:pt>
          <cx:pt idx="577">8.4000000000000004</cx:pt>
          <cx:pt idx="578">7.5999999999999996</cx:pt>
          <cx:pt idx="579">7.5</cx:pt>
          <cx:pt idx="580">7.2000000000000002</cx:pt>
          <cx:pt idx="581">5.7999999999999998</cx:pt>
          <cx:pt idx="582">6.0999999999999996</cx:pt>
          <cx:pt idx="583">5</cx:pt>
          <cx:pt idx="584">8.4000000000000004</cx:pt>
          <cx:pt idx="585">6.0999999999999996</cx:pt>
          <cx:pt idx="586">5.7000000000000002</cx:pt>
          <cx:pt idx="587">6.4000000000000004</cx:pt>
          <cx:pt idx="588">7</cx:pt>
          <cx:pt idx="589">7.0999999999999996</cx:pt>
          <cx:pt idx="590">7.5</cx:pt>
          <cx:pt idx="591">8</cx:pt>
          <cx:pt idx="592">7.5</cx:pt>
          <cx:pt idx="593">7.7999999999999998</cx:pt>
          <cx:pt idx="594">8.5</cx:pt>
          <cx:pt idx="595">7.2999999999999998</cx:pt>
          <cx:pt idx="596">7.2999999999999998</cx:pt>
          <cx:pt idx="597">8.0999999999999996</cx:pt>
          <cx:pt idx="598">8.0999999999999996</cx:pt>
          <cx:pt idx="599">6.7999999999999998</cx:pt>
          <cx:pt idx="600">8.5</cx:pt>
          <cx:pt idx="601">6.9000000000000004</cx:pt>
          <cx:pt idx="602">6.4000000000000004</cx:pt>
          <cx:pt idx="603">6.5</cx:pt>
          <cx:pt idx="604">7.2999999999999998</cx:pt>
          <cx:pt idx="605">7.5999999999999996</cx:pt>
          <cx:pt idx="606">6.7999999999999998</cx:pt>
          <cx:pt idx="607">7.7999999999999998</cx:pt>
          <cx:pt idx="608">6.5</cx:pt>
          <cx:pt idx="609">7.5999999999999996</cx:pt>
          <cx:pt idx="610">7.7000000000000002</cx:pt>
          <cx:pt idx="611">6.4000000000000004</cx:pt>
          <cx:pt idx="612">8.5</cx:pt>
          <cx:pt idx="613">7.5999999999999996</cx:pt>
          <cx:pt idx="614">6.2000000000000002</cx:pt>
          <cx:pt idx="615">7.4000000000000004</cx:pt>
          <cx:pt idx="616">5</cx:pt>
          <cx:pt idx="617">8.6999999999999993</cx:pt>
          <cx:pt idx="618">7.7000000000000002</cx:pt>
          <cx:pt idx="619">7</cx:pt>
          <cx:pt idx="620">7.5</cx:pt>
          <cx:pt idx="621">8.4000000000000004</cx:pt>
          <cx:pt idx="622">5.0999999999999996</cx:pt>
          <cx:pt idx="623">7.2000000000000002</cx:pt>
          <cx:pt idx="624">8.5999999999999996</cx:pt>
          <cx:pt idx="625">8</cx:pt>
          <cx:pt idx="626">6</cx:pt>
          <cx:pt idx="627">8.6999999999999993</cx:pt>
          <cx:pt idx="628">5.5</cx:pt>
          <cx:pt idx="629">9.1999999999999993</cx:pt>
          <cx:pt idx="630">7.0999999999999996</cx:pt>
          <cx:pt idx="631">5</cx:pt>
          <cx:pt idx="632">6.7999999999999998</cx:pt>
          <cx:pt idx="633">7</cx:pt>
          <cx:pt idx="634">8.4000000000000004</cx:pt>
          <cx:pt idx="635">7.4000000000000004</cx:pt>
          <cx:pt idx="636">7.4000000000000004</cx:pt>
          <cx:pt idx="637">7.4000000000000004</cx:pt>
          <cx:pt idx="638">8</cx:pt>
          <cx:pt idx="639">5.4000000000000004</cx:pt>
          <cx:pt idx="640">7.9000000000000004</cx:pt>
          <cx:pt idx="641">8.0999999999999996</cx:pt>
          <cx:pt idx="642">6.7999999999999998</cx:pt>
          <cx:pt idx="643">7.4000000000000004</cx:pt>
          <cx:pt idx="644">7.2000000000000002</cx:pt>
          <cx:pt idx="645">6.4000000000000004</cx:pt>
          <cx:pt idx="646">5</cx:pt>
          <cx:pt idx="647">8</cx:pt>
          <cx:pt idx="648">6.5999999999999996</cx:pt>
          <cx:pt idx="649">6.7999999999999998</cx:pt>
          <cx:pt idx="650">7.7999999999999998</cx:pt>
          <cx:pt idx="651">6.7999999999999998</cx:pt>
          <cx:pt idx="652">6.5999999999999996</cx:pt>
          <cx:pt idx="653">7.4000000000000004</cx:pt>
          <cx:pt idx="654">7.5</cx:pt>
          <cx:pt idx="655">7.0999999999999996</cx:pt>
          <cx:pt idx="656">8</cx:pt>
          <cx:pt idx="657">7.2000000000000002</cx:pt>
          <cx:pt idx="658">8.1999999999999993</cx:pt>
          <cx:pt idx="659">6.0999999999999996</cx:pt>
          <cx:pt idx="660">7.4000000000000004</cx:pt>
          <cx:pt idx="661">7.7000000000000002</cx:pt>
          <cx:pt idx="662">8</cx:pt>
          <cx:pt idx="663">6.7999999999999998</cx:pt>
          <cx:pt idx="664">7.7000000000000002</cx:pt>
          <cx:pt idx="665">8.5999999999999996</cx:pt>
          <cx:pt idx="666">7.5</cx:pt>
          <cx:pt idx="667">7.9000000000000004</cx:pt>
          <cx:pt idx="668">8.5999999999999996</cx:pt>
          <cx:pt idx="669">8.1999999999999993</cx:pt>
          <cx:pt idx="670">6.7000000000000002</cx:pt>
          <cx:pt idx="671">7.7999999999999998</cx:pt>
          <cx:pt idx="672">7.5999999999999996</cx:pt>
          <cx:pt idx="673">6.2000000000000002</cx:pt>
          <cx:pt idx="674">7.0999999999999996</cx:pt>
          <cx:pt idx="675">7.7000000000000002</cx:pt>
          <cx:pt idx="676">6.5999999999999996</cx:pt>
          <cx:pt idx="677">6.5</cx:pt>
          <cx:pt idx="678">6.7999999999999998</cx:pt>
          <cx:pt idx="679">8</cx:pt>
          <cx:pt idx="680">6.0999999999999996</cx:pt>
          <cx:pt idx="681">8</cx:pt>
          <cx:pt idx="682">6.4000000000000004</cx:pt>
          <cx:pt idx="683">7.9000000000000004</cx:pt>
          <cx:pt idx="684">8.0999999999999996</cx:pt>
          <cx:pt idx="685">6.7999999999999998</cx:pt>
          <cx:pt idx="686">7.0999999999999996</cx:pt>
          <cx:pt idx="687">7</cx:pt>
          <cx:pt idx="688">8</cx:pt>
          <cx:pt idx="689">6.0999999999999996</cx:pt>
          <cx:pt idx="690">7</cx:pt>
          <cx:pt idx="691">7.5999999999999996</cx:pt>
          <cx:pt idx="692">6.5999999999999996</cx:pt>
          <cx:pt idx="693">7.5</cx:pt>
          <cx:pt idx="694">8.0999999999999996</cx:pt>
          <cx:pt idx="695">5.7999999999999998</cx:pt>
          <cx:pt idx="696">8</cx:pt>
          <cx:pt idx="697">5.2000000000000002</cx:pt>
          <cx:pt idx="698">7.7999999999999998</cx:pt>
          <cx:pt idx="699">6.7000000000000002</cx:pt>
          <cx:pt idx="700">6.4000000000000004</cx:pt>
          <cx:pt idx="701">8.1999999999999993</cx:pt>
          <cx:pt idx="702">6.4000000000000004</cx:pt>
          <cx:pt idx="703">7.0999999999999996</cx:pt>
          <cx:pt idx="704">7</cx:pt>
          <cx:pt idx="705">7.7999999999999998</cx:pt>
          <cx:pt idx="706">8.5999999999999996</cx:pt>
          <cx:pt idx="707">7.2000000000000002</cx:pt>
          <cx:pt idx="708">7.5</cx:pt>
          <cx:pt idx="709">6.7999999999999998</cx:pt>
          <cx:pt idx="710">7.5999999999999996</cx:pt>
          <cx:pt idx="711">5.0999999999999996</cx:pt>
          <cx:pt idx="712">7.2999999999999998</cx:pt>
          <cx:pt idx="713">6.7999999999999998</cx:pt>
          <cx:pt idx="714">7.5999999999999996</cx:pt>
          <cx:pt idx="715">8.3000000000000007</cx:pt>
          <cx:pt idx="716">6.9000000000000004</cx:pt>
          <cx:pt idx="717">6.2000000000000002</cx:pt>
          <cx:pt idx="718">7.7999999999999998</cx:pt>
          <cx:pt idx="719">7.2999999999999998</cx:pt>
          <cx:pt idx="720">7.7999999999999998</cx:pt>
          <cx:pt idx="721">7.2000000000000002</cx:pt>
          <cx:pt idx="722">6.2000000000000002</cx:pt>
          <cx:pt idx="723">8.3000000000000007</cx:pt>
          <cx:pt idx="724">7.5999999999999996</cx:pt>
          <cx:pt idx="725">7.0999999999999996</cx:pt>
          <cx:pt idx="726">6.4000000000000004</cx:pt>
          <cx:pt idx="727">8.1999999999999993</cx:pt>
          <cx:pt idx="728">7.0999999999999996</cx:pt>
          <cx:pt idx="729">8.1999999999999993</cx:pt>
          <cx:pt idx="730">7.2999999999999998</cx:pt>
          <cx:pt idx="731">6.5999999999999996</cx:pt>
          <cx:pt idx="732">5</cx:pt>
          <cx:pt idx="733">5</cx:pt>
          <cx:pt idx="734">7.2999999999999998</cx:pt>
          <cx:pt idx="735">5.2999999999999998</cx:pt>
          <cx:pt idx="736">7.4000000000000004</cx:pt>
          <cx:pt idx="737">6.5</cx:pt>
          <cx:pt idx="738">7.7000000000000002</cx:pt>
          <cx:pt idx="739">7.5</cx:pt>
          <cx:pt idx="740">8.5</cx:pt>
          <cx:pt idx="741">7.7000000000000002</cx:pt>
          <cx:pt idx="742">6.7000000000000002</cx:pt>
          <cx:pt idx="743">7.0999999999999996</cx:pt>
          <cx:pt idx="744">7.5</cx:pt>
          <cx:pt idx="745">7</cx:pt>
          <cx:pt idx="746">8</cx:pt>
          <cx:pt idx="747">5.7000000000000002</cx:pt>
          <cx:pt idx="748">7.9000000000000004</cx:pt>
          <cx:pt idx="749">7.7000000000000002</cx:pt>
          <cx:pt idx="750">7</cx:pt>
          <cx:pt idx="751">6.5999999999999996</cx:pt>
          <cx:pt idx="752">6.7999999999999998</cx:pt>
          <cx:pt idx="753">6.5999999999999996</cx:pt>
          <cx:pt idx="754">8</cx:pt>
          <cx:pt idx="755">8.0999999999999996</cx:pt>
          <cx:pt idx="756">7.2000000000000002</cx:pt>
          <cx:pt idx="757">8.4000000000000004</cx:pt>
          <cx:pt idx="758">6.5999999999999996</cx:pt>
          <cx:pt idx="759">5</cx:pt>
          <cx:pt idx="760">6.2000000000000002</cx:pt>
          <cx:pt idx="761">7.2000000000000002</cx:pt>
          <cx:pt idx="762">7.7000000000000002</cx:pt>
          <cx:pt idx="763">6.5</cx:pt>
          <cx:pt idx="764">7</cx:pt>
          <cx:pt idx="765">5.2000000000000002</cx:pt>
          <cx:pt idx="766">7.2999999999999998</cx:pt>
          <cx:pt idx="767">7.0999999999999996</cx:pt>
          <cx:pt idx="768">7.9000000000000004</cx:pt>
          <cx:pt idx="769">6.2999999999999998</cx:pt>
          <cx:pt idx="770">8.4000000000000004</cx:pt>
          <cx:pt idx="771">5.9000000000000004</cx:pt>
          <cx:pt idx="772">6.9000000000000004</cx:pt>
          <cx:pt idx="773">6.7000000000000002</cx:pt>
          <cx:pt idx="774">8.0999999999999996</cx:pt>
          <cx:pt idx="775">5.7000000000000002</cx:pt>
          <cx:pt idx="776">8</cx:pt>
          <cx:pt idx="777">5.5</cx:pt>
          <cx:pt idx="778">7</cx:pt>
          <cx:pt idx="779">7.7000000000000002</cx:pt>
          <cx:pt idx="780">5.5999999999999996</cx:pt>
          <cx:pt idx="781">6.5999999999999996</cx:pt>
          <cx:pt idx="782">7.7999999999999998</cx:pt>
          <cx:pt idx="783">7.0999999999999996</cx:pt>
          <cx:pt idx="784">8.0999999999999996</cx:pt>
          <cx:pt idx="785">6.4000000000000004</cx:pt>
          <cx:pt idx="786">7</cx:pt>
          <cx:pt idx="787">6.7999999999999998</cx:pt>
          <cx:pt idx="788">5.4000000000000004</cx:pt>
          <cx:pt idx="789">5.2000000000000002</cx:pt>
          <cx:pt idx="790">6</cx:pt>
          <cx:pt idx="791">7.2000000000000002</cx:pt>
          <cx:pt idx="792">5.7999999999999998</cx:pt>
          <cx:pt idx="793">6.2000000000000002</cx:pt>
          <cx:pt idx="794">7.5999999999999996</cx:pt>
          <cx:pt idx="795">7.7000000000000002</cx:pt>
          <cx:pt idx="796">7.5999999999999996</cx:pt>
          <cx:pt idx="797">7.2999999999999998</cx:pt>
          <cx:pt idx="798">7.5999999999999996</cx:pt>
          <cx:pt idx="799">5.4000000000000004</cx:pt>
          <cx:pt idx="800">8.3000000000000007</cx:pt>
          <cx:pt idx="801">7.2000000000000002</cx:pt>
          <cx:pt idx="802">7.5999999999999996</cx:pt>
          <cx:pt idx="803">8.5</cx:pt>
          <cx:pt idx="804">7.2999999999999998</cx:pt>
          <cx:pt idx="805">7.5999999999999996</cx:pt>
          <cx:pt idx="806">7.0999999999999996</cx:pt>
          <cx:pt idx="807">7.2000000000000002</cx:pt>
          <cx:pt idx="808">7.2000000000000002</cx:pt>
          <cx:pt idx="809">7</cx:pt>
          <cx:pt idx="810">7</cx:pt>
          <cx:pt idx="811">6.9000000000000004</cx:pt>
          <cx:pt idx="812">8.1999999999999993</cx:pt>
          <cx:pt idx="813">7.5999999999999996</cx:pt>
          <cx:pt idx="814">7.4000000000000004</cx:pt>
          <cx:pt idx="815">6.0999999999999996</cx:pt>
          <cx:pt idx="816">7.7999999999999998</cx:pt>
          <cx:pt idx="817">7.2999999999999998</cx:pt>
          <cx:pt idx="818">8.0999999999999996</cx:pt>
          <cx:pt idx="819">8</cx:pt>
          <cx:pt idx="820">6.5999999999999996</cx:pt>
          <cx:pt idx="821">5</cx:pt>
          <cx:pt idx="822">7.2999999999999998</cx:pt>
          <cx:pt idx="823">6</cx:pt>
          <cx:pt idx="824">7.4000000000000004</cx:pt>
          <cx:pt idx="825">8.9000000000000004</cx:pt>
          <cx:pt idx="826">6.7000000000000002</cx:pt>
          <cx:pt idx="827">5.4000000000000004</cx:pt>
          <cx:pt idx="828">8</cx:pt>
          <cx:pt idx="829">7.0999999999999996</cx:pt>
          <cx:pt idx="830">5.0999999999999996</cx:pt>
          <cx:pt idx="831">6.2000000000000002</cx:pt>
          <cx:pt idx="832">7.4000000000000004</cx:pt>
          <cx:pt idx="833">7.5999999999999996</cx:pt>
          <cx:pt idx="834">5.7999999999999998</cx:pt>
          <cx:pt idx="835">7.4000000000000004</cx:pt>
          <cx:pt idx="836">6.0999999999999996</cx:pt>
          <cx:pt idx="837">6.9000000000000004</cx:pt>
          <cx:pt idx="838">7.7000000000000002</cx:pt>
          <cx:pt idx="839">7.7999999999999998</cx:pt>
          <cx:pt idx="840">5</cx:pt>
          <cx:pt idx="841">5.9000000000000004</cx:pt>
          <cx:pt idx="842">6.2999999999999998</cx:pt>
          <cx:pt idx="843">8</cx:pt>
          <cx:pt idx="844">8.5</cx:pt>
          <cx:pt idx="845">7.2999999999999998</cx:pt>
          <cx:pt idx="846">6.7999999999999998</cx:pt>
          <cx:pt idx="847">5</cx:pt>
          <cx:pt idx="848">7.5</cx:pt>
          <cx:pt idx="849">7</cx:pt>
          <cx:pt idx="850">8.4000000000000004</cx:pt>
          <cx:pt idx="851">6.7000000000000002</cx:pt>
          <cx:pt idx="852">7.5</cx:pt>
          <cx:pt idx="853">7.5999999999999996</cx:pt>
          <cx:pt idx="854">6.2000000000000002</cx:pt>
          <cx:pt idx="855">7.9000000000000004</cx:pt>
          <cx:pt idx="856">6.5999999999999996</cx:pt>
          <cx:pt idx="857">6.7000000000000002</cx:pt>
          <cx:pt idx="858">7</cx:pt>
          <cx:pt idx="859">5.4000000000000004</cx:pt>
          <cx:pt idx="860">6.5999999999999996</cx:pt>
          <cx:pt idx="861">7.7999999999999998</cx:pt>
          <cx:pt idx="862">7.5</cx:pt>
          <cx:pt idx="863">6.5999999999999996</cx:pt>
          <cx:pt idx="864">7</cx:pt>
          <cx:pt idx="865">8.5999999999999996</cx:pt>
          <cx:pt idx="866">6.2000000000000002</cx:pt>
          <cx:pt idx="867">7.7000000000000002</cx:pt>
          <cx:pt idx="868">6.5999999999999996</cx:pt>
          <cx:pt idx="869">5.7000000000000002</cx:pt>
          <cx:pt idx="870">5.4000000000000004</cx:pt>
          <cx:pt idx="871">5</cx:pt>
          <cx:pt idx="872">6</cx:pt>
          <cx:pt idx="873">8.5</cx:pt>
          <cx:pt idx="874">6.5</cx:pt>
          <cx:pt idx="875">5.5999999999999996</cx:pt>
          <cx:pt idx="876">6.9000000000000004</cx:pt>
          <cx:pt idx="877">7.5999999999999996</cx:pt>
          <cx:pt idx="878">7.0999999999999996</cx:pt>
          <cx:pt idx="879">6.7999999999999998</cx:pt>
          <cx:pt idx="880">7.5999999999999996</cx:pt>
          <cx:pt idx="881">6.4000000000000004</cx:pt>
          <cx:pt idx="882">6.5999999999999996</cx:pt>
          <cx:pt idx="883">7.2000000000000002</cx:pt>
          <cx:pt idx="884">7.2999999999999998</cx:pt>
          <cx:pt idx="885">7.7000000000000002</cx:pt>
          <cx:pt idx="886">7.4000000000000004</cx:pt>
          <cx:pt idx="887">6.2000000000000002</cx:pt>
          <cx:pt idx="888">6</cx:pt>
          <cx:pt idx="889">6.2999999999999998</cx:pt>
          <cx:pt idx="890">7.0999999999999996</cx:pt>
          <cx:pt idx="891">7</cx:pt>
          <cx:pt idx="892">6.2000000000000002</cx:pt>
          <cx:pt idx="893">6.2000000000000002</cx:pt>
          <cx:pt idx="894">5</cx:pt>
          <cx:pt idx="895">7.5</cx:pt>
          <cx:pt idx="896">6.9000000000000004</cx:pt>
          <cx:pt idx="897">7.2999999999999998</cx:pt>
          <cx:pt idx="898">6.7000000000000002</cx:pt>
          <cx:pt idx="899">6.0999999999999996</cx:pt>
          <cx:pt idx="900">6.7999999999999998</cx:pt>
          <cx:pt idx="901">5</cx:pt>
          <cx:pt idx="902">6.5</cx:pt>
          <cx:pt idx="903">6.0999999999999996</cx:pt>
          <cx:pt idx="904">6.5999999999999996</cx:pt>
          <cx:pt idx="905">6.7999999999999998</cx:pt>
          <cx:pt idx="906">7.4000000000000004</cx:pt>
          <cx:pt idx="907">7.5</cx:pt>
          <cx:pt idx="908">6.9000000000000004</cx:pt>
          <cx:pt idx="909">5</cx:pt>
          <cx:pt idx="910">7.7000000000000002</cx:pt>
          <cx:pt idx="911">7.9000000000000004</cx:pt>
          <cx:pt idx="912">8.5999999999999996</cx:pt>
          <cx:pt idx="913">5</cx:pt>
          <cx:pt idx="914">6.7000000000000002</cx:pt>
          <cx:pt idx="915">7.9000000000000004</cx:pt>
          <cx:pt idx="916">7.4000000000000004</cx:pt>
          <cx:pt idx="917">6.7999999999999998</cx:pt>
          <cx:pt idx="918">6.7000000000000002</cx:pt>
          <cx:pt idx="919">5</cx:pt>
          <cx:pt idx="920">6.7000000000000002</cx:pt>
          <cx:pt idx="921">8.4000000000000004</cx:pt>
          <cx:pt idx="922">8.1999999999999993</cx:pt>
          <cx:pt idx="923">7.5</cx:pt>
          <cx:pt idx="924">5.5999999999999996</cx:pt>
          <cx:pt idx="925">6.5999999999999996</cx:pt>
          <cx:pt idx="926">7.2999999999999998</cx:pt>
          <cx:pt idx="927">7.7999999999999998</cx:pt>
          <cx:pt idx="928">7</cx:pt>
          <cx:pt idx="929">6.4000000000000004</cx:pt>
          <cx:pt idx="930">6.5999999999999996</cx:pt>
          <cx:pt idx="931">7.7999999999999998</cx:pt>
          <cx:pt idx="932">7</cx:pt>
          <cx:pt idx="933">7.2000000000000002</cx:pt>
          <cx:pt idx="934">7.7000000000000002</cx:pt>
          <cx:pt idx="935">6.2000000000000002</cx:pt>
          <cx:pt idx="936">6.7999999999999998</cx:pt>
          <cx:pt idx="937">7.7999999999999998</cx:pt>
          <cx:pt idx="938">6.2000000000000002</cx:pt>
          <cx:pt idx="939">5.0999999999999996</cx:pt>
          <cx:pt idx="940">6.5</cx:pt>
          <cx:pt idx="941">6.2999999999999998</cx:pt>
          <cx:pt idx="942">5.9000000000000004</cx:pt>
          <cx:pt idx="943">5.9000000000000004</cx:pt>
          <cx:pt idx="944">7.5</cx:pt>
          <cx:pt idx="945">6.9000000000000004</cx:pt>
          <cx:pt idx="946">7.2999999999999998</cx:pt>
          <cx:pt idx="947">7.4000000000000004</cx:pt>
          <cx:pt idx="948">5</cx:pt>
          <cx:pt idx="949">7.7999999999999998</cx:pt>
          <cx:pt idx="950">7.2999999999999998</cx:pt>
          <cx:pt idx="951">8.6999999999999993</cx:pt>
          <cx:pt idx="952">8.3000000000000007</cx:pt>
          <cx:pt idx="953">8.5</cx:pt>
          <cx:pt idx="954">8.4000000000000004</cx:pt>
          <cx:pt idx="955">8</cx:pt>
          <cx:pt idx="956">8.1999999999999993</cx:pt>
          <cx:pt idx="957">6.7000000000000002</cx:pt>
          <cx:pt idx="958">8.5999999999999996</cx:pt>
          <cx:pt idx="959">8.5999999999999996</cx:pt>
          <cx:pt idx="960">6.5</cx:pt>
          <cx:pt idx="961">8</cx:pt>
          <cx:pt idx="962">7.9000000000000004</cx:pt>
          <cx:pt idx="963">9.0999999999999996</cx:pt>
          <cx:pt idx="964">7.2999999999999998</cx:pt>
          <cx:pt idx="965">6.9000000000000004</cx:pt>
          <cx:pt idx="966">8.4000000000000004</cx:pt>
          <cx:pt idx="967">6.7999999999999998</cx:pt>
          <cx:pt idx="968">7.5</cx:pt>
          <cx:pt idx="969">7.4000000000000004</cx:pt>
          <cx:pt idx="970">7.5</cx:pt>
          <cx:pt idx="971">7.4000000000000004</cx:pt>
          <cx:pt idx="972">7.2999999999999998</cx:pt>
          <cx:pt idx="973">7.0999999999999996</cx:pt>
          <cx:pt idx="974">7.7000000000000002</cx:pt>
          <cx:pt idx="975">6.7999999999999998</cx:pt>
          <cx:pt idx="976">7.2999999999999998</cx:pt>
          <cx:pt idx="977">7.5</cx:pt>
          <cx:pt idx="978">6.0999999999999996</cx:pt>
          <cx:pt idx="979">7.0999999999999996</cx:pt>
          <cx:pt idx="980">7.5999999999999996</cx:pt>
          <cx:pt idx="981">7.7999999999999998</cx:pt>
          <cx:pt idx="982">7.2000000000000002</cx:pt>
          <cx:pt idx="983">7.0999999999999996</cx:pt>
          <cx:pt idx="984">5.2999999999999998</cx:pt>
          <cx:pt idx="985">7.2999999999999998</cx:pt>
          <cx:pt idx="986">7.5999999999999996</cx:pt>
          <cx:pt idx="987">7.0999999999999996</cx:pt>
          <cx:pt idx="988">8.3000000000000007</cx:pt>
          <cx:pt idx="989">6.5</cx:pt>
          <cx:pt idx="990">8.4000000000000004</cx:pt>
          <cx:pt idx="991">6.7999999999999998</cx:pt>
          <cx:pt idx="992">8.4000000000000004</cx:pt>
          <cx:pt idx="993">8.9000000000000004</cx:pt>
          <cx:pt idx="994">5</cx:pt>
          <cx:pt idx="995">5.2000000000000002</cx:pt>
          <cx:pt idx="996">7.2000000000000002</cx:pt>
          <cx:pt idx="997">7.5999999999999996</cx:pt>
          <cx:pt idx="998">7.7999999999999998</cx:pt>
          <cx:pt idx="999">8</cx:pt>
          <cx:pt idx="1000">7.0999999999999996</cx:pt>
          <cx:pt idx="1001">7.2000000000000002</cx:pt>
          <cx:pt idx="1002">7.4000000000000004</cx:pt>
          <cx:pt idx="1003">7.2999999999999998</cx:pt>
          <cx:pt idx="1004">6.2000000000000002</cx:pt>
          <cx:pt idx="1005">7.5</cx:pt>
          <cx:pt idx="1006">5.7999999999999998</cx:pt>
          <cx:pt idx="1007">7.2000000000000002</cx:pt>
          <cx:pt idx="1008">6.9000000000000004</cx:pt>
          <cx:pt idx="1009">7</cx:pt>
          <cx:pt idx="1010">7.7999999999999998</cx:pt>
          <cx:pt idx="1011">7.5</cx:pt>
          <cx:pt idx="1012">7.5</cx:pt>
          <cx:pt idx="1013">8</cx:pt>
          <cx:pt idx="1014">6.7999999999999998</cx:pt>
          <cx:pt idx="1015">7.5</cx:pt>
          <cx:pt idx="1016">6.7000000000000002</cx:pt>
          <cx:pt idx="1017">8.5999999999999996</cx:pt>
          <cx:pt idx="1018">6.5999999999999996</cx:pt>
          <cx:pt idx="1019">7.7000000000000002</cx:pt>
          <cx:pt idx="1020">6.2000000000000002</cx:pt>
          <cx:pt idx="1021">7.5</cx:pt>
          <cx:pt idx="1022">7</cx:pt>
          <cx:pt idx="1023">8.8000000000000007</cx:pt>
          <cx:pt idx="1024">9.3000000000000007</cx:pt>
          <cx:pt idx="1025">6.4000000000000004</cx:pt>
          <cx:pt idx="1026">7.9000000000000004</cx:pt>
          <cx:pt idx="1027">6.7000000000000002</cx:pt>
          <cx:pt idx="1028">7.4000000000000004</cx:pt>
          <cx:pt idx="1029">7.5999999999999996</cx:pt>
          <cx:pt idx="1030">5</cx:pt>
          <cx:pt idx="1031">7.2000000000000002</cx:pt>
          <cx:pt idx="1032">7.2000000000000002</cx:pt>
          <cx:pt idx="1033">6.5</cx:pt>
          <cx:pt idx="1034">7.2999999999999998</cx:pt>
          <cx:pt idx="1035">6.2999999999999998</cx:pt>
          <cx:pt idx="1036">8.5999999999999996</cx:pt>
          <cx:pt idx="1037">7</cx:pt>
          <cx:pt idx="1038">7.5999999999999996</cx:pt>
          <cx:pt idx="1039">7.7000000000000002</cx:pt>
          <cx:pt idx="1040">8.0999999999999996</cx:pt>
          <cx:pt idx="1041">7.7999999999999998</cx:pt>
          <cx:pt idx="1042">7.0999999999999996</cx:pt>
          <cx:pt idx="1043">8.0999999999999996</cx:pt>
          <cx:pt idx="1044">6.4000000000000004</cx:pt>
          <cx:pt idx="1045">8.6999999999999993</cx:pt>
          <cx:pt idx="1046">6.7000000000000002</cx:pt>
          <cx:pt idx="1047">8.0999999999999996</cx:pt>
          <cx:pt idx="1048">7.5</cx:pt>
          <cx:pt idx="1049">8.1999999999999993</cx:pt>
          <cx:pt idx="1050">8</cx:pt>
          <cx:pt idx="1051">7.0999999999999996</cx:pt>
          <cx:pt idx="1052">6</cx:pt>
          <cx:pt idx="1053">6.0999999999999996</cx:pt>
          <cx:pt idx="1054">6.5</cx:pt>
          <cx:pt idx="1055">6.7999999999999998</cx:pt>
          <cx:pt idx="1056">6.4000000000000004</cx:pt>
          <cx:pt idx="1057">7.5</cx:pt>
          <cx:pt idx="1058">6.5999999999999996</cx:pt>
          <cx:pt idx="1059">6.0999999999999996</cx:pt>
          <cx:pt idx="1060">6.4000000000000004</cx:pt>
          <cx:pt idx="1061">7.0999999999999996</cx:pt>
          <cx:pt idx="1062">5.9000000000000004</cx:pt>
          <cx:pt idx="1063">6.9000000000000004</cx:pt>
          <cx:pt idx="1064">6.5999999999999996</cx:pt>
          <cx:pt idx="1065">7.5999999999999996</cx:pt>
          <cx:pt idx="1066">8.0999999999999996</cx:pt>
          <cx:pt idx="1067">6.5</cx:pt>
          <cx:pt idx="1068">8.5999999999999996</cx:pt>
          <cx:pt idx="1069">7.5</cx:pt>
          <cx:pt idx="1070">7.0999999999999996</cx:pt>
          <cx:pt idx="1071">7.5999999999999996</cx:pt>
          <cx:pt idx="1072">7.9000000000000004</cx:pt>
          <cx:pt idx="1073">7.0999999999999996</cx:pt>
          <cx:pt idx="1074">7.4000000000000004</cx:pt>
          <cx:pt idx="1075">8.3000000000000007</cx:pt>
          <cx:pt idx="1076">7.2000000000000002</cx:pt>
          <cx:pt idx="1077">7.4000000000000004</cx:pt>
          <cx:pt idx="1078">7.4000000000000004</cx:pt>
          <cx:pt idx="1079">6.5999999999999996</cx:pt>
          <cx:pt idx="1080">6.5</cx:pt>
          <cx:pt idx="1081">6.5999999999999996</cx:pt>
          <cx:pt idx="1082">8</cx:pt>
          <cx:pt idx="1083">7.4000000000000004</cx:pt>
          <cx:pt idx="1084">5.2999999999999998</cx:pt>
          <cx:pt idx="1085">6.5999999999999996</cx:pt>
          <cx:pt idx="1086">7.7999999999999998</cx:pt>
          <cx:pt idx="1087">7.5</cx:pt>
          <cx:pt idx="1088">5</cx:pt>
          <cx:pt idx="1089">7.4000000000000004</cx:pt>
          <cx:pt idx="1090">7.9000000000000004</cx:pt>
          <cx:pt idx="1091">7.4000000000000004</cx:pt>
          <cx:pt idx="1092">6.4000000000000004</cx:pt>
          <cx:pt idx="1093">8</cx:pt>
          <cx:pt idx="1094">8.1999999999999993</cx:pt>
          <cx:pt idx="1095">7.9000000000000004</cx:pt>
          <cx:pt idx="1096">7.2999999999999998</cx:pt>
          <cx:pt idx="1097">7.2999999999999998</cx:pt>
          <cx:pt idx="1098">7.9000000000000004</cx:pt>
          <cx:pt idx="1099">6.7999999999999998</cx:pt>
          <cx:pt idx="1100">7.0999999999999996</cx:pt>
          <cx:pt idx="1101">7.2999999999999998</cx:pt>
          <cx:pt idx="1102">8.1999999999999993</cx:pt>
          <cx:pt idx="1103">7.5</cx:pt>
          <cx:pt idx="1104">7.7000000000000002</cx:pt>
          <cx:pt idx="1105">6.9000000000000004</cx:pt>
          <cx:pt idx="1106">6.5</cx:pt>
          <cx:pt idx="1107">6.5999999999999996</cx:pt>
          <cx:pt idx="1108">7.7000000000000002</cx:pt>
          <cx:pt idx="1109">7.5</cx:pt>
          <cx:pt idx="1110">6.9000000000000004</cx:pt>
          <cx:pt idx="1111">6.4000000000000004</cx:pt>
          <cx:pt idx="1112">6.0999999999999996</cx:pt>
          <cx:pt idx="1113">7.5999999999999996</cx:pt>
          <cx:pt idx="1114">6.2999999999999998</cx:pt>
          <cx:pt idx="1115">8.1999999999999993</cx:pt>
          <cx:pt idx="1116">7.0999999999999996</cx:pt>
          <cx:pt idx="1117">6.5999999999999996</cx:pt>
          <cx:pt idx="1118">5.2999999999999998</cx:pt>
          <cx:pt idx="1119">6.2999999999999998</cx:pt>
          <cx:pt idx="1120">8</cx:pt>
          <cx:pt idx="1121">7.0999999999999996</cx:pt>
          <cx:pt idx="1122">8.0999999999999996</cx:pt>
          <cx:pt idx="1123">8.5</cx:pt>
          <cx:pt idx="1124">6.7000000000000002</cx:pt>
          <cx:pt idx="1125">7.5999999999999996</cx:pt>
          <cx:pt idx="1126">7.5999999999999996</cx:pt>
          <cx:pt idx="1127">7.5999999999999996</cx:pt>
          <cx:pt idx="1128">6.2000000000000002</cx:pt>
          <cx:pt idx="1129">6.7999999999999998</cx:pt>
          <cx:pt idx="1130">8.4000000000000004</cx:pt>
          <cx:pt idx="1131">6.2999999999999998</cx:pt>
          <cx:pt idx="1132">8</cx:pt>
          <cx:pt idx="1133">7.2999999999999998</cx:pt>
          <cx:pt idx="1134">6.0999999999999996</cx:pt>
          <cx:pt idx="1135">7.7000000000000002</cx:pt>
          <cx:pt idx="1136">7.2999999999999998</cx:pt>
          <cx:pt idx="1137">5.9000000000000004</cx:pt>
          <cx:pt idx="1138">7.7000000000000002</cx:pt>
          <cx:pt idx="1139">5.9000000000000004</cx:pt>
          <cx:pt idx="1140">7.2999999999999998</cx:pt>
          <cx:pt idx="1141">8</cx:pt>
          <cx:pt idx="1142">6</cx:pt>
          <cx:pt idx="1143">7.7999999999999998</cx:pt>
          <cx:pt idx="1144">6.5999999999999996</cx:pt>
          <cx:pt idx="1145">7.2000000000000002</cx:pt>
          <cx:pt idx="1146">7.9000000000000004</cx:pt>
          <cx:pt idx="1147">7.5999999999999996</cx:pt>
          <cx:pt idx="1148">7.0999999999999996</cx:pt>
          <cx:pt idx="1149">6.7999999999999998</cx:pt>
          <cx:pt idx="1150">7.0999999999999996</cx:pt>
          <cx:pt idx="1151">7.4000000000000004</cx:pt>
          <cx:pt idx="1152">8.3000000000000007</cx:pt>
          <cx:pt idx="1153">6.7999999999999998</cx:pt>
          <cx:pt idx="1154">7.7999999999999998</cx:pt>
          <cx:pt idx="1155">5.5999999999999996</cx:pt>
          <cx:pt idx="1156">7.2000000000000002</cx:pt>
          <cx:pt idx="1157">7.5999999999999996</cx:pt>
          <cx:pt idx="1158">7.2999999999999998</cx:pt>
          <cx:pt idx="1159">6.4000000000000004</cx:pt>
          <cx:pt idx="1160">8.6999999999999993</cx:pt>
          <cx:pt idx="1161">7.0999999999999996</cx:pt>
          <cx:pt idx="1162">6.2000000000000002</cx:pt>
          <cx:pt idx="1163">5.7000000000000002</cx:pt>
          <cx:pt idx="1164">6.4000000000000004</cx:pt>
          <cx:pt idx="1165">7.7000000000000002</cx:pt>
          <cx:pt idx="1166">8.1999999999999993</cx:pt>
          <cx:pt idx="1167">7.5</cx:pt>
          <cx:pt idx="1168">7.4000000000000004</cx:pt>
          <cx:pt idx="1169">7.7000000000000002</cx:pt>
          <cx:pt idx="1170">8.8000000000000007</cx:pt>
          <cx:pt idx="1171">6.54</cx:pt>
          <cx:pt idx="1172">7</cx:pt>
          <cx:pt idx="1173">5.5</cx:pt>
          <cx:pt idx="1174">6.2999999999999998</cx:pt>
          <cx:pt idx="1175">6.7999999999999998</cx:pt>
          <cx:pt idx="1176">5.9000000000000004</cx:pt>
          <cx:pt idx="1177">5.7000000000000002</cx:pt>
          <cx:pt idx="1178">6.7999999999999998</cx:pt>
          <cx:pt idx="1179">6.54</cx:pt>
          <cx:pt idx="1180">7.4000000000000004</cx:pt>
          <cx:pt idx="1181">7.4000000000000004</cx:pt>
          <cx:pt idx="1182">6.54</cx:pt>
          <cx:pt idx="1183">7.0999999999999996</cx:pt>
          <cx:pt idx="1184">7.5</cx:pt>
          <cx:pt idx="1185">6.5</cx:pt>
          <cx:pt idx="1186">8.0999999999999996</cx:pt>
          <cx:pt idx="1187">7.4000000000000004</cx:pt>
          <cx:pt idx="1188">7.4000000000000004</cx:pt>
          <cx:pt idx="1189">6.7000000000000002</cx:pt>
          <cx:pt idx="1190">6.7000000000000002</cx:pt>
          <cx:pt idx="1191">7.0999999999999996</cx:pt>
          <cx:pt idx="1192">6.7999999999999998</cx:pt>
          <cx:pt idx="1193">6.2999999999999998</cx:pt>
          <cx:pt idx="1194">6.5999999999999996</cx:pt>
          <cx:pt idx="1195">7.7999999999999998</cx:pt>
          <cx:pt idx="1196">7.4000000000000004</cx:pt>
          <cx:pt idx="1197">7.2999999999999998</cx:pt>
          <cx:pt idx="1198">7.7000000000000002</cx:pt>
          <cx:pt idx="1199">5.7000000000000002</cx:pt>
          <cx:pt idx="1200">8.3000000000000007</cx:pt>
          <cx:pt idx="1201">7.7999999999999998</cx:pt>
          <cx:pt idx="1202">7.4000000000000004</cx:pt>
          <cx:pt idx="1203">7.4000000000000004</cx:pt>
          <cx:pt idx="1204">6.7999999999999998</cx:pt>
          <cx:pt idx="1205">7.7999999999999998</cx:pt>
          <cx:pt idx="1206">5.9000000000000004</cx:pt>
          <cx:pt idx="1207">6.5999999999999996</cx:pt>
          <cx:pt idx="1208">8</cx:pt>
          <cx:pt idx="1209">7.0999999999999996</cx:pt>
          <cx:pt idx="1210">7.2999999999999998</cx:pt>
          <cx:pt idx="1211">5.9000000000000004</cx:pt>
          <cx:pt idx="1212">6.7999999999999998</cx:pt>
          <cx:pt idx="1213">5</cx:pt>
          <cx:pt idx="1214">6.5</cx:pt>
          <cx:pt idx="1215">6.5999999999999996</cx:pt>
          <cx:pt idx="1216">5.7000000000000002</cx:pt>
          <cx:pt idx="1217">8</cx:pt>
          <cx:pt idx="1218">6.5</cx:pt>
          <cx:pt idx="1219">7</cx:pt>
          <cx:pt idx="1220">5.0999999999999996</cx:pt>
          <cx:pt idx="1221">7.5999999999999996</cx:pt>
          <cx:pt idx="1222">6.2999999999999998</cx:pt>
          <cx:pt idx="1223">5.7000000000000002</cx:pt>
          <cx:pt idx="1224">7.7000000000000002</cx:pt>
          <cx:pt idx="1225">8</cx:pt>
          <cx:pt idx="1226">6.4000000000000004</cx:pt>
          <cx:pt idx="1227">7</cx:pt>
          <cx:pt idx="1228">8</cx:pt>
          <cx:pt idx="1229">6.5</cx:pt>
          <cx:pt idx="1230">7.2999999999999998</cx:pt>
          <cx:pt idx="1231">7.5999999999999996</cx:pt>
          <cx:pt idx="1232">9.3000000000000007</cx:pt>
          <cx:pt idx="1233">7.5</cx:pt>
          <cx:pt idx="1234">6.4000000000000004</cx:pt>
          <cx:pt idx="1235">7.7999999999999998</cx:pt>
          <cx:pt idx="1236">6.7999999999999998</cx:pt>
          <cx:pt idx="1237">6.4000000000000004</cx:pt>
          <cx:pt idx="1238">7.0999999999999996</cx:pt>
          <cx:pt idx="1239">6.9000000000000004</cx:pt>
          <cx:pt idx="1240">6.4000000000000004</cx:pt>
          <cx:pt idx="1241">7.2999999999999998</cx:pt>
          <cx:pt idx="1242">6.4000000000000004</cx:pt>
          <cx:pt idx="1243">6.5999999999999996</cx:pt>
          <cx:pt idx="1244">6.54</cx:pt>
          <cx:pt idx="1245">5.7999999999999998</cx:pt>
          <cx:pt idx="1246">6.7999999999999998</cx:pt>
          <cx:pt idx="1247">6.5999999999999996</cx:pt>
          <cx:pt idx="1248">5</cx:pt>
          <cx:pt idx="1249">6.2999999999999998</cx:pt>
          <cx:pt idx="1250">7.5999999999999996</cx:pt>
          <cx:pt idx="1251">7.5999999999999996</cx:pt>
          <cx:pt idx="1252">5.9000000000000004</cx:pt>
          <cx:pt idx="1253">6.5</cx:pt>
          <cx:pt idx="1254">7.0999999999999996</cx:pt>
          <cx:pt idx="1255">7.2999999999999998</cx:pt>
          <cx:pt idx="1256">6.5999999999999996</cx:pt>
          <cx:pt idx="1257">7.4000000000000004</cx:pt>
          <cx:pt idx="1258">6.2000000000000002</cx:pt>
          <cx:pt idx="1259">7.5</cx:pt>
          <cx:pt idx="1260">6.2999999999999998</cx:pt>
          <cx:pt idx="1261">6.54</cx:pt>
          <cx:pt idx="1262">6</cx:pt>
          <cx:pt idx="1263">5.5999999999999996</cx:pt>
          <cx:pt idx="1264">7.4000000000000004</cx:pt>
          <cx:pt idx="1265">8.1999999999999993</cx:pt>
          <cx:pt idx="1266">8.5</cx:pt>
          <cx:pt idx="1267">7.5999999999999996</cx:pt>
          <cx:pt idx="1268">7.5999999999999996</cx:pt>
          <cx:pt idx="1269">7.4000000000000004</cx:pt>
          <cx:pt idx="1270">5.9000000000000004</cx:pt>
          <cx:pt idx="1271">7.2999999999999998</cx:pt>
          <cx:pt idx="1272">6.5999999999999996</cx:pt>
          <cx:pt idx="1273">8.1999999999999993</cx:pt>
          <cx:pt idx="1274">7.0999999999999996</cx:pt>
          <cx:pt idx="1275">7.9000000000000004</cx:pt>
          <cx:pt idx="1276">7</cx:pt>
          <cx:pt idx="1277">6.7000000000000002</cx:pt>
          <cx:pt idx="1278">7.2000000000000002</cx:pt>
          <cx:pt idx="1279">7.5999999999999996</cx:pt>
          <cx:pt idx="1280">6.7999999999999998</cx:pt>
          <cx:pt idx="1281">5.4000000000000004</cx:pt>
          <cx:pt idx="1282">6.7000000000000002</cx:pt>
          <cx:pt idx="1283">6.2999999999999998</cx:pt>
          <cx:pt idx="1284">7.2999999999999998</cx:pt>
          <cx:pt idx="1285">7.7000000000000002</cx:pt>
          <cx:pt idx="1286">7.0999999999999996</cx:pt>
          <cx:pt idx="1287">7.9000000000000004</cx:pt>
          <cx:pt idx="1288">6.5</cx:pt>
          <cx:pt idx="1289">7.2999999999999998</cx:pt>
          <cx:pt idx="1290">5</cx:pt>
          <cx:pt idx="1291">6.4000000000000004</cx:pt>
          <cx:pt idx="1292">7.2000000000000002</cx:pt>
          <cx:pt idx="1293">6.5</cx:pt>
          <cx:pt idx="1294">6.2000000000000002</cx:pt>
          <cx:pt idx="1295">6.7999999999999998</cx:pt>
          <cx:pt idx="1296">6.2999999999999998</cx:pt>
          <cx:pt idx="1297">7.4000000000000004</cx:pt>
          <cx:pt idx="1298">7</cx:pt>
          <cx:pt idx="1299">6.7000000000000002</cx:pt>
          <cx:pt idx="1300">7.9000000000000004</cx:pt>
          <cx:pt idx="1301">7.9000000000000004</cx:pt>
          <cx:pt idx="1302">8.0999999999999996</cx:pt>
          <cx:pt idx="1303">6.7000000000000002</cx:pt>
          <cx:pt idx="1304">5</cx:pt>
          <cx:pt idx="1305">5</cx:pt>
          <cx:pt idx="1306">6.7000000000000002</cx:pt>
          <cx:pt idx="1307">8</cx:pt>
          <cx:pt idx="1308">6.7999999999999998</cx:pt>
          <cx:pt idx="1309">5.9000000000000004</cx:pt>
          <cx:pt idx="1310">7.5999999999999996</cx:pt>
          <cx:pt idx="1311">6</cx:pt>
          <cx:pt idx="1312">7</cx:pt>
          <cx:pt idx="1313">7.4000000000000004</cx:pt>
          <cx:pt idx="1314">6.54</cx:pt>
          <cx:pt idx="1315">7.2999999999999998</cx:pt>
          <cx:pt idx="1316">8.0999999999999996</cx:pt>
          <cx:pt idx="1317">7.7999999999999998</cx:pt>
          <cx:pt idx="1318">5.9000000000000004</cx:pt>
          <cx:pt idx="1319">7.4000000000000004</cx:pt>
          <cx:pt idx="1320">7.5</cx:pt>
          <cx:pt idx="1321">6.5999999999999996</cx:pt>
          <cx:pt idx="1322">7.5999999999999996</cx:pt>
          <cx:pt idx="1323">7.0999999999999996</cx:pt>
          <cx:pt idx="1324">5</cx:pt>
          <cx:pt idx="1325">5</cx:pt>
          <cx:pt idx="1326">5.2000000000000002</cx:pt>
          <cx:pt idx="1327">7.2999999999999998</cx:pt>
          <cx:pt idx="1328">5.0999999999999996</cx:pt>
          <cx:pt idx="1329">6.7999999999999998</cx:pt>
          <cx:pt idx="1330">6</cx:pt>
          <cx:pt idx="1331">5.2999999999999998</cx:pt>
          <cx:pt idx="1332">6.2999999999999998</cx:pt>
          <cx:pt idx="1333">7.0999999999999996</cx:pt>
          <cx:pt idx="1334">5</cx:pt>
          <cx:pt idx="1335">7.7000000000000002</cx:pt>
          <cx:pt idx="1336">6.54</cx:pt>
          <cx:pt idx="1337">7.2000000000000002</cx:pt>
          <cx:pt idx="1338">5.7000000000000002</cx:pt>
          <cx:pt idx="1339">6.2999999999999998</cx:pt>
          <cx:pt idx="1340">5.5999999999999996</cx:pt>
          <cx:pt idx="1341">5</cx:pt>
          <cx:pt idx="1342">6.7999999999999998</cx:pt>
          <cx:pt idx="1343">7</cx:pt>
          <cx:pt idx="1344">7.2999999999999998</cx:pt>
          <cx:pt idx="1345">5.5999999999999996</cx:pt>
          <cx:pt idx="1346">7.9000000000000004</cx:pt>
          <cx:pt idx="1347">7.2999999999999998</cx:pt>
          <cx:pt idx="1348">5.4000000000000004</cx:pt>
          <cx:pt idx="1349">7.5</cx:pt>
          <cx:pt idx="1350">5.5999999999999996</cx:pt>
          <cx:pt idx="1351">5.4000000000000004</cx:pt>
          <cx:pt idx="1352">6.2999999999999998</cx:pt>
          <cx:pt idx="1353">7.5999999999999996</cx:pt>
          <cx:pt idx="1354">5.5</cx:pt>
          <cx:pt idx="1355">8.3000000000000007</cx:pt>
          <cx:pt idx="1356">6.7000000000000002</cx:pt>
          <cx:pt idx="1357">7.5</cx:pt>
          <cx:pt idx="1358">7.7000000000000002</cx:pt>
          <cx:pt idx="1359">6.7000000000000002</cx:pt>
          <cx:pt idx="1360">8.1999999999999993</cx:pt>
          <cx:pt idx="1361">7.2999999999999998</cx:pt>
          <cx:pt idx="1362">7.7000000000000002</cx:pt>
          <cx:pt idx="1363">6.5999999999999996</cx:pt>
          <cx:pt idx="1364">5.7999999999999998</cx:pt>
          <cx:pt idx="1365">5.2999999999999998</cx:pt>
          <cx:pt idx="1366">5.0999999999999996</cx:pt>
          <cx:pt idx="1367">6.5</cx:pt>
          <cx:pt idx="1368">5.0999999999999996</cx:pt>
          <cx:pt idx="1369">6.0999999999999996</cx:pt>
          <cx:pt idx="1370">6.9000000000000004</cx:pt>
          <cx:pt idx="1371">6.7999999999999998</cx:pt>
          <cx:pt idx="1372">5</cx:pt>
          <cx:pt idx="1373">7.7999999999999998</cx:pt>
          <cx:pt idx="1374">8</cx:pt>
          <cx:pt idx="1375">6.9000000000000004</cx:pt>
          <cx:pt idx="1376">6.5999999999999996</cx:pt>
          <cx:pt idx="1377">6.5999999999999996</cx:pt>
          <cx:pt idx="1378">6.5999999999999996</cx:pt>
          <cx:pt idx="1379">6.7999999999999998</cx:pt>
          <cx:pt idx="1380">7.9000000000000004</cx:pt>
          <cx:pt idx="1381">8.1999999999999993</cx:pt>
          <cx:pt idx="1382">6.7999999999999998</cx:pt>
          <cx:pt idx="1383">7.5999999999999996</cx:pt>
          <cx:pt idx="1384">7.5</cx:pt>
          <cx:pt idx="1385">5.2000000000000002</cx:pt>
          <cx:pt idx="1386">5</cx:pt>
          <cx:pt idx="1387">6.9000000000000004</cx:pt>
          <cx:pt idx="1388">7.9000000000000004</cx:pt>
          <cx:pt idx="1389">6.2000000000000002</cx:pt>
          <cx:pt idx="1390">5</cx:pt>
          <cx:pt idx="1391">5</cx:pt>
          <cx:pt idx="1392">8</cx:pt>
          <cx:pt idx="1393">6.5</cx:pt>
          <cx:pt idx="1394">5.4000000000000004</cx:pt>
          <cx:pt idx="1395">6.4000000000000004</cx:pt>
          <cx:pt idx="1396">7.2000000000000002</cx:pt>
          <cx:pt idx="1397">5</cx:pt>
          <cx:pt idx="1398">6.9000000000000004</cx:pt>
          <cx:pt idx="1399">5.2000000000000002</cx:pt>
          <cx:pt idx="1400">5.4000000000000004</cx:pt>
          <cx:pt idx="1401">6.4000000000000004</cx:pt>
          <cx:pt idx="1402">6.7000000000000002</cx:pt>
          <cx:pt idx="1403">8.0999999999999996</cx:pt>
          <cx:pt idx="1404">5.9000000000000004</cx:pt>
          <cx:pt idx="1405">6.2000000000000002</cx:pt>
          <cx:pt idx="1406">6.2999999999999998</cx:pt>
          <cx:pt idx="1407">6.4000000000000004</cx:pt>
          <cx:pt idx="1408">7.5</cx:pt>
          <cx:pt idx="1409">6.5</cx:pt>
          <cx:pt idx="1410">7.5999999999999996</cx:pt>
          <cx:pt idx="1411">5.2999999999999998</cx:pt>
          <cx:pt idx="1412">8</cx:pt>
          <cx:pt idx="1413">6.5</cx:pt>
          <cx:pt idx="1414">5.9000000000000004</cx:pt>
          <cx:pt idx="1415">6</cx:pt>
          <cx:pt idx="1416">6.5</cx:pt>
          <cx:pt idx="1417">6.7999999999999998</cx:pt>
          <cx:pt idx="1418">7.2999999999999998</cx:pt>
          <cx:pt idx="1419">7.5999999999999996</cx:pt>
          <cx:pt idx="1420">5.7000000000000002</cx:pt>
          <cx:pt idx="1421">7</cx:pt>
          <cx:pt idx="1422">7.4000000000000004</cx:pt>
          <cx:pt idx="1423">7.2999999999999998</cx:pt>
          <cx:pt idx="1424">6.5999999999999996</cx:pt>
          <cx:pt idx="1425">5</cx:pt>
          <cx:pt idx="1426">7.7000000000000002</cx:pt>
          <cx:pt idx="1427">5</cx:pt>
          <cx:pt idx="1428">8</cx:pt>
          <cx:pt idx="1429">5.7000000000000002</cx:pt>
          <cx:pt idx="1430">5</cx:pt>
          <cx:pt idx="1431">6.4000000000000004</cx:pt>
          <cx:pt idx="1432">8.0999999999999996</cx:pt>
          <cx:pt idx="1433">6.7999999999999998</cx:pt>
          <cx:pt idx="1434">5.7999999999999998</cx:pt>
          <cx:pt idx="1435">7.7999999999999998</cx:pt>
          <cx:pt idx="1436">7.5</cx:pt>
          <cx:pt idx="1437">5.7000000000000002</cx:pt>
          <cx:pt idx="1438">7.2999999999999998</cx:pt>
          <cx:pt idx="1439">6.7999999999999998</cx:pt>
          <cx:pt idx="1440">6.4000000000000004</cx:pt>
          <cx:pt idx="1441">5.2000000000000002</cx:pt>
          <cx:pt idx="1442">5</cx:pt>
          <cx:pt idx="1443">5.5</cx:pt>
          <cx:pt idx="1444">5.5</cx:pt>
          <cx:pt idx="1445">5.7999999999999998</cx:pt>
          <cx:pt idx="1446">7.0999999999999996</cx:pt>
          <cx:pt idx="1447">5</cx:pt>
          <cx:pt idx="1448">5.5999999999999996</cx:pt>
          <cx:pt idx="1449">5.5999999999999996</cx:pt>
          <cx:pt idx="1450">6.2000000000000002</cx:pt>
          <cx:pt idx="1451">8</cx:pt>
          <cx:pt idx="1452">7.7999999999999998</cx:pt>
          <cx:pt idx="1453">7.4000000000000004</cx:pt>
          <cx:pt idx="1454">5</cx:pt>
          <cx:pt idx="1455">7</cx:pt>
          <cx:pt idx="1456">8.9000000000000004</cx:pt>
          <cx:pt idx="1457">6.0999999999999996</cx:pt>
          <cx:pt idx="1458">6.54</cx:pt>
          <cx:pt idx="1459">6.7999999999999998</cx:pt>
          <cx:pt idx="1460">6.4000000000000004</cx:pt>
          <cx:pt idx="1461">7.2000000000000002</cx:pt>
          <cx:pt idx="1462">7</cx:pt>
          <cx:pt idx="1463">7.0999999999999996</cx:pt>
          <cx:pt idx="1464">9.0999999999999996</cx:pt>
          <cx:pt idx="1465">6.0999999999999996</cx:pt>
          <cx:pt idx="1466">5.7999999999999998</cx:pt>
          <cx:pt idx="1467">7.7000000000000002</cx:pt>
          <cx:pt idx="1468">6.9000000000000004</cx:pt>
          <cx:pt idx="1469">7.5</cx:pt>
          <cx:pt idx="1470">5.4000000000000004</cx:pt>
          <cx:pt idx="1471">6.0999999999999996</cx:pt>
          <cx:pt idx="1472">6.2999999999999998</cx:pt>
          <cx:pt idx="1473">7.2999999999999998</cx:pt>
          <cx:pt idx="1474">6.7000000000000002</cx:pt>
          <cx:pt idx="1475">8</cx:pt>
          <cx:pt idx="1476">6.0999999999999996</cx:pt>
          <cx:pt idx="1477">5</cx:pt>
          <cx:pt idx="1478">6.9000000000000004</cx:pt>
          <cx:pt idx="1479">8.4000000000000004</cx:pt>
          <cx:pt idx="1480">6.2999999999999998</cx:pt>
          <cx:pt idx="1481">7</cx:pt>
          <cx:pt idx="1482">7.5999999999999996</cx:pt>
          <cx:pt idx="1483">7.5</cx:pt>
          <cx:pt idx="1484">7.0999999999999996</cx:pt>
          <cx:pt idx="1485">7.2000000000000002</cx:pt>
          <cx:pt idx="1486">7.5</cx:pt>
          <cx:pt idx="1487">7</cx:pt>
          <cx:pt idx="1488">7.2000000000000002</cx:pt>
          <cx:pt idx="1489">5.7000000000000002</cx:pt>
          <cx:pt idx="1490">7.7000000000000002</cx:pt>
          <cx:pt idx="1491">7.5</cx:pt>
          <cx:pt idx="1492">7.5</cx:pt>
          <cx:pt idx="1493">6.9000000000000004</cx:pt>
          <cx:pt idx="1494">7.7999999999999998</cx:pt>
          <cx:pt idx="1495">7.2000000000000002</cx:pt>
          <cx:pt idx="1496">8.0999999999999996</cx:pt>
          <cx:pt idx="1497">6.5999999999999996</cx:pt>
          <cx:pt idx="1498">6.2000000000000002</cx:pt>
          <cx:pt idx="1499">7.7999999999999998</cx:pt>
          <cx:pt idx="1500">7.7000000000000002</cx:pt>
          <cx:pt idx="1501">6.54</cx:pt>
          <cx:pt idx="1502">7.4000000000000004</cx:pt>
          <cx:pt idx="1503">7.5999999999999996</cx:pt>
          <cx:pt idx="1504">7.2999999999999998</cx:pt>
          <cx:pt idx="1505">5.5999999999999996</cx:pt>
          <cx:pt idx="1506">7.2000000000000002</cx:pt>
          <cx:pt idx="1507">7.7000000000000002</cx:pt>
          <cx:pt idx="1508">8.4000000000000004</cx:pt>
          <cx:pt idx="1509">8.0999999999999996</cx:pt>
          <cx:pt idx="1510">7.5</cx:pt>
          <cx:pt idx="1511">7.5</cx:pt>
          <cx:pt idx="1512">6.7999999999999998</cx:pt>
          <cx:pt idx="1513">8.3000000000000007</cx:pt>
          <cx:pt idx="1514">5.7999999999999998</cx:pt>
          <cx:pt idx="1515">7.7000000000000002</cx:pt>
          <cx:pt idx="1516">7.5999999999999996</cx:pt>
          <cx:pt idx="1517">7.0999999999999996</cx:pt>
          <cx:pt idx="1518">6.54</cx:pt>
          <cx:pt idx="1519">6.54</cx:pt>
          <cx:pt idx="1520">7</cx:pt>
          <cx:pt idx="1521">7</cx:pt>
          <cx:pt idx="1522">5</cx:pt>
          <cx:pt idx="1523">5.5</cx:pt>
          <cx:pt idx="1524">7</cx:pt>
          <cx:pt idx="1525">8.6999999999999993</cx:pt>
          <cx:pt idx="1526">7.4000000000000004</cx:pt>
          <cx:pt idx="1527">8</cx:pt>
          <cx:pt idx="1528">5</cx:pt>
          <cx:pt idx="1529">8.1999999999999993</cx:pt>
          <cx:pt idx="1530">7</cx:pt>
          <cx:pt idx="1531">5.9000000000000004</cx:pt>
          <cx:pt idx="1532">7.7999999999999998</cx:pt>
          <cx:pt idx="1533">8</cx:pt>
          <cx:pt idx="1534">7.4000000000000004</cx:pt>
          <cx:pt idx="1535">6.4000000000000004</cx:pt>
          <cx:pt idx="1536">7.7999999999999998</cx:pt>
          <cx:pt idx="1537">5.2000000000000002</cx:pt>
          <cx:pt idx="1538">8.0999999999999996</cx:pt>
          <cx:pt idx="1539">7.5</cx:pt>
          <cx:pt idx="1540">6.2999999999999998</cx:pt>
          <cx:pt idx="1541">6.5999999999999996</cx:pt>
          <cx:pt idx="1542">8.4000000000000004</cx:pt>
          <cx:pt idx="1543">5.7000000000000002</cx:pt>
          <cx:pt idx="1544">7.0999999999999996</cx:pt>
          <cx:pt idx="1545">6.7999999999999998</cx:pt>
          <cx:pt idx="1546">6.7000000000000002</cx:pt>
          <cx:pt idx="1547">6.54</cx:pt>
          <cx:pt idx="1548">8.0999999999999996</cx:pt>
          <cx:pt idx="1549">5.9000000000000004</cx:pt>
          <cx:pt idx="1550">7.0999999999999996</cx:pt>
          <cx:pt idx="1551">5.5</cx:pt>
          <cx:pt idx="1552">7.0999999999999996</cx:pt>
          <cx:pt idx="1553">7.9000000000000004</cx:pt>
          <cx:pt idx="1554">8.5</cx:pt>
          <cx:pt idx="1555">7.0999999999999996</cx:pt>
          <cx:pt idx="1556">7.0999999999999996</cx:pt>
          <cx:pt idx="1557">6.7999999999999998</cx:pt>
          <cx:pt idx="1558">6.2000000000000002</cx:pt>
          <cx:pt idx="1559">9.1999999999999993</cx:pt>
          <cx:pt idx="1560">7.9000000000000004</cx:pt>
          <cx:pt idx="1561">8</cx:pt>
          <cx:pt idx="1562">6.5</cx:pt>
          <cx:pt idx="1563">6.4000000000000004</cx:pt>
          <cx:pt idx="1564">7</cx:pt>
          <cx:pt idx="1565">8</cx:pt>
          <cx:pt idx="1566">5</cx:pt>
          <cx:pt idx="1567">5.7999999999999998</cx:pt>
          <cx:pt idx="1568">5.4000000000000004</cx:pt>
          <cx:pt idx="1569">7</cx:pt>
          <cx:pt idx="1570">6.5</cx:pt>
          <cx:pt idx="1571">6.2999999999999998</cx:pt>
          <cx:pt idx="1572">6.5999999999999996</cx:pt>
          <cx:pt idx="1573">6.2000000000000002</cx:pt>
          <cx:pt idx="1574">6.9000000000000004</cx:pt>
          <cx:pt idx="1575">7.2999999999999998</cx:pt>
          <cx:pt idx="1576">6.7999999999999998</cx:pt>
          <cx:pt idx="1577">7</cx:pt>
          <cx:pt idx="1578">5.7000000000000002</cx:pt>
          <cx:pt idx="1579">6.2000000000000002</cx:pt>
          <cx:pt idx="1580">7.5999999999999996</cx:pt>
          <cx:pt idx="1581">7.0999999999999996</cx:pt>
          <cx:pt idx="1582">7.4000000000000004</cx:pt>
          <cx:pt idx="1583">7.9000000000000004</cx:pt>
          <cx:pt idx="1584">6.54</cx:pt>
          <cx:pt idx="1585">7.4000000000000004</cx:pt>
          <cx:pt idx="1586">5.7000000000000002</cx:pt>
          <cx:pt idx="1587">5.5</cx:pt>
          <cx:pt idx="1588">6.5</cx:pt>
          <cx:pt idx="1589">6.4000000000000004</cx:pt>
          <cx:pt idx="1590">6.5999999999999996</cx:pt>
          <cx:pt idx="1591">8</cx:pt>
          <cx:pt idx="1592">6.0999999999999996</cx:pt>
          <cx:pt idx="1593">7.7999999999999998</cx:pt>
          <cx:pt idx="1594">7.7000000000000002</cx:pt>
          <cx:pt idx="1595">6.4000000000000004</cx:pt>
          <cx:pt idx="1596">7.5999999999999996</cx:pt>
          <cx:pt idx="1597">8.4000000000000004</cx:pt>
          <cx:pt idx="1598">6.5</cx:pt>
          <cx:pt idx="1599">7.5999999999999996</cx:pt>
          <cx:pt idx="1600">7.2000000000000002</cx:pt>
          <cx:pt idx="1601">6.54</cx:pt>
          <cx:pt idx="1602">6.7999999999999998</cx:pt>
          <cx:pt idx="1603">6.5999999999999996</cx:pt>
          <cx:pt idx="1604">6.5999999999999996</cx:pt>
          <cx:pt idx="1605">7.2000000000000002</cx:pt>
          <cx:pt idx="1606">6.5999999999999996</cx:pt>
          <cx:pt idx="1607">6.7000000000000002</cx:pt>
          <cx:pt idx="1608">6.4000000000000004</cx:pt>
          <cx:pt idx="1609">7.4000000000000004</cx:pt>
          <cx:pt idx="1610">5.7999999999999998</cx:pt>
          <cx:pt idx="1611">6.0999999999999996</cx:pt>
          <cx:pt idx="1612">7.2999999999999998</cx:pt>
          <cx:pt idx="1613">7</cx:pt>
          <cx:pt idx="1614">7</cx:pt>
          <cx:pt idx="1615">8.0999999999999996</cx:pt>
          <cx:pt idx="1616">7.5999999999999996</cx:pt>
          <cx:pt idx="1617">7.4000000000000004</cx:pt>
          <cx:pt idx="1618">6.5</cx:pt>
          <cx:pt idx="1619">6.2000000000000002</cx:pt>
          <cx:pt idx="1620">8.6999999999999993</cx:pt>
          <cx:pt idx="1621">6.4000000000000004</cx:pt>
          <cx:pt idx="1622">6.54</cx:pt>
          <cx:pt idx="1623">7.4000000000000004</cx:pt>
          <cx:pt idx="1624">6.54</cx:pt>
          <cx:pt idx="1625">6.5</cx:pt>
          <cx:pt idx="1626">7</cx:pt>
          <cx:pt idx="1627">5</cx:pt>
          <cx:pt idx="1628">6.5</cx:pt>
          <cx:pt idx="1629">6.7000000000000002</cx:pt>
          <cx:pt idx="1630">5</cx:pt>
          <cx:pt idx="1631">7.4000000000000004</cx:pt>
          <cx:pt idx="1632">6.0999999999999996</cx:pt>
          <cx:pt idx="1633">5.5</cx:pt>
          <cx:pt idx="1634">7</cx:pt>
          <cx:pt idx="1635">6.4000000000000004</cx:pt>
          <cx:pt idx="1636">8.5999999999999996</cx:pt>
          <cx:pt idx="1637">7.2000000000000002</cx:pt>
          <cx:pt idx="1638">7.4000000000000004</cx:pt>
          <cx:pt idx="1639">7.2000000000000002</cx:pt>
          <cx:pt idx="1640">6.9000000000000004</cx:pt>
          <cx:pt idx="1641">8.3000000000000007</cx:pt>
          <cx:pt idx="1642">7.5</cx:pt>
          <cx:pt idx="1643">7</cx:pt>
          <cx:pt idx="1644">7.0999999999999996</cx:pt>
          <cx:pt idx="1645">6.5999999999999996</cx:pt>
          <cx:pt idx="1646">7.4000000000000004</cx:pt>
          <cx:pt idx="1647">7.2000000000000002</cx:pt>
          <cx:pt idx="1648">5.4000000000000004</cx:pt>
          <cx:pt idx="1649">7.9000000000000004</cx:pt>
          <cx:pt idx="1650">7</cx:pt>
          <cx:pt idx="1651">6.2999999999999998</cx:pt>
          <cx:pt idx="1652">6.7000000000000002</cx:pt>
          <cx:pt idx="1653">8.4000000000000004</cx:pt>
          <cx:pt idx="1654">6</cx:pt>
          <cx:pt idx="1655">7.4000000000000004</cx:pt>
          <cx:pt idx="1656">7.9000000000000004</cx:pt>
          <cx:pt idx="1657">5.7000000000000002</cx:pt>
          <cx:pt idx="1658">6.9000000000000004</cx:pt>
          <cx:pt idx="1659">6.2000000000000002</cx:pt>
          <cx:pt idx="1660">6.4000000000000004</cx:pt>
          <cx:pt idx="1661">7.2000000000000002</cx:pt>
          <cx:pt idx="1662">7.7999999999999998</cx:pt>
          <cx:pt idx="1663">7.2000000000000002</cx:pt>
          <cx:pt idx="1664">5</cx:pt>
          <cx:pt idx="1665">5.5</cx:pt>
          <cx:pt idx="1666">7.4000000000000004</cx:pt>
          <cx:pt idx="1667">6.9000000000000004</cx:pt>
          <cx:pt idx="1668">6.5</cx:pt>
          <cx:pt idx="1669">8.0999999999999996</cx:pt>
          <cx:pt idx="1670">7.4000000000000004</cx:pt>
          <cx:pt idx="1671">6.0999999999999996</cx:pt>
          <cx:pt idx="1672">7.4000000000000004</cx:pt>
          <cx:pt idx="1673">7.2999999999999998</cx:pt>
          <cx:pt idx="1674">5</cx:pt>
          <cx:pt idx="1675">6.9000000000000004</cx:pt>
          <cx:pt idx="1676">7.9000000000000004</cx:pt>
          <cx:pt idx="1677">6.7999999999999998</cx:pt>
          <cx:pt idx="1678">7.4000000000000004</cx:pt>
          <cx:pt idx="1679">7.4000000000000004</cx:pt>
          <cx:pt idx="1680">6.9000000000000004</cx:pt>
          <cx:pt idx="1681">6.2999999999999998</cx:pt>
          <cx:pt idx="1682">6.7000000000000002</cx:pt>
          <cx:pt idx="1683">5</cx:pt>
          <cx:pt idx="1684">6.2999999999999998</cx:pt>
          <cx:pt idx="1685">6.5999999999999996</cx:pt>
          <cx:pt idx="1686">6.5</cx:pt>
          <cx:pt idx="1687">7</cx:pt>
          <cx:pt idx="1688">7.5</cx:pt>
          <cx:pt idx="1689">7</cx:pt>
          <cx:pt idx="1690">5.2999999999999998</cx:pt>
          <cx:pt idx="1691">7.7000000000000002</cx:pt>
          <cx:pt idx="1692">7.5</cx:pt>
          <cx:pt idx="1693">5.5999999999999996</cx:pt>
          <cx:pt idx="1694">6.2000000000000002</cx:pt>
          <cx:pt idx="1695">6.5</cx:pt>
          <cx:pt idx="1696">5</cx:pt>
          <cx:pt idx="1697">6.7000000000000002</cx:pt>
          <cx:pt idx="1698">7.7000000000000002</cx:pt>
          <cx:pt idx="1699">7.0999999999999996</cx:pt>
          <cx:pt idx="1700">5.4000000000000004</cx:pt>
          <cx:pt idx="1701">5</cx:pt>
          <cx:pt idx="1702">6.5</cx:pt>
          <cx:pt idx="1703">6.5999999999999996</cx:pt>
          <cx:pt idx="1704">8.1999999999999993</cx:pt>
          <cx:pt idx="1705">6.2000000000000002</cx:pt>
          <cx:pt idx="1706">6.0999999999999996</cx:pt>
          <cx:pt idx="1707">7.2000000000000002</cx:pt>
          <cx:pt idx="1708">6.5</cx:pt>
          <cx:pt idx="1709">6.7000000000000002</cx:pt>
          <cx:pt idx="1710">5.2999999999999998</cx:pt>
          <cx:pt idx="1711">6.7999999999999998</cx:pt>
          <cx:pt idx="1712">7.2000000000000002</cx:pt>
          <cx:pt idx="1713">6.5</cx:pt>
          <cx:pt idx="1714">5</cx:pt>
          <cx:pt idx="1715">5.2000000000000002</cx:pt>
          <cx:pt idx="1716">7.5</cx:pt>
          <cx:pt idx="1717">6.5999999999999996</cx:pt>
          <cx:pt idx="1718">5</cx:pt>
          <cx:pt idx="1719">7.7999999999999998</cx:pt>
          <cx:pt idx="1720">7.9000000000000004</cx:pt>
          <cx:pt idx="1721">6.2000000000000002</cx:pt>
          <cx:pt idx="1722">6.2999999999999998</cx:pt>
          <cx:pt idx="1723">8.0999999999999996</cx:pt>
          <cx:pt idx="1724">6.0999999999999996</cx:pt>
          <cx:pt idx="1725">5.7999999999999998</cx:pt>
          <cx:pt idx="1726">6.9000000000000004</cx:pt>
          <cx:pt idx="1727">6.9000000000000004</cx:pt>
          <cx:pt idx="1728">5.9000000000000004</cx:pt>
          <cx:pt idx="1729">5.2000000000000002</cx:pt>
          <cx:pt idx="1730">6.7999999999999998</cx:pt>
          <cx:pt idx="1731">6.7999999999999998</cx:pt>
          <cx:pt idx="1732">6.0999999999999996</cx:pt>
          <cx:pt idx="1733">7.2999999999999998</cx:pt>
          <cx:pt idx="1734">7.2000000000000002</cx:pt>
          <cx:pt idx="1735">5.5</cx:pt>
          <cx:pt idx="1736">8.8000000000000007</cx:pt>
          <cx:pt idx="1737">5.0999999999999996</cx:pt>
          <cx:pt idx="1738">6.54</cx:pt>
          <cx:pt idx="1739">5</cx:pt>
          <cx:pt idx="1740">7.2999999999999998</cx:pt>
          <cx:pt idx="1741">5</cx:pt>
          <cx:pt idx="1742">6.7999999999999998</cx:pt>
          <cx:pt idx="1743">5.2000000000000002</cx:pt>
          <cx:pt idx="1744">7.2000000000000002</cx:pt>
          <cx:pt idx="1745">6.7999999999999998</cx:pt>
          <cx:pt idx="1746">6.7999999999999998</cx:pt>
          <cx:pt idx="1747">6.4000000000000004</cx:pt>
          <cx:pt idx="1748">7.2000000000000002</cx:pt>
          <cx:pt idx="1749">6.7000000000000002</cx:pt>
          <cx:pt idx="1750">7.5</cx:pt>
          <cx:pt idx="1751">7.0999999999999996</cx:pt>
          <cx:pt idx="1752">5</cx:pt>
          <cx:pt idx="1753">8</cx:pt>
          <cx:pt idx="1754">6.2000000000000002</cx:pt>
          <cx:pt idx="1755">6.2000000000000002</cx:pt>
          <cx:pt idx="1756">6.54</cx:pt>
          <cx:pt idx="1757">6.2000000000000002</cx:pt>
          <cx:pt idx="1758">7.4000000000000004</cx:pt>
          <cx:pt idx="1759">6.2000000000000002</cx:pt>
          <cx:pt idx="1760">5</cx:pt>
          <cx:pt idx="1761">7.5</cx:pt>
          <cx:pt idx="1762">5.5999999999999996</cx:pt>
          <cx:pt idx="1763">5.0999999999999996</cx:pt>
          <cx:pt idx="1764">7.9000000000000004</cx:pt>
          <cx:pt idx="1765">5.9000000000000004</cx:pt>
          <cx:pt idx="1766">5</cx:pt>
          <cx:pt idx="1767">5.2999999999999998</cx:pt>
          <cx:pt idx="1768">5</cx:pt>
          <cx:pt idx="1769">8.4000000000000004</cx:pt>
          <cx:pt idx="1770">8.0999999999999996</cx:pt>
          <cx:pt idx="1771">6.2000000000000002</cx:pt>
          <cx:pt idx="1772">5.9000000000000004</cx:pt>
          <cx:pt idx="1773">6.9000000000000004</cx:pt>
          <cx:pt idx="1774">6.2999999999999998</cx:pt>
          <cx:pt idx="1775">6.5999999999999996</cx:pt>
          <cx:pt idx="1776">8.3000000000000007</cx:pt>
          <cx:pt idx="1777">5.5</cx:pt>
          <cx:pt idx="1778">7</cx:pt>
          <cx:pt idx="1779">6.5</cx:pt>
          <cx:pt idx="1780">7.5999999999999996</cx:pt>
          <cx:pt idx="1781">5.5999999999999996</cx:pt>
          <cx:pt idx="1782">5.4000000000000004</cx:pt>
          <cx:pt idx="1783">6</cx:pt>
          <cx:pt idx="1784">7.5</cx:pt>
          <cx:pt idx="1785">6.7999999999999998</cx:pt>
          <cx:pt idx="1786">7.4000000000000004</cx:pt>
          <cx:pt idx="1787">5.4000000000000004</cx:pt>
          <cx:pt idx="1788">5.9000000000000004</cx:pt>
          <cx:pt idx="1789">6.54</cx:pt>
          <cx:pt idx="1790">6.2999999999999998</cx:pt>
          <cx:pt idx="1791">6.7999999999999998</cx:pt>
          <cx:pt idx="1792">8.1999999999999993</cx:pt>
          <cx:pt idx="1793">6.5999999999999996</cx:pt>
          <cx:pt idx="1794">5.2999999999999998</cx:pt>
          <cx:pt idx="1795">7.2000000000000002</cx:pt>
          <cx:pt idx="1796">6.2000000000000002</cx:pt>
          <cx:pt idx="1797">6.5</cx:pt>
          <cx:pt idx="1798">7.2999999999999998</cx:pt>
          <cx:pt idx="1799">6.54</cx:pt>
          <cx:pt idx="1800">7.5</cx:pt>
          <cx:pt idx="1801">6.5999999999999996</cx:pt>
          <cx:pt idx="1802">5.5</cx:pt>
          <cx:pt idx="1803">8</cx:pt>
          <cx:pt idx="1804">5.9000000000000004</cx:pt>
          <cx:pt idx="1805">7.7999999999999998</cx:pt>
          <cx:pt idx="1806">6.9000000000000004</cx:pt>
          <cx:pt idx="1807">6.5999999999999996</cx:pt>
          <cx:pt idx="1808">6</cx:pt>
          <cx:pt idx="1809">5.7999999999999998</cx:pt>
          <cx:pt idx="1810">7.2999999999999998</cx:pt>
          <cx:pt idx="1811">5.0999999999999996</cx:pt>
          <cx:pt idx="1812">5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i="0" u="none" strike="noStrike" baseline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 Narrow" panose="02110004020202020204"/>
                <a:ea typeface="Calibri" panose="020F0502020204030204" pitchFamily="34" charset="0"/>
                <a:cs typeface="Calibri" panose="020F0502020204030204" pitchFamily="34" charset="0"/>
              </a:rPr>
              <a:t>IMDB Score Distribution by Type</a:t>
            </a:r>
            <a:endParaRPr lang="en-IN" b="1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endParaRPr>
          </a:p>
        </cx:rich>
      </cx:tx>
    </cx:title>
    <cx:plotArea>
      <cx:plotAreaRegion>
        <cx:series layoutId="boxWhisker" uniqueId="{0802EAB7-4890-4C93-8191-8DCFEE43EE49}">
          <cx:tx>
            <cx:txData>
              <cx:f>'OUTLIER TREATMENT'!$C$4</cx:f>
              <cx:v>MOVIE</cx:v>
            </cx:txData>
          </cx:tx>
          <cx:spPr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cx:spPr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CD5D7BE9-ADE1-4E55-8529-B18F0D5B6E3F}">
          <cx:tx>
            <cx:txData>
              <cx:f>'OUTLIER TREATMENT'!$D$4</cx:f>
              <cx:v>SHOW</cx:v>
            </cx:txData>
          </cx:tx>
          <cx:spPr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cx:spPr>
          <cx:dataId val="1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  <cx:legend pos="r" align="ctr" overlay="0"/>
  </cx:chart>
  <cx:spPr>
    <a:ln>
      <a:solidFill>
        <a:schemeClr val="tx1">
          <a:lumMod val="95000"/>
          <a:lumOff val="5000"/>
        </a:schemeClr>
      </a:solidFill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0.02475</cdr:x>
      <cdr:y>0.34301</cdr:y>
    </cdr:from>
    <cdr:to>
      <cdr:x>0.39414</cdr:x>
      <cdr:y>0.76861</cdr:y>
    </cdr:to>
    <cdr:sp macro="" textlink="">
      <cdr:nvSpPr>
        <cdr:cNvPr id="2" name="TextBox 4">
          <a:extLst xmlns:a="http://schemas.openxmlformats.org/drawingml/2006/main">
            <a:ext uri="{FF2B5EF4-FFF2-40B4-BE49-F238E27FC236}">
              <a16:creationId xmlns:a16="http://schemas.microsoft.com/office/drawing/2014/main" id="{292C6AFC-ADED-4224-97BE-AB4AA3D650D0}"/>
            </a:ext>
          </a:extLst>
        </cdr:cNvPr>
        <cdr:cNvSpPr txBox="1"/>
      </cdr:nvSpPr>
      <cdr:spPr>
        <a:xfrm xmlns:a="http://schemas.openxmlformats.org/drawingml/2006/main">
          <a:off x="134776" y="857542"/>
          <a:ext cx="2011680" cy="106402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cmpd="sng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1100" b="1">
              <a:solidFill>
                <a:schemeClr val="tx1">
                  <a:lumMod val="95000"/>
                  <a:lumOff val="5000"/>
                </a:schemeClr>
              </a:solidFill>
            </a:rPr>
            <a:t>Movies</a:t>
          </a:r>
          <a:r>
            <a:rPr lang="en-IN" sz="1100" b="1" baseline="0">
              <a:solidFill>
                <a:schemeClr val="tx1">
                  <a:lumMod val="95000"/>
                  <a:lumOff val="5000"/>
                </a:schemeClr>
              </a:solidFill>
            </a:rPr>
            <a:t> make up the majority accounting 65%.</a:t>
          </a:r>
        </a:p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1100" b="1" baseline="0">
              <a:solidFill>
                <a:schemeClr val="tx1">
                  <a:lumMod val="95000"/>
                  <a:lumOff val="5000"/>
                </a:schemeClr>
              </a:solidFill>
            </a:rPr>
            <a:t>TV Show represent 35% of total content.</a:t>
          </a:r>
          <a:endParaRPr lang="en-IN" sz="1100" b="1">
            <a:solidFill>
              <a:schemeClr val="tx1">
                <a:lumMod val="95000"/>
                <a:lumOff val="5000"/>
              </a:schemeClr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0.01979</cdr:x>
      <cdr:y>0.20515</cdr:y>
    </cdr:from>
    <cdr:to>
      <cdr:x>0.33153</cdr:x>
      <cdr:y>0.78245</cdr:y>
    </cdr:to>
    <cdr:sp macro="" textlink="">
      <cdr:nvSpPr>
        <cdr:cNvPr id="2" name="TextBox 8">
          <a:extLst xmlns:a="http://schemas.openxmlformats.org/drawingml/2006/main">
            <a:ext uri="{FF2B5EF4-FFF2-40B4-BE49-F238E27FC236}">
              <a16:creationId xmlns:a16="http://schemas.microsoft.com/office/drawing/2014/main" id="{2D42CABE-BA99-89CB-BC7E-AA4E706B6A12}"/>
            </a:ext>
          </a:extLst>
        </cdr:cNvPr>
        <cdr:cNvSpPr txBox="1"/>
      </cdr:nvSpPr>
      <cdr:spPr>
        <a:xfrm xmlns:a="http://schemas.openxmlformats.org/drawingml/2006/main">
          <a:off x="111760" y="439420"/>
          <a:ext cx="1760220" cy="123651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cmpd="sng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1100" b="1">
              <a:solidFill>
                <a:schemeClr val="tx1"/>
              </a:solidFill>
            </a:rPr>
            <a:t>Not Rated content dominate the</a:t>
          </a:r>
          <a:r>
            <a:rPr lang="en-IN" sz="1100" b="1" baseline="0">
              <a:solidFill>
                <a:schemeClr val="tx1"/>
              </a:solidFill>
            </a:rPr>
            <a:t> most at 43%.</a:t>
          </a:r>
        </a:p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1100" b="1" baseline="0">
              <a:solidFill>
                <a:schemeClr val="tx1"/>
              </a:solidFill>
            </a:rPr>
            <a:t>The remaining genre are least viewed and consumed by the users.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0.01006</cdr:x>
      <cdr:y>0.22596</cdr:y>
    </cdr:from>
    <cdr:to>
      <cdr:x>0.28171</cdr:x>
      <cdr:y>0.79942</cdr:y>
    </cdr:to>
    <cdr:sp macro="" textlink="">
      <cdr:nvSpPr>
        <cdr:cNvPr id="2" name="TextBox 9">
          <a:extLst xmlns:a="http://schemas.openxmlformats.org/drawingml/2006/main">
            <a:ext uri="{FF2B5EF4-FFF2-40B4-BE49-F238E27FC236}">
              <a16:creationId xmlns:a16="http://schemas.microsoft.com/office/drawing/2014/main" id="{0E659DBF-A439-ED36-73F2-D74D6C544CE5}"/>
            </a:ext>
          </a:extLst>
        </cdr:cNvPr>
        <cdr:cNvSpPr txBox="1"/>
      </cdr:nvSpPr>
      <cdr:spPr>
        <a:xfrm xmlns:a="http://schemas.openxmlformats.org/drawingml/2006/main">
          <a:off x="58420" y="614680"/>
          <a:ext cx="1577340" cy="156002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cmpd="sng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1100" b="1">
              <a:solidFill>
                <a:schemeClr val="tx1"/>
              </a:solidFill>
            </a:rPr>
            <a:t>The imdb</a:t>
          </a:r>
          <a:r>
            <a:rPr lang="en-IN" sz="1100" b="1" baseline="0">
              <a:solidFill>
                <a:schemeClr val="tx1"/>
              </a:solidFill>
            </a:rPr>
            <a:t>_score is more for "SHOW" as compared to "MOVIES".</a:t>
          </a:r>
        </a:p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1100" b="1" baseline="0">
              <a:solidFill>
                <a:schemeClr val="tx1"/>
              </a:solidFill>
            </a:rPr>
            <a:t>This shows that users love watching shows than movies.</a:t>
          </a:r>
          <a:endParaRPr lang="en-IN" sz="1100" b="1">
            <a:solidFill>
              <a:schemeClr val="tx1"/>
            </a:solidFill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0.0142</cdr:x>
      <cdr:y>0.1151</cdr:y>
    </cdr:from>
    <cdr:to>
      <cdr:x>0.23524</cdr:x>
      <cdr:y>0.84991</cdr:y>
    </cdr:to>
    <cdr:sp macro="" textlink="">
      <cdr:nvSpPr>
        <cdr:cNvPr id="2" name="TextBox 11">
          <a:extLst xmlns:a="http://schemas.openxmlformats.org/drawingml/2006/main">
            <a:ext uri="{FF2B5EF4-FFF2-40B4-BE49-F238E27FC236}">
              <a16:creationId xmlns:a16="http://schemas.microsoft.com/office/drawing/2014/main" id="{0DC928CC-F62B-CE3C-CCE8-8E051F7C762A}"/>
            </a:ext>
          </a:extLst>
        </cdr:cNvPr>
        <cdr:cNvSpPr txBox="1"/>
      </cdr:nvSpPr>
      <cdr:spPr>
        <a:xfrm xmlns:a="http://schemas.openxmlformats.org/drawingml/2006/main">
          <a:off x="81280" y="317500"/>
          <a:ext cx="1264920" cy="202692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cmpd="sng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1100" b="1">
              <a:solidFill>
                <a:schemeClr val="tx1"/>
              </a:solidFill>
            </a:rPr>
            <a:t>From</a:t>
          </a:r>
          <a:r>
            <a:rPr lang="en-IN" sz="1100" b="1" baseline="0">
              <a:solidFill>
                <a:schemeClr val="tx1"/>
              </a:solidFill>
            </a:rPr>
            <a:t> year 2016 to 2021 has more number of releases iby combining them.</a:t>
          </a:r>
        </a:p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1100" b="1" baseline="0">
              <a:solidFill>
                <a:schemeClr val="tx1"/>
              </a:solidFill>
            </a:rPr>
            <a:t>After 2021 there are less number of releases.</a:t>
          </a:r>
          <a:endParaRPr lang="en-IN" sz="1100" b="1">
            <a:solidFill>
              <a:schemeClr val="tx1"/>
            </a:solidFill>
          </a:endParaRP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0.1445</cdr:x>
      <cdr:y>0.15057</cdr:y>
    </cdr:from>
    <cdr:to>
      <cdr:x>0.70653</cdr:x>
      <cdr:y>0.5778</cdr:y>
    </cdr:to>
    <cdr:sp macro="" textlink="">
      <cdr:nvSpPr>
        <cdr:cNvPr id="2" name="TextBox 3">
          <a:extLst xmlns:a="http://schemas.openxmlformats.org/drawingml/2006/main">
            <a:ext uri="{FF2B5EF4-FFF2-40B4-BE49-F238E27FC236}">
              <a16:creationId xmlns:a16="http://schemas.microsoft.com/office/drawing/2014/main" id="{D864D47F-D2D5-8EEF-0BBA-06C2E72EC806}"/>
            </a:ext>
          </a:extLst>
        </cdr:cNvPr>
        <cdr:cNvSpPr txBox="1"/>
      </cdr:nvSpPr>
      <cdr:spPr>
        <a:xfrm xmlns:a="http://schemas.openxmlformats.org/drawingml/2006/main">
          <a:off x="834572" y="367149"/>
          <a:ext cx="3246120" cy="104176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cmpd="sng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1000" b="1">
              <a:solidFill>
                <a:schemeClr val="tx1"/>
              </a:solidFill>
            </a:rPr>
            <a:t>Explosive</a:t>
          </a:r>
          <a:r>
            <a:rPr lang="en-IN" sz="1000" b="1" baseline="0">
              <a:solidFill>
                <a:schemeClr val="tx1"/>
              </a:solidFill>
            </a:rPr>
            <a:t> growth in content production remained flat for decades but surged exponentially starting around 2014.</a:t>
          </a:r>
        </a:p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1000" b="1" baseline="0">
              <a:solidFill>
                <a:schemeClr val="tx1"/>
              </a:solidFill>
            </a:rPr>
            <a:t>The number of released reaches all time high in 2019-2020 peaking near 700 titles.</a:t>
          </a:r>
          <a:endParaRPr lang="en-IN" sz="1000" b="1">
            <a:solidFill>
              <a:schemeClr val="tx1"/>
            </a:solidFill>
          </a:endParaRP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0.55678</cdr:x>
      <cdr:y>0.15382</cdr:y>
    </cdr:from>
    <cdr:to>
      <cdr:x>0.90771</cdr:x>
      <cdr:y>0.47114</cdr:y>
    </cdr:to>
    <cdr:sp macro="" textlink="">
      <cdr:nvSpPr>
        <cdr:cNvPr id="2" name="TextBox 5">
          <a:extLst xmlns:a="http://schemas.openxmlformats.org/drawingml/2006/main">
            <a:ext uri="{FF2B5EF4-FFF2-40B4-BE49-F238E27FC236}">
              <a16:creationId xmlns:a16="http://schemas.microsoft.com/office/drawing/2014/main" id="{39529590-D7A2-C58A-2BBE-2227E8D9C6C7}"/>
            </a:ext>
          </a:extLst>
        </cdr:cNvPr>
        <cdr:cNvSpPr txBox="1"/>
      </cdr:nvSpPr>
      <cdr:spPr>
        <a:xfrm xmlns:a="http://schemas.openxmlformats.org/drawingml/2006/main">
          <a:off x="3288523" y="470678"/>
          <a:ext cx="2072640" cy="97100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cmpd="sng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900" b="1">
              <a:solidFill>
                <a:schemeClr val="tx1"/>
              </a:solidFill>
            </a:rPr>
            <a:t>The</a:t>
          </a:r>
          <a:r>
            <a:rPr lang="en-IN" sz="900" b="1" baseline="0">
              <a:solidFill>
                <a:schemeClr val="tx1"/>
              </a:solidFill>
            </a:rPr>
            <a:t> mid 1970's shows are most watched and the imdb_votes touches up to 250000.</a:t>
          </a:r>
        </a:p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900" b="1" baseline="0">
              <a:solidFill>
                <a:schemeClr val="tx1"/>
              </a:solidFill>
            </a:rPr>
            <a:t>Average votes have dropped sharply since 2011 likely due to new films having less time to gain more votes.</a:t>
          </a:r>
        </a:p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endParaRPr lang="en-IN" sz="1100"/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0.13292</cdr:x>
      <cdr:y>0.79567</cdr:y>
    </cdr:from>
    <cdr:to>
      <cdr:x>0.92912</cdr:x>
      <cdr:y>1</cdr:y>
    </cdr:to>
    <cdr:sp macro="" textlink="">
      <cdr:nvSpPr>
        <cdr:cNvPr id="2" name="TextBox 10">
          <a:extLst xmlns:a="http://schemas.openxmlformats.org/drawingml/2006/main">
            <a:ext uri="{FF2B5EF4-FFF2-40B4-BE49-F238E27FC236}">
              <a16:creationId xmlns:a16="http://schemas.microsoft.com/office/drawing/2014/main" id="{ED8FC11D-4B13-C79C-1A1E-1CEAA80C2CB3}"/>
            </a:ext>
          </a:extLst>
        </cdr:cNvPr>
        <cdr:cNvSpPr txBox="1"/>
      </cdr:nvSpPr>
      <cdr:spPr>
        <a:xfrm xmlns:a="http://schemas.openxmlformats.org/drawingml/2006/main">
          <a:off x="759666" y="2397968"/>
          <a:ext cx="4550229" cy="61582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cmpd="sng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1100" b="1" dirty="0">
              <a:solidFill>
                <a:schemeClr val="tx1">
                  <a:lumMod val="95000"/>
                  <a:lumOff val="5000"/>
                </a:schemeClr>
              </a:solidFill>
            </a:rPr>
            <a:t>The</a:t>
          </a:r>
          <a:r>
            <a:rPr lang="en-IN" sz="1100" b="1" baseline="0" dirty="0">
              <a:solidFill>
                <a:schemeClr val="tx1">
                  <a:lumMod val="95000"/>
                  <a:lumOff val="5000"/>
                </a:schemeClr>
              </a:solidFill>
            </a:rPr>
            <a:t> majority of data is clustered near </a:t>
          </a:r>
          <a:r>
            <a:rPr lang="en-IN" sz="1100" b="1" baseline="0" dirty="0" err="1">
              <a:solidFill>
                <a:schemeClr val="tx1">
                  <a:lumMod val="95000"/>
                  <a:lumOff val="5000"/>
                </a:schemeClr>
              </a:solidFill>
            </a:rPr>
            <a:t>orgin.This</a:t>
          </a:r>
          <a:r>
            <a:rPr lang="en-IN" sz="1100" b="1" baseline="0" dirty="0">
              <a:solidFill>
                <a:schemeClr val="tx1">
                  <a:lumMod val="95000"/>
                  <a:lumOff val="5000"/>
                </a:schemeClr>
              </a:solidFill>
            </a:rPr>
            <a:t> suggests that most values are small.</a:t>
          </a:r>
        </a:p>
        <a:p xmlns:a="http://schemas.openxmlformats.org/drawingml/2006/main">
          <a:pPr marL="171450" indent="-171450">
            <a:buFont typeface="Wingdings" panose="05000000000000000000" pitchFamily="2" charset="2"/>
            <a:buChar char="Ø"/>
          </a:pPr>
          <a:r>
            <a:rPr lang="en-IN" sz="1100" b="1" baseline="0" dirty="0">
              <a:solidFill>
                <a:schemeClr val="tx1">
                  <a:lumMod val="95000"/>
                  <a:lumOff val="5000"/>
                </a:schemeClr>
              </a:solidFill>
            </a:rPr>
            <a:t>The relationship </a:t>
          </a:r>
          <a:r>
            <a:rPr lang="en-IN" sz="1100" b="1" baseline="0" dirty="0" err="1">
              <a:solidFill>
                <a:schemeClr val="tx1">
                  <a:lumMod val="95000"/>
                  <a:lumOff val="5000"/>
                </a:schemeClr>
              </a:solidFill>
            </a:rPr>
            <a:t>does'nt</a:t>
          </a:r>
          <a:r>
            <a:rPr lang="en-IN" sz="1100" b="1" baseline="0" dirty="0">
              <a:solidFill>
                <a:schemeClr val="tx1">
                  <a:lumMod val="95000"/>
                  <a:lumOff val="5000"/>
                </a:schemeClr>
              </a:solidFill>
            </a:rPr>
            <a:t> look like straight line .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105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570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48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43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244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898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386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01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64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32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554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037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78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602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556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6617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709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E81FFD2-86AB-45E6-A220-2528059C2F1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AA5109-43EC-42DF-8F5D-91643291DF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914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  <p:sldLayoutId id="214748389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microsoft.com/office/2014/relationships/chartEx" Target="../charts/chartEx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17058-A196-8FE9-63E1-FA8083862B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OTT PLATFORM &amp; TV SHOW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E38F2-2A04-28AA-9C65-C3553D2433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000" u="sng" dirty="0"/>
              <a:t>CAPESTONE PROJECT:EXCEL DATA ANALYSIS</a:t>
            </a:r>
          </a:p>
          <a:p>
            <a:r>
              <a:rPr lang="en-IN" sz="2000" dirty="0"/>
              <a:t>NAME:C.GURUCHARAN</a:t>
            </a:r>
          </a:p>
          <a:p>
            <a:r>
              <a:rPr lang="en-IN" sz="2000" dirty="0"/>
              <a:t>DATE:30-12-2025</a:t>
            </a:r>
          </a:p>
        </p:txBody>
      </p:sp>
    </p:spTree>
    <p:extLst>
      <p:ext uri="{BB962C8B-B14F-4D97-AF65-F5344CB8AC3E}">
        <p14:creationId xmlns:p14="http://schemas.microsoft.com/office/powerpoint/2010/main" val="168501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A8172-5931-993B-43C1-9624EDFD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03549-8428-C27C-FFB6-4818EFD3A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</a:t>
            </a:r>
            <a:r>
              <a:rPr lang="en-IN" dirty="0" err="1"/>
              <a:t>analyze</a:t>
            </a:r>
            <a:r>
              <a:rPr lang="en-IN" dirty="0"/>
              <a:t>  Movies &amp; TV Shows  data using excel.</a:t>
            </a:r>
          </a:p>
          <a:p>
            <a:r>
              <a:rPr lang="en-IN" dirty="0"/>
              <a:t>To understand trends in : Content type(Movies &amp; Shows),Release years, Genres , IMDB ratings.</a:t>
            </a:r>
          </a:p>
          <a:p>
            <a:r>
              <a:rPr lang="en-IN" dirty="0"/>
              <a:t>To clean , process and  visualize data using pivot.</a:t>
            </a:r>
          </a:p>
          <a:p>
            <a:r>
              <a:rPr lang="en-IN" dirty="0"/>
              <a:t>To create interactive dashboard for decision making.</a:t>
            </a:r>
          </a:p>
          <a:p>
            <a:endParaRPr lang="en-IN" dirty="0"/>
          </a:p>
          <a:p>
            <a:pPr marL="0" indent="0" algn="ct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39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DBE6-6ED7-12B7-91E2-D5E70A64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B4ED5-7D12-FA37-A717-E73BF720F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Datasets contains information about</a:t>
            </a:r>
          </a:p>
          <a:p>
            <a:r>
              <a:rPr lang="en-IN" dirty="0"/>
              <a:t>Movies and Tv Shows</a:t>
            </a:r>
          </a:p>
          <a:p>
            <a:r>
              <a:rPr lang="en-IN" dirty="0"/>
              <a:t>Release year</a:t>
            </a:r>
          </a:p>
          <a:p>
            <a:r>
              <a:rPr lang="en-IN" dirty="0"/>
              <a:t>Genres</a:t>
            </a:r>
          </a:p>
          <a:p>
            <a:r>
              <a:rPr lang="en-IN" dirty="0"/>
              <a:t>Runtime </a:t>
            </a:r>
          </a:p>
          <a:p>
            <a:r>
              <a:rPr lang="en-IN" dirty="0"/>
              <a:t>IMDB scores and votes</a:t>
            </a:r>
          </a:p>
        </p:txBody>
      </p:sp>
    </p:spTree>
    <p:extLst>
      <p:ext uri="{BB962C8B-B14F-4D97-AF65-F5344CB8AC3E}">
        <p14:creationId xmlns:p14="http://schemas.microsoft.com/office/powerpoint/2010/main" val="251681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43B0-2318-7D3C-2276-EB9ED3F66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C4B97-29A0-FF53-E63E-18D4FC051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Raw unprocessed data imported from Kaggle</a:t>
            </a:r>
          </a:p>
          <a:p>
            <a:r>
              <a:rPr lang="en-IN" dirty="0"/>
              <a:t>Contains missing and inconsistent values</a:t>
            </a:r>
          </a:p>
          <a:p>
            <a:r>
              <a:rPr lang="en-IN" dirty="0"/>
              <a:t>Text fields like genres  ,countries ,</a:t>
            </a:r>
            <a:r>
              <a:rPr lang="en-IN" dirty="0" err="1"/>
              <a:t>imdb_id</a:t>
            </a:r>
            <a:r>
              <a:rPr lang="en-IN" dirty="0"/>
              <a:t> needs cleaning</a:t>
            </a:r>
          </a:p>
          <a:p>
            <a:r>
              <a:rPr lang="en-IN" dirty="0"/>
              <a:t>Requires pure data cleaning and handle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196146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C194-20A4-9296-0E43-2086B4FB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&amp; CURING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4C1A0-F8CD-6420-3389-BE6EE7B9E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Removed duplicate records </a:t>
            </a:r>
          </a:p>
          <a:p>
            <a:r>
              <a:rPr lang="en-IN" dirty="0"/>
              <a:t>Handled missing values</a:t>
            </a:r>
          </a:p>
          <a:p>
            <a:r>
              <a:rPr lang="en-IN" dirty="0"/>
              <a:t>Use average to handle numerical values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350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65858-54EF-05B2-D49C-C135881B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PIE CHART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32A8CC-30EA-4A13-8B4C-B2D44618B5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6545790"/>
              </p:ext>
            </p:extLst>
          </p:nvPr>
        </p:nvGraphicFramePr>
        <p:xfrm>
          <a:off x="6096000" y="606490"/>
          <a:ext cx="5445967" cy="2424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AA3C99-5CFB-EF9D-8382-6687DCE88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By content wise “Movies” outnumbers “Tv Shows” on the platform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Tv are the least </a:t>
            </a:r>
            <a:r>
              <a:rPr lang="en-IN" dirty="0" err="1"/>
              <a:t>prefrred</a:t>
            </a:r>
            <a:r>
              <a:rPr lang="en-IN" dirty="0"/>
              <a:t> and consumed by users.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After analysing by age certification “Not rated” certifications is more consumed and dominates other age certification.</a:t>
            </a:r>
          </a:p>
          <a:p>
            <a:endParaRPr lang="en-I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CF6B847-24BB-46EE-B297-EABD93B4F2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437034"/>
              </p:ext>
            </p:extLst>
          </p:nvPr>
        </p:nvGraphicFramePr>
        <p:xfrm>
          <a:off x="6096000" y="3031065"/>
          <a:ext cx="5445967" cy="32204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4255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E657-2689-507B-CBE6-ECFF99D8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BAR CHART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E0C1F4-FE4E-44F2-906C-2B4A1918AB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078841"/>
              </p:ext>
            </p:extLst>
          </p:nvPr>
        </p:nvGraphicFramePr>
        <p:xfrm>
          <a:off x="6344814" y="645882"/>
          <a:ext cx="5215814" cy="2632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BA1574-70A6-12C1-B5D7-5EBF925B2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marL="400050" indent="-400050" algn="l">
              <a:buFont typeface="Wingdings" panose="05000000000000000000" pitchFamily="2" charset="2"/>
              <a:buChar char="Ø"/>
            </a:pPr>
            <a:r>
              <a:rPr lang="en-IN" dirty="0"/>
              <a:t>The first represents the comparison of type of content and average </a:t>
            </a:r>
            <a:r>
              <a:rPr lang="en-IN" dirty="0" err="1"/>
              <a:t>imdb</a:t>
            </a:r>
            <a:r>
              <a:rPr lang="en-IN" dirty="0"/>
              <a:t> scores.</a:t>
            </a:r>
          </a:p>
          <a:p>
            <a:pPr marL="400050" indent="-400050" algn="l">
              <a:buFont typeface="Wingdings" panose="05000000000000000000" pitchFamily="2" charset="2"/>
              <a:buChar char="Ø"/>
            </a:pPr>
            <a:r>
              <a:rPr lang="en-IN" dirty="0"/>
              <a:t>The insights can inferred is that </a:t>
            </a:r>
            <a:r>
              <a:rPr lang="en-IN" dirty="0" err="1"/>
              <a:t>imdb</a:t>
            </a:r>
            <a:r>
              <a:rPr lang="en-IN" dirty="0"/>
              <a:t> scores is more for “Tv Shows” as compared to “Movies”</a:t>
            </a:r>
          </a:p>
          <a:p>
            <a:pPr marL="400050" indent="-400050" algn="l">
              <a:buFont typeface="Wingdings" panose="05000000000000000000" pitchFamily="2" charset="2"/>
              <a:buChar char="Ø"/>
            </a:pPr>
            <a:r>
              <a:rPr lang="en-IN" dirty="0"/>
              <a:t>The next chart infers that relation between the released year and count of titles.</a:t>
            </a:r>
          </a:p>
          <a:p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00B3B36-7DB9-4ADD-B145-EBDC457BA9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5753486"/>
              </p:ext>
            </p:extLst>
          </p:nvPr>
        </p:nvGraphicFramePr>
        <p:xfrm>
          <a:off x="6344813" y="3278842"/>
          <a:ext cx="5215814" cy="2933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5675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B3BF-93EA-DB62-B851-134F0160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HISTOGRAM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8049E-35C5-53F5-5707-B8F0FFC65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The most common runtime interval is 80-120 minute range is the clear mode with more than 2000 titles.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The data set is right skewness type as frequency drops sharply after 120 minutes.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Bins are set 40 mins </a:t>
            </a:r>
            <a:r>
              <a:rPr lang="en-IN" dirty="0" err="1"/>
              <a:t>interaval</a:t>
            </a:r>
            <a:r>
              <a:rPr lang="en-IN" dirty="0"/>
              <a:t>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67E03ED-B6E4-9580-C312-C1F6EE54CA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477464"/>
              </p:ext>
            </p:extLst>
          </p:nvPr>
        </p:nvGraphicFramePr>
        <p:xfrm>
          <a:off x="5868955" y="578499"/>
          <a:ext cx="5682343" cy="2995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F42D9F-7FB2-B7D4-EE28-597D0C703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506733"/>
              </p:ext>
            </p:extLst>
          </p:nvPr>
        </p:nvGraphicFramePr>
        <p:xfrm>
          <a:off x="5934270" y="3648269"/>
          <a:ext cx="3107094" cy="17372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5737">
                  <a:extLst>
                    <a:ext uri="{9D8B030D-6E8A-4147-A177-3AD203B41FA5}">
                      <a16:colId xmlns:a16="http://schemas.microsoft.com/office/drawing/2014/main" val="3143737803"/>
                    </a:ext>
                  </a:extLst>
                </a:gridCol>
                <a:gridCol w="1121357">
                  <a:extLst>
                    <a:ext uri="{9D8B030D-6E8A-4147-A177-3AD203B41FA5}">
                      <a16:colId xmlns:a16="http://schemas.microsoft.com/office/drawing/2014/main" val="2552459563"/>
                    </a:ext>
                  </a:extLst>
                </a:gridCol>
              </a:tblGrid>
              <a:tr h="21602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BIN</a:t>
                      </a:r>
                      <a:endParaRPr lang="en-IN" sz="11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Frequency</a:t>
                      </a:r>
                      <a:endParaRPr lang="en-IN" sz="110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95970250"/>
                  </a:ext>
                </a:extLst>
              </a:tr>
              <a:tr h="216027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935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6867010"/>
                  </a:ext>
                </a:extLst>
              </a:tr>
              <a:tr h="216027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1365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36209478"/>
                  </a:ext>
                </a:extLst>
              </a:tr>
              <a:tr h="216027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2120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66463196"/>
                  </a:ext>
                </a:extLst>
              </a:tr>
              <a:tr h="216027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160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596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97197817"/>
                  </a:ext>
                </a:extLst>
              </a:tr>
              <a:tr h="216027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89297765"/>
                  </a:ext>
                </a:extLst>
              </a:tr>
              <a:tr h="216027"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97267818"/>
                  </a:ext>
                </a:extLst>
              </a:tr>
              <a:tr h="22502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More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05434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58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5D25E-0EDC-AB01-1D51-A63073733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CHART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DF92B-3B4E-0D6A-E771-6B00F6D9D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1839515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The first chart infers that there is explosive growth started at year 2014.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The average </a:t>
            </a:r>
            <a:r>
              <a:rPr lang="en-IN" dirty="0" err="1"/>
              <a:t>imdb</a:t>
            </a:r>
            <a:r>
              <a:rPr lang="en-IN" dirty="0"/>
              <a:t> votes over time infers there is fall of votes sharply since 2011 likely due to new films having less time.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57EBF25-389A-5886-E591-1DD220381C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37919"/>
              </p:ext>
            </p:extLst>
          </p:nvPr>
        </p:nvGraphicFramePr>
        <p:xfrm>
          <a:off x="5756987" y="665423"/>
          <a:ext cx="5775649" cy="2438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5CB3CA5-0964-DF55-F4D1-141CFE027D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4851848"/>
              </p:ext>
            </p:extLst>
          </p:nvPr>
        </p:nvGraphicFramePr>
        <p:xfrm>
          <a:off x="5756987" y="3103827"/>
          <a:ext cx="5906277" cy="308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2991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56B23-184E-2AFC-280A-9ACD8C4F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SCATTER PLOT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3E362-FE07-AFC4-F6A2-FE007CCAD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There is no strong linear correlation between how long a movie is and how well it is rated.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Highly rated movies are most frequently found in the "standard" 90–110 minute runtime window.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/>
              <a:t> The correlation coefficient of -0.16 proves that runtime is a poor predictor of success.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A1DADB2-8F05-2009-9933-3AF0EFC31B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734566"/>
              </p:ext>
            </p:extLst>
          </p:nvPr>
        </p:nvGraphicFramePr>
        <p:xfrm>
          <a:off x="5850293" y="606491"/>
          <a:ext cx="5873619" cy="2556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8">
            <a:extLst>
              <a:ext uri="{FF2B5EF4-FFF2-40B4-BE49-F238E27FC236}">
                <a16:creationId xmlns:a16="http://schemas.microsoft.com/office/drawing/2014/main" id="{9BA733C6-C856-BF84-366E-4DB390FA6848}"/>
              </a:ext>
            </a:extLst>
          </p:cNvPr>
          <p:cNvSpPr txBox="1"/>
          <p:nvPr/>
        </p:nvSpPr>
        <p:spPr>
          <a:xfrm>
            <a:off x="5948265" y="2379165"/>
            <a:ext cx="5910943" cy="6519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correlation coefficient</a:t>
            </a:r>
            <a:r>
              <a:rPr lang="en-IN" sz="1200" b="1" baseline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is -0.16 indicates almost no relationship between movies length and its score.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en-IN" sz="1200" b="1" baseline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highest density films sets between 80-120 minutes with scores ranging from 5 to 8.</a:t>
            </a:r>
            <a:endParaRPr lang="en-IN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71A0B60-19DA-5F8B-C829-EE9E5C1411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7048816"/>
              </p:ext>
            </p:extLst>
          </p:nvPr>
        </p:nvGraphicFramePr>
        <p:xfrm>
          <a:off x="5850294" y="3163076"/>
          <a:ext cx="5794309" cy="3088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2703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87A48-9972-69AD-D26D-5F4D99DF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BOXPLOT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AB8EC-ECFB-499E-8191-9C30C7DF6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The data here shows outliers which disrupts the data.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The given boxplot shows the </a:t>
            </a:r>
            <a:r>
              <a:rPr lang="en-IN" dirty="0" err="1"/>
              <a:t>imdb</a:t>
            </a:r>
            <a:r>
              <a:rPr lang="en-IN" dirty="0"/>
              <a:t> score distribution by type of content.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dirty="0"/>
              <a:t>Most of the outliers lies below the lower whiskers of boxplot.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BC67499F-2CB5-FBD1-415C-6ABCB3F8ADF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78204005"/>
                  </p:ext>
                </p:extLst>
              </p:nvPr>
            </p:nvGraphicFramePr>
            <p:xfrm>
              <a:off x="5766318" y="914399"/>
              <a:ext cx="5607698" cy="474928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Content Placeholder 5">
                <a:extLst>
                  <a:ext uri="{FF2B5EF4-FFF2-40B4-BE49-F238E27FC236}">
                    <a16:creationId xmlns:a16="http://schemas.microsoft.com/office/drawing/2014/main" id="{BC67499F-2CB5-FBD1-415C-6ABCB3F8ADF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66318" y="914399"/>
                <a:ext cx="5607698" cy="474928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163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9963-A5EC-9847-3700-AD6D24A9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388531"/>
            <a:ext cx="3718455" cy="1371603"/>
          </a:xfrm>
        </p:spPr>
        <p:txBody>
          <a:bodyPr/>
          <a:lstStyle/>
          <a:p>
            <a:r>
              <a:rPr lang="en-IN" dirty="0"/>
              <a:t>OUTLIER TREATMENT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A1D503D-962F-6B18-4DD9-62B87A39AC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1360738"/>
              </p:ext>
            </p:extLst>
          </p:nvPr>
        </p:nvGraphicFramePr>
        <p:xfrm>
          <a:off x="5513225" y="614343"/>
          <a:ext cx="2692400" cy="1150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2792">
                  <a:extLst>
                    <a:ext uri="{9D8B030D-6E8A-4147-A177-3AD203B41FA5}">
                      <a16:colId xmlns:a16="http://schemas.microsoft.com/office/drawing/2014/main" val="2210586240"/>
                    </a:ext>
                  </a:extLst>
                </a:gridCol>
                <a:gridCol w="939630">
                  <a:extLst>
                    <a:ext uri="{9D8B030D-6E8A-4147-A177-3AD203B41FA5}">
                      <a16:colId xmlns:a16="http://schemas.microsoft.com/office/drawing/2014/main" val="1326395427"/>
                    </a:ext>
                  </a:extLst>
                </a:gridCol>
                <a:gridCol w="1029978">
                  <a:extLst>
                    <a:ext uri="{9D8B030D-6E8A-4147-A177-3AD203B41FA5}">
                      <a16:colId xmlns:a16="http://schemas.microsoft.com/office/drawing/2014/main" val="2732912649"/>
                    </a:ext>
                  </a:extLst>
                </a:gridCol>
              </a:tblGrid>
              <a:tr h="19812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Before Outlier Treatment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Distribution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66942"/>
                  </a:ext>
                </a:extLst>
              </a:tr>
              <a:tr h="1981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MOVIE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SHOW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904100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Mean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062943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Median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6770107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Mode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9974957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A3073C26-1BCA-4098-8039-28FAE0EF7C7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35489092"/>
                  </p:ext>
                </p:extLst>
              </p:nvPr>
            </p:nvGraphicFramePr>
            <p:xfrm>
              <a:off x="8205625" y="614343"/>
              <a:ext cx="3336342" cy="264204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A3073C26-1BCA-4098-8039-28FAE0EF7C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05625" y="614343"/>
                <a:ext cx="3336342" cy="2642041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6477A2-B94A-31D1-5D40-933BE3727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007202"/>
              </p:ext>
            </p:extLst>
          </p:nvPr>
        </p:nvGraphicFramePr>
        <p:xfrm>
          <a:off x="5423287" y="4189445"/>
          <a:ext cx="2692400" cy="1356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1171">
                  <a:extLst>
                    <a:ext uri="{9D8B030D-6E8A-4147-A177-3AD203B41FA5}">
                      <a16:colId xmlns:a16="http://schemas.microsoft.com/office/drawing/2014/main" val="2360032966"/>
                    </a:ext>
                  </a:extLst>
                </a:gridCol>
                <a:gridCol w="703527">
                  <a:extLst>
                    <a:ext uri="{9D8B030D-6E8A-4147-A177-3AD203B41FA5}">
                      <a16:colId xmlns:a16="http://schemas.microsoft.com/office/drawing/2014/main" val="3697241286"/>
                    </a:ext>
                  </a:extLst>
                </a:gridCol>
                <a:gridCol w="1157702">
                  <a:extLst>
                    <a:ext uri="{9D8B030D-6E8A-4147-A177-3AD203B41FA5}">
                      <a16:colId xmlns:a16="http://schemas.microsoft.com/office/drawing/2014/main" val="2702646888"/>
                    </a:ext>
                  </a:extLst>
                </a:gridCol>
              </a:tblGrid>
              <a:tr h="36607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After Outlier Treatment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Distribution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007061"/>
                  </a:ext>
                </a:extLst>
              </a:tr>
              <a:tr h="19812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MOVIE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SHOW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5480361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Mean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7056242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Median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1846486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Mode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 dirty="0">
                          <a:effectLst/>
                        </a:rPr>
                        <a:t>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262996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Skewness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Negative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Negative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707337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AA99A4-AC12-B9E6-1395-A98DAAC63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120926"/>
              </p:ext>
            </p:extLst>
          </p:nvPr>
        </p:nvGraphicFramePr>
        <p:xfrm>
          <a:off x="5513225" y="2166195"/>
          <a:ext cx="2679699" cy="1729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2951">
                  <a:extLst>
                    <a:ext uri="{9D8B030D-6E8A-4147-A177-3AD203B41FA5}">
                      <a16:colId xmlns:a16="http://schemas.microsoft.com/office/drawing/2014/main" val="295121953"/>
                    </a:ext>
                  </a:extLst>
                </a:gridCol>
                <a:gridCol w="654346">
                  <a:extLst>
                    <a:ext uri="{9D8B030D-6E8A-4147-A177-3AD203B41FA5}">
                      <a16:colId xmlns:a16="http://schemas.microsoft.com/office/drawing/2014/main" val="2443751484"/>
                    </a:ext>
                  </a:extLst>
                </a:gridCol>
                <a:gridCol w="1222402">
                  <a:extLst>
                    <a:ext uri="{9D8B030D-6E8A-4147-A177-3AD203B41FA5}">
                      <a16:colId xmlns:a16="http://schemas.microsoft.com/office/drawing/2014/main" val="3336260244"/>
                    </a:ext>
                  </a:extLst>
                </a:gridCol>
              </a:tblGrid>
              <a:tr h="10951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IQR Table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Distribution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470946"/>
                  </a:ext>
                </a:extLst>
              </a:tr>
              <a:tr h="10951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MOVIE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SHOW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8508032"/>
                  </a:ext>
                </a:extLst>
              </a:tr>
              <a:tr h="1095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Q1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6.5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70689498"/>
                  </a:ext>
                </a:extLst>
              </a:tr>
              <a:tr h="10951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Q3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7.8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38765055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IQR 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                              1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                                                                1 .3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26344050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Lower Fence 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                              4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                                                                5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91207431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 Upper Fence 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                              9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                                                             10 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907734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187CF5AD-F9C9-5FC6-E6E7-B8C46255B20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34363443"/>
                  </p:ext>
                </p:extLst>
              </p:nvPr>
            </p:nvGraphicFramePr>
            <p:xfrm>
              <a:off x="8218324" y="3851492"/>
              <a:ext cx="3346174" cy="220053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187CF5AD-F9C9-5FC6-E6E7-B8C46255B2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18324" y="3851492"/>
                <a:ext cx="3346174" cy="220053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2">
            <a:extLst>
              <a:ext uri="{FF2B5EF4-FFF2-40B4-BE49-F238E27FC236}">
                <a16:creationId xmlns:a16="http://schemas.microsoft.com/office/drawing/2014/main" id="{8D820464-A9C0-275C-CB43-00CFB8049F30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prstGeom prst="rect">
            <a:avLst/>
          </a:prstGeom>
          <a:solidFill>
            <a:schemeClr val="lt1"/>
          </a:solidFill>
          <a:ln w="9525" cmpd="sng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FontTx/>
              <a:buNone/>
            </a:pPr>
            <a:r>
              <a:rPr lang="en-IN" sz="1100" b="1" u="sng">
                <a:solidFill>
                  <a:schemeClr val="tx1">
                    <a:lumMod val="95000"/>
                    <a:lumOff val="5000"/>
                  </a:schemeClr>
                </a:solidFill>
              </a:rPr>
              <a:t>KEY OBSERVATIONS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IN" sz="1100" b="0" u="none">
                <a:solidFill>
                  <a:schemeClr val="tx1">
                    <a:lumMod val="95000"/>
                    <a:lumOff val="5000"/>
                  </a:schemeClr>
                </a:solidFill>
              </a:rPr>
              <a:t>Both</a:t>
            </a:r>
            <a:r>
              <a:rPr lang="en-IN" sz="1100" b="0" u="none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 distributions are negatively skewed due to long tail of low-score outliers.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IN" sz="1100" b="0" u="none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Shows genrally perform better than movie with higher Mean/Median compared to Movies.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IN" sz="1100" b="0" u="none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The most frequent score for shows is 8.0 indicates a strong high ratings.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IN" sz="1100" b="0" u="none" baseline="0">
                <a:solidFill>
                  <a:schemeClr val="tx1">
                    <a:lumMod val="95000"/>
                    <a:lumOff val="5000"/>
                  </a:schemeClr>
                </a:solidFill>
              </a:rPr>
              <a:t>If we exclude the outliers the middle 50% is symmetrical as the mean and median are identical before and after outliers treatment.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IN" sz="1100" b="0" u="none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84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EEA55-B866-F8F9-2A30-9AD619AEE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CENTRAL TENDENCY AND SPREAD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73D556D-707D-2891-0879-23E25295000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90413956"/>
              </p:ext>
            </p:extLst>
          </p:nvPr>
        </p:nvGraphicFramePr>
        <p:xfrm>
          <a:off x="1401665" y="2475214"/>
          <a:ext cx="4064000" cy="1577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825714497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465376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56191222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Total 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48930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MOVIE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SHOW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3040071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Mean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27,504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18,157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3064969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Median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2,858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1,892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39946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Mode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43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200" u="none" strike="noStrike">
                          <a:effectLst/>
                        </a:rPr>
                        <a:t>148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5768923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Comparision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Mean&gt;Median&gt;Mode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Mean&gt;Median&gt;Mode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1660777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Skewness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Right Skewness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 dirty="0">
                          <a:effectLst/>
                        </a:rPr>
                        <a:t>Right Skewness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70640165"/>
                  </a:ext>
                </a:extLst>
              </a:tr>
            </a:tbl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E6C9B97-1229-5DDB-89EA-54A4426B841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02175250"/>
              </p:ext>
            </p:extLst>
          </p:nvPr>
        </p:nvGraphicFramePr>
        <p:xfrm>
          <a:off x="5542384" y="2475214"/>
          <a:ext cx="5049416" cy="1577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4690">
                  <a:extLst>
                    <a:ext uri="{9D8B030D-6E8A-4147-A177-3AD203B41FA5}">
                      <a16:colId xmlns:a16="http://schemas.microsoft.com/office/drawing/2014/main" val="2860178280"/>
                    </a:ext>
                  </a:extLst>
                </a:gridCol>
                <a:gridCol w="1492928">
                  <a:extLst>
                    <a:ext uri="{9D8B030D-6E8A-4147-A177-3AD203B41FA5}">
                      <a16:colId xmlns:a16="http://schemas.microsoft.com/office/drawing/2014/main" val="3497960450"/>
                    </a:ext>
                  </a:extLst>
                </a:gridCol>
                <a:gridCol w="1731798">
                  <a:extLst>
                    <a:ext uri="{9D8B030D-6E8A-4147-A177-3AD203B41FA5}">
                      <a16:colId xmlns:a16="http://schemas.microsoft.com/office/drawing/2014/main" val="393908671"/>
                    </a:ext>
                  </a:extLst>
                </a:gridCol>
              </a:tblGrid>
              <a:tr h="26458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Measures of Spread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610986"/>
                  </a:ext>
                </a:extLst>
              </a:tr>
              <a:tr h="26458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MOVIE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SHOW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9726650"/>
                  </a:ext>
                </a:extLst>
              </a:tr>
              <a:tr h="26458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Range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2268283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1727689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25379904"/>
                  </a:ext>
                </a:extLst>
              </a:tr>
              <a:tr h="26458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Variance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9280257751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5278628641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21315596"/>
                  </a:ext>
                </a:extLst>
              </a:tr>
              <a:tr h="518996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 Standard Deviation 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96334.09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72654.17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98248084"/>
                  </a:ext>
                </a:extLst>
              </a:tr>
            </a:tbl>
          </a:graphicData>
        </a:graphic>
      </p:graphicFrame>
      <p:sp>
        <p:nvSpPr>
          <p:cNvPr id="12" name="TextBox 3">
            <a:extLst>
              <a:ext uri="{FF2B5EF4-FFF2-40B4-BE49-F238E27FC236}">
                <a16:creationId xmlns:a16="http://schemas.microsoft.com/office/drawing/2014/main" id="{878805E3-8990-17B6-D13F-878FF0C2AC8A}"/>
              </a:ext>
            </a:extLst>
          </p:cNvPr>
          <p:cNvSpPr txBox="1"/>
          <p:nvPr/>
        </p:nvSpPr>
        <p:spPr>
          <a:xfrm>
            <a:off x="1341975" y="4241769"/>
            <a:ext cx="4183380" cy="145542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b="1" u="sng"/>
              <a:t>KEY OBSERVATIONS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0" u="none"/>
              <a:t>In</a:t>
            </a:r>
            <a:r>
              <a:rPr lang="en-IN" sz="1100" b="0" u="none" baseline="0"/>
              <a:t> both categories the mean is much higher than the median indicatinf the data is heavily right skewed.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0" u="none" baseline="0"/>
              <a:t>Movies have significantly higher mean and median as compared to Shows suggesting more engagement is shown towards movies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0" u="none" baseline="0"/>
              <a:t>The median is a better representation of typical performance than mean.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BA760D0B-4A41-0896-76B8-DD7235C74D4F}"/>
              </a:ext>
            </a:extLst>
          </p:cNvPr>
          <p:cNvSpPr txBox="1"/>
          <p:nvPr/>
        </p:nvSpPr>
        <p:spPr>
          <a:xfrm>
            <a:off x="5720132" y="4241769"/>
            <a:ext cx="4693920" cy="145542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b="1" u="sng" dirty="0"/>
              <a:t>KEY</a:t>
            </a:r>
            <a:r>
              <a:rPr lang="en-IN" sz="1100" b="1" u="sng" baseline="0" dirty="0"/>
              <a:t> OBSERVATIONS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0" u="none" dirty="0"/>
              <a:t>Movies</a:t>
            </a:r>
            <a:r>
              <a:rPr lang="en-IN" sz="1100" b="0" u="none" baseline="0" dirty="0"/>
              <a:t> have significantly higher standard deviation than Shows indicates that movie spending is more.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0" u="none" baseline="0" dirty="0"/>
              <a:t>The range for movies is larger than the range of shows suggesting the gap between the most expensive and least expensive movies.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b="0" u="none" baseline="0" dirty="0"/>
              <a:t>The variance for movies is nearly double than the shows.</a:t>
            </a:r>
            <a:endParaRPr lang="en-IN" sz="1100" b="0" u="none" dirty="0"/>
          </a:p>
        </p:txBody>
      </p:sp>
    </p:spTree>
    <p:extLst>
      <p:ext uri="{BB962C8B-B14F-4D97-AF65-F5344CB8AC3E}">
        <p14:creationId xmlns:p14="http://schemas.microsoft.com/office/powerpoint/2010/main" val="108391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DBB56-9202-EC1C-7C87-7F961E0A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468948"/>
            <a:ext cx="9601196" cy="1303867"/>
          </a:xfrm>
        </p:spPr>
        <p:txBody>
          <a:bodyPr/>
          <a:lstStyle/>
          <a:p>
            <a:r>
              <a:rPr lang="en-IN" dirty="0"/>
              <a:t>DASHBOARD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0E74D35-5A88-58F3-02F4-63CCF2BD6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6384" y="1548882"/>
            <a:ext cx="5868955" cy="4702627"/>
          </a:xfrm>
        </p:spPr>
      </p:pic>
    </p:spTree>
    <p:extLst>
      <p:ext uri="{BB962C8B-B14F-4D97-AF65-F5344CB8AC3E}">
        <p14:creationId xmlns:p14="http://schemas.microsoft.com/office/powerpoint/2010/main" val="236315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0C817-BD24-998D-993E-AC2D25CF0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2169710"/>
            <a:ext cx="6815669" cy="151553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9972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657</TotalTime>
  <Words>1025</Words>
  <Application>Microsoft Office PowerPoint</Application>
  <PresentationFormat>Widescreen</PresentationFormat>
  <Paragraphs>208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 Narrow</vt:lpstr>
      <vt:lpstr>Arial</vt:lpstr>
      <vt:lpstr>Garamond</vt:lpstr>
      <vt:lpstr>Wingdings</vt:lpstr>
      <vt:lpstr>Organic</vt:lpstr>
      <vt:lpstr>OTT PLATFORM &amp; TV SHOW ANALYSIS</vt:lpstr>
      <vt:lpstr>PROJECT OBJECTIVE</vt:lpstr>
      <vt:lpstr>DATASETS OVERVIEW</vt:lpstr>
      <vt:lpstr>DATA DESCRIPTION</vt:lpstr>
      <vt:lpstr>DATA CLEANING &amp; CURING</vt:lpstr>
      <vt:lpstr>PIE CHART</vt:lpstr>
      <vt:lpstr>BAR CHART</vt:lpstr>
      <vt:lpstr>HISTOGRAM</vt:lpstr>
      <vt:lpstr>LINE CHART</vt:lpstr>
      <vt:lpstr>SCATTER PLOT</vt:lpstr>
      <vt:lpstr>BOXPLOT</vt:lpstr>
      <vt:lpstr>OUTLIER TREATMENT </vt:lpstr>
      <vt:lpstr>CENTRAL TENDENCY AND SPREAD</vt:lpstr>
      <vt:lpstr>DASHBOARD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 CHARAN</dc:creator>
  <cp:lastModifiedBy>GURU CHARAN</cp:lastModifiedBy>
  <cp:revision>7</cp:revision>
  <dcterms:created xsi:type="dcterms:W3CDTF">2025-12-29T11:10:08Z</dcterms:created>
  <dcterms:modified xsi:type="dcterms:W3CDTF">2025-12-31T05:21:35Z</dcterms:modified>
</cp:coreProperties>
</file>